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5.svg" ContentType="image/svg+xml"/>
  <Override PartName="/ppt/media/image3.svg" ContentType="image/svg+xml"/>
  <Override PartName="/ppt/media/image6.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738" r:id="rId5"/>
  </p:sldMasterIdLst>
  <p:notesMasterIdLst>
    <p:notesMasterId r:id="rId17"/>
  </p:notesMasterIdLst>
  <p:handoutMasterIdLst>
    <p:handoutMasterId r:id="rId18"/>
  </p:handoutMasterIdLst>
  <p:sldIdLst>
    <p:sldId id="2147481607" r:id="rId6"/>
    <p:sldId id="2147481617" r:id="rId25"/>
    <p:sldId id="2147481608" r:id="rId7"/>
    <p:sldId id="2147481618" r:id="rId26"/>
    <p:sldId id="2147481609" r:id="rId8"/>
    <p:sldId id="2147481610" r:id="rId9"/>
    <p:sldId id="2147481619" r:id="rId27"/>
    <p:sldId id="2147481611" r:id="rId10"/>
    <p:sldId id="2147481612" r:id="rId11"/>
    <p:sldId id="2147481613" r:id="rId12"/>
    <p:sldId id="2147481614" r:id="rId13"/>
    <p:sldId id="2147481616" r:id="rId14"/>
    <p:sldId id="2147481620" r:id="rId28"/>
    <p:sldId id="2147481621" r:id="rId29"/>
    <p:sldId id="2147481622" r:id="rId30"/>
    <p:sldId id="2147481409" r:id="rId16"/>
    <p:sldId id="2147481445" r:id="rId15"/>
  </p:sldIdLst>
  <p:sldSz cx="12192000" cy="6858000"/>
  <p:notesSz cx="6858000" cy="9144000"/>
  <p:custDataLst>
    <p:tags r:id="rId19"/>
  </p:custDataLst>
  <p:defaultTextStyle>
    <a:defPPr>
      <a:defRPr lang="en-US"/>
    </a:defPPr>
    <a:lvl1pPr marL="0" indent="0" algn="l" defTabSz="914400" rtl="0" eaLnBrk="1" latinLnBrk="0" hangingPunct="1">
      <a:lnSpc>
        <a:spcPct val="110000"/>
      </a:lnSpc>
      <a:spcBef>
        <a:spcPts val="600"/>
      </a:spcBef>
      <a:buFontTx/>
      <a:buNone/>
      <a:defRPr sz="1400" kern="1200">
        <a:solidFill>
          <a:schemeClr val="tx2"/>
        </a:solidFill>
        <a:latin typeface="+mn-lt"/>
        <a:ea typeface="+mn-ea"/>
        <a:cs typeface="+mn-cs"/>
      </a:defRPr>
    </a:lvl1pPr>
    <a:lvl2pPr marL="216000" indent="-216000" algn="l" defTabSz="914400" rtl="0" eaLnBrk="1" latinLnBrk="0" hangingPunct="1">
      <a:lnSpc>
        <a:spcPct val="90000"/>
      </a:lnSpc>
      <a:spcBef>
        <a:spcPts val="600"/>
      </a:spcBef>
      <a:buClr>
        <a:schemeClr val="accent1"/>
      </a:buClr>
      <a:buFont typeface="Wingdings" panose="05000000000000000000" pitchFamily="2" charset="2"/>
      <a:buChar char="§"/>
      <a:defRPr sz="1400" kern="1200">
        <a:solidFill>
          <a:schemeClr val="tx2"/>
        </a:solidFill>
        <a:latin typeface="+mn-lt"/>
        <a:ea typeface="+mn-ea"/>
        <a:cs typeface="+mn-cs"/>
      </a:defRPr>
    </a:lvl2pPr>
    <a:lvl3pPr marL="432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3pPr>
    <a:lvl4pPr marL="648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4pPr>
    <a:lvl5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p:defaultTextStyle>
  <p:extLst>
    <p:ext uri="{EFAFB233-063F-42B5-8137-9DF3F51BA10A}">
      <p15:sldGuideLst xmlns:p15="http://schemas.microsoft.com/office/powerpoint/2012/main">
        <p15:guide id="1" orient="horz" pos="210" userDrawn="1">
          <p15:clr>
            <a:srgbClr val="A4A3A4"/>
          </p15:clr>
        </p15:guide>
        <p15:guide id="4" orient="horz" pos="890" userDrawn="1">
          <p15:clr>
            <a:srgbClr val="A4A3A4"/>
          </p15:clr>
        </p15:guide>
        <p15:guide id="6"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ion Sztuka" initials="MS" lastIdx="1" clrIdx="0">
    <p:extLst>
      <p:ext uri="{19B8F6BF-5375-455C-9EA6-DF929625EA0E}">
        <p15:presenceInfo xmlns:p15="http://schemas.microsoft.com/office/powerpoint/2012/main" userId="S::marion.sztuka@strategy-compass.com::486c4479-caac-4d16-a015-cb07c99f9db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C37E"/>
    <a:srgbClr val="0072BC"/>
    <a:srgbClr val="0A1637"/>
    <a:srgbClr val="6B6B6B"/>
    <a:srgbClr val="0F2051"/>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401A4AF6-95C6-4AA6-A552-55ACE4769191}">
  <a:tblStyle styleId="{401A4AF6-95C6-4AA6-A552-55ACE4769191}" styleName="NTT table">
    <a:wholeTbl>
      <a:tcTxStyle>
        <a:fontRef idx="minor">
          <a:prstClr val="black"/>
        </a:fontRef>
        <a:schemeClr val="dk2"/>
      </a:tcTxStyle>
      <a:tcStyle>
        <a:tcBdr>
          <a:left>
            <a:ln w="0" cmpd="sng">
              <a:solidFill>
                <a:schemeClr val="lt1"/>
              </a:solidFill>
            </a:ln>
          </a:left>
          <a:right>
            <a:ln w="0" cmpd="sng">
              <a:solidFill>
                <a:schemeClr val="lt1"/>
              </a:solidFill>
            </a:ln>
          </a:right>
          <a:top>
            <a:ln w="12700" cmpd="sng">
              <a:solidFill>
                <a:schemeClr val="dk1"/>
              </a:solidFill>
            </a:ln>
          </a:top>
          <a:bottom>
            <a:ln w="12700" cmpd="sng">
              <a:solidFill>
                <a:schemeClr val="dk1"/>
              </a:solidFill>
            </a:ln>
          </a:bottom>
          <a:insideH>
            <a:ln w="12700" cmpd="sng">
              <a:solidFill>
                <a:schemeClr val="dk1"/>
              </a:solidFill>
            </a:ln>
          </a:insideH>
          <a:insideV>
            <a:ln w="0" cmpd="sng">
              <a:solidFill>
                <a:schemeClr val="lt1"/>
              </a:solidFill>
            </a:ln>
          </a:insideV>
        </a:tcBdr>
      </a:tcStyle>
    </a:wholeTbl>
    <a:band1H>
      <a:tcStyle>
        <a:tcBdr/>
      </a:tcStyle>
    </a:band1H>
    <a:band2H>
      <a:tcStyle>
        <a:tcBdr/>
      </a:tcStyle>
    </a:band2H>
    <a:band1V>
      <a:tcStyle>
        <a:tcBdr/>
      </a:tcStyle>
    </a:band1V>
    <a:band2V>
      <a:tcStyle>
        <a:tcBdr/>
      </a:tcStyle>
    </a:band2V>
    <a:lastCol>
      <a:tcTxStyle b="off">
        <a:fontRef idx="minor">
          <a:prstClr val="black"/>
        </a:fontRef>
        <a:schemeClr val="accent1"/>
      </a:tcTxStyle>
      <a:tcStyle>
        <a:tcBdr/>
      </a:tcStyle>
    </a:lastCol>
    <a:firstCol>
      <a:tcTxStyle b="off">
        <a:fontRef idx="minor">
          <a:prstClr val="black"/>
        </a:fontRef>
        <a:schemeClr val="accent1"/>
      </a:tcTxStyle>
      <a:tcStyle>
        <a:tcBdr/>
      </a:tcStyle>
    </a:firstCol>
    <a:lastRow>
      <a:tcTxStyle b="on">
        <a:fontRef idx="minor">
          <a:prstClr val="black"/>
        </a:fontRef>
        <a:schemeClr val="dk2"/>
      </a:tcTxStyle>
      <a:tcStyle>
        <a:tcBdr>
          <a:top>
            <a:ln w="28575" cmpd="sng">
              <a:solidFill>
                <a:schemeClr val="accent2"/>
              </a:solidFill>
            </a:ln>
          </a:top>
        </a:tcBdr>
      </a:tcStyle>
    </a:lastRow>
    <a:firstRow>
      <a:tcTxStyle b="off">
        <a:fontRef idx="minor">
          <a:prstClr val="black"/>
        </a:fontRef>
        <a:schemeClr val="accent1"/>
      </a:tcTxStyle>
      <a:tcStyle>
        <a:tcBdr>
          <a:bottom>
            <a:ln w="28575" cmpd="sng">
              <a:solidFill>
                <a:schemeClr val="accent2"/>
              </a:solidFill>
            </a:ln>
          </a:bottom>
        </a:tcBdr>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guide orient="horz" pos="210"/>
        <p:guide orient="horz" pos="89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3.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7.xml"/><Relationship Id="rId16" Type="http://schemas.openxmlformats.org/officeDocument/2006/relationships/slide" Target="slides/slide16.xml"/><Relationship Id="rId17" Type="http://schemas.openxmlformats.org/officeDocument/2006/relationships/notesMaster" Target="notesMasters/notesMaster1.xml"/><Relationship Id="rId18" Type="http://schemas.openxmlformats.org/officeDocument/2006/relationships/handoutMaster" Target="handoutMasters/handoutMaster1.xml"/><Relationship Id="rId19" Type="http://schemas.openxmlformats.org/officeDocument/2006/relationships/tags" Target="tags/tag1.xml"/><Relationship Id="rId20" Type="http://schemas.openxmlformats.org/officeDocument/2006/relationships/commentAuthors" Target="commentAuthors.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2.xml"/><Relationship Id="rId26" Type="http://schemas.openxmlformats.org/officeDocument/2006/relationships/slide" Target="slides/slide4.xml"/><Relationship Id="rId27" Type="http://schemas.openxmlformats.org/officeDocument/2006/relationships/slide" Target="slides/slide7.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287C71A-58F0-45ED-A413-A81D731C9E4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solidFill>
                <a:schemeClr val="tx2"/>
              </a:solidFill>
            </a:endParaRPr>
          </a:p>
        </p:txBody>
      </p:sp>
      <p:sp>
        <p:nvSpPr>
          <p:cNvPr id="3" name="Date Placeholder 2">
            <a:extLst>
              <a:ext uri="{FF2B5EF4-FFF2-40B4-BE49-F238E27FC236}">
                <a16:creationId xmlns:a16="http://schemas.microsoft.com/office/drawing/2014/main" id="{64F64736-4490-41E5-B8D0-CC0B16AA5BD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A11D644-C5F6-4389-814D-7B11F6EE30B8}" type="datetimeFigureOut">
              <a:rPr lang="en-US" smtClean="0">
                <a:solidFill>
                  <a:schemeClr val="tx2"/>
                </a:solidFill>
              </a:rPr>
              <a:t>3/9/2026</a:t>
            </a:fld>
            <a:endParaRPr lang="en-US">
              <a:solidFill>
                <a:schemeClr val="tx2"/>
              </a:solidFill>
            </a:endParaRPr>
          </a:p>
        </p:txBody>
      </p:sp>
      <p:sp>
        <p:nvSpPr>
          <p:cNvPr id="4" name="Footer Placeholder 3">
            <a:extLst>
              <a:ext uri="{FF2B5EF4-FFF2-40B4-BE49-F238E27FC236}">
                <a16:creationId xmlns:a16="http://schemas.microsoft.com/office/drawing/2014/main" id="{719F4704-B844-4B30-8232-A066958C392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solidFill>
                <a:schemeClr val="tx2"/>
              </a:solidFill>
            </a:endParaRPr>
          </a:p>
        </p:txBody>
      </p:sp>
      <p:sp>
        <p:nvSpPr>
          <p:cNvPr id="5" name="Slide Number Placeholder 4">
            <a:extLst>
              <a:ext uri="{FF2B5EF4-FFF2-40B4-BE49-F238E27FC236}">
                <a16:creationId xmlns:a16="http://schemas.microsoft.com/office/drawing/2014/main" id="{CD58174B-A722-4D31-836F-28709BEFBA1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DA360D7-C980-43CF-BF4A-86160FC365E0}" type="slidenum">
              <a:rPr lang="en-US" smtClean="0">
                <a:solidFill>
                  <a:schemeClr val="tx2"/>
                </a:solidFill>
              </a:rPr>
              <a:t>‹#›</a:t>
            </a:fld>
            <a:endParaRPr lang="en-US">
              <a:solidFill>
                <a:schemeClr val="tx2"/>
              </a:solidFill>
            </a:endParaRPr>
          </a:p>
        </p:txBody>
      </p:sp>
    </p:spTree>
    <p:extLst>
      <p:ext uri="{BB962C8B-B14F-4D97-AF65-F5344CB8AC3E}">
        <p14:creationId xmlns:p14="http://schemas.microsoft.com/office/powerpoint/2010/main" val="22550264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solidFill>
                  <a:schemeClr val="tx2"/>
                </a:solidFill>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solidFill>
                  <a:schemeClr val="tx2"/>
                </a:solidFill>
                <a:latin typeface="Arial" panose="020B0604020202020204" pitchFamily="34" charset="0"/>
              </a:defRPr>
            </a:lvl1pPr>
          </a:lstStyle>
          <a:p>
            <a:fld id="{58F5D356-0438-4495-B283-C41E12FE4BD0}" type="datetimeFigureOut">
              <a:rPr lang="en-US" smtClean="0"/>
              <a:pPr/>
              <a:t>3/9/2026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noAutofit/>
          </a:bodyPr>
          <a:lstStyle/>
          <a:p>
            <a:pPr lvl="0" indent="0">
              <a:lnSpc>
                <a:spcPct val="110000"/>
              </a:lnSpc>
              <a:spcBef>
                <a:spcPts val="600"/>
              </a:spcBef>
              <a:buFontTx/>
              <a:buNone/>
            </a:pPr>
            <a:r>
              <a:rPr lang="en-US"/>
              <a:t>Click to edit Master text styles</a:t>
            </a:r>
          </a:p>
          <a:p>
            <a:pPr lvl="1" algn="l" defTabSz="914400" rtl="0" eaLnBrk="1" latinLnBrk="0" hangingPunct="1">
              <a:buClr>
                <a:schemeClr val="accent1"/>
              </a:buClr>
            </a:pPr>
            <a:r>
              <a:rPr lang="en-US"/>
              <a:t>Second level</a:t>
            </a:r>
          </a:p>
          <a:p>
            <a:pPr lvl="2" algn="l" defTabSz="914400" rtl="0" eaLnBrk="1" latinLnBrk="0" hangingPunct="1">
              <a:buFont typeface="Roboto" panose="02000000000000000000" pitchFamily="2" charset="0"/>
              <a:buChar char="–"/>
            </a:pPr>
            <a:r>
              <a:rPr lang="en-US"/>
              <a:t>Third level</a:t>
            </a:r>
          </a:p>
          <a:p>
            <a:pPr lvl="3" algn="l" defTabSz="914400" rtl="0" eaLnBrk="1" latinLnBrk="0" hangingPunct="1">
              <a:buFont typeface="Roboto" panose="02000000000000000000" pitchFamily="2" charset="0"/>
              <a:buChar char="–"/>
            </a:pPr>
            <a:r>
              <a:rPr lang="en-US"/>
              <a:t>Fourth level</a:t>
            </a:r>
          </a:p>
          <a:p>
            <a:pPr lvl="4" algn="l" defTabSz="914400" rtl="0" eaLnBrk="1" latinLnBrk="0" hangingPunct="1">
              <a:buFont typeface="Roboto" panose="02000000000000000000" pitchFamily="2" charset="0"/>
              <a:buChar char="–"/>
            </a:pPr>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solidFill>
                  <a:schemeClr val="tx2"/>
                </a:solidFill>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solidFill>
                  <a:schemeClr val="tx2"/>
                </a:solidFill>
                <a:latin typeface="Arial" panose="020B0604020202020204" pitchFamily="34" charset="0"/>
              </a:defRPr>
            </a:lvl1pPr>
          </a:lstStyle>
          <a:p>
            <a:fld id="{2081FCD0-0B3F-4662-A1E4-AB7FCE2F39E0}" type="slidenum">
              <a:rPr lang="en-US" smtClean="0"/>
              <a:pPr/>
              <a:t>‹#›</a:t>
            </a:fld>
            <a:endParaRPr lang="en-US"/>
          </a:p>
        </p:txBody>
      </p:sp>
    </p:spTree>
    <p:extLst>
      <p:ext uri="{BB962C8B-B14F-4D97-AF65-F5344CB8AC3E}">
        <p14:creationId xmlns:p14="http://schemas.microsoft.com/office/powerpoint/2010/main" val="2837309984"/>
      </p:ext>
    </p:extLst>
  </p:cSld>
  <p:clrMap bg1="lt1" tx1="dk1" bg2="lt2" tx2="dk2" accent1="accent1" accent2="accent2" accent3="accent3" accent4="accent4" accent5="accent5" accent6="accent6" hlink="hlink" folHlink="folHlink"/>
  <p:notesStyle>
    <a:lvl1pPr marL="0" algn="l" defTabSz="914400" rtl="0" eaLnBrk="1" latinLnBrk="0" hangingPunct="1">
      <a:defRPr lang="en-US" sz="1400" kern="1200" dirty="0">
        <a:solidFill>
          <a:schemeClr val="tx2"/>
        </a:solidFill>
        <a:latin typeface="+mn-lt"/>
        <a:ea typeface="+mn-ea"/>
        <a:cs typeface="+mn-cs"/>
      </a:defRPr>
    </a:lvl1pPr>
    <a:lvl2pPr marL="216000" indent="-216000">
      <a:lnSpc>
        <a:spcPct val="90000"/>
      </a:lnSpc>
      <a:spcBef>
        <a:spcPts val="600"/>
      </a:spcBef>
      <a:buFont typeface="Wingdings" panose="05000000000000000000" pitchFamily="2" charset="2"/>
      <a:buChar char="§"/>
      <a:defRPr lang="en-US" sz="1400" kern="1200" dirty="0">
        <a:solidFill>
          <a:schemeClr val="tx2"/>
        </a:solidFill>
        <a:latin typeface="+mn-lt"/>
        <a:ea typeface="+mn-ea"/>
        <a:cs typeface="+mn-cs"/>
      </a:defRPr>
    </a:lvl2pPr>
    <a:lvl3pPr marL="432000" indent="-216000">
      <a:lnSpc>
        <a:spcPct val="90000"/>
      </a:lnSpc>
      <a:spcBef>
        <a:spcPts val="600"/>
      </a:spcBef>
      <a:buFont typeface="Wingdings" panose="05000000000000000000" pitchFamily="2" charset="2"/>
      <a:buChar char="§"/>
      <a:defRPr lang="en-US" sz="1400" kern="1200" dirty="0">
        <a:solidFill>
          <a:schemeClr val="tx2"/>
        </a:solidFill>
        <a:latin typeface="+mn-lt"/>
        <a:ea typeface="+mn-ea"/>
        <a:cs typeface="+mn-cs"/>
      </a:defRPr>
    </a:lvl3pPr>
    <a:lvl4pPr marL="648000" indent="-216000">
      <a:lnSpc>
        <a:spcPct val="90000"/>
      </a:lnSpc>
      <a:spcBef>
        <a:spcPts val="600"/>
      </a:spcBef>
      <a:buFont typeface="Wingdings" panose="05000000000000000000" pitchFamily="2" charset="2"/>
      <a:buChar char="§"/>
      <a:defRPr lang="en-US" sz="1400" kern="1200" dirty="0">
        <a:solidFill>
          <a:schemeClr val="tx2"/>
        </a:solidFill>
        <a:latin typeface="+mn-lt"/>
        <a:ea typeface="+mn-ea"/>
        <a:cs typeface="+mn-cs"/>
      </a:defRPr>
    </a:lvl4pPr>
    <a:lvl5pPr marL="864000" indent="-216000">
      <a:lnSpc>
        <a:spcPct val="90000"/>
      </a:lnSpc>
      <a:spcBef>
        <a:spcPts val="600"/>
      </a:spcBef>
      <a:buFont typeface="Wingdings" panose="05000000000000000000" pitchFamily="2" charset="2"/>
      <a:buChar char="§"/>
      <a:defRPr lang="en-US" sz="1400" kern="1200" dirty="0">
        <a:solidFill>
          <a:schemeClr val="tx2"/>
        </a:solidFill>
        <a:latin typeface="+mn-lt"/>
        <a:ea typeface="+mn-ea"/>
        <a:cs typeface="+mn-cs"/>
      </a:defRPr>
    </a:lvl5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microsoft.com/office/2007/relationships/hdphoto" Target="../media/hdphoto1.wdp"/><Relationship Id="rId4" Type="http://schemas.openxmlformats.org/officeDocument/2006/relationships/image" Target="../media/image2.png"/><Relationship Id="rId5"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image" Target="../media/image6.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2.png"/><Relationship Id="rId4" Type="http://schemas.openxmlformats.org/officeDocument/2006/relationships/image" Target="../media/image6.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w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wmf"/></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wmf"/><Relationship Id="rId3" Type="http://schemas.openxmlformats.org/officeDocument/2006/relationships/image" Target="../media/image9.w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wmf"/><Relationship Id="rId3" Type="http://schemas.openxmlformats.org/officeDocument/2006/relationships/image" Target="../media/image9.wmf"/></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wmf"/></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wmf"/><Relationship Id="rId3" Type="http://schemas.openxmlformats.org/officeDocument/2006/relationships/image" Target="../media/image9.wmf"/></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15.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wmf"/><Relationship Id="rId3" Type="http://schemas.openxmlformats.org/officeDocument/2006/relationships/image" Target="../media/image14.png"/><Relationship Id="rId4" Type="http://schemas.openxmlformats.org/officeDocument/2006/relationships/image" Target="../media/image15.sv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14.png"/><Relationship Id="rId4" Type="http://schemas.openxmlformats.org/officeDocument/2006/relationships/image" Target="../media/image15.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15.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15.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15.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15.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15.sv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15.sv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wmf"/><Relationship Id="rId3" Type="http://schemas.openxmlformats.org/officeDocument/2006/relationships/image" Target="../media/image14.png"/><Relationship Id="rId4" Type="http://schemas.openxmlformats.org/officeDocument/2006/relationships/image" Target="../media/image15.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15.sv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4.png"/><Relationship Id="rId4" Type="http://schemas.openxmlformats.org/officeDocument/2006/relationships/image" Target="../media/image15.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15.sv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15.sv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15.sv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15.sv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15.sv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15.sv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15.sv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w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_Cover_Light_Full Innovation Curve">
    <p:spTree>
      <p:nvGrpSpPr>
        <p:cNvPr id="1" name=""/>
        <p:cNvGrpSpPr/>
        <p:nvPr/>
      </p:nvGrpSpPr>
      <p:grpSpPr>
        <a:xfrm>
          <a:off x="0" y="0"/>
          <a:ext cx="0" cy="0"/>
          <a:chOff x="0" y="0"/>
          <a:chExt cx="0" cy="0"/>
        </a:xfrm>
      </p:grpSpPr>
      <p:pic>
        <p:nvPicPr>
          <p:cNvPr id="14" name="Innovation Curve">
            <a:extLst>
              <a:ext uri="{FF2B5EF4-FFF2-40B4-BE49-F238E27FC236}">
                <a16:creationId xmlns:a16="http://schemas.microsoft.com/office/drawing/2014/main" id="{9211F747-506E-5ED4-9B68-EE6B3F99C90B}"/>
              </a:ext>
              <a:ext uri="{C183D7F6-B498-43B3-948B-1728B52AA6E4}">
                <adec:decorative xmlns:adec="http://schemas.microsoft.com/office/drawing/2017/decorative" val="1"/>
              </a:ext>
            </a:extLst>
          </p:cNvPr>
          <p:cNvPicPr>
            <a:picLocks noChangeAspect="1"/>
          </p:cNvPicPr>
          <p:nvPr userDrawn="1"/>
        </p:nvPicPr>
        <p:blipFill>
          <a:blip r:embed="rId2" cstate="screen">
            <a:alphaModFix amt="3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tretch>
            <a:fillRect/>
          </a:stretch>
        </p:blipFill>
        <p:spPr bwMode="gray">
          <a:xfrm>
            <a:off x="5322983" y="-14748"/>
            <a:ext cx="6872748" cy="6872748"/>
          </a:xfrm>
          <a:prstGeom prst="rect">
            <a:avLst/>
          </a:prstGeom>
        </p:spPr>
      </p:pic>
      <p:sp>
        <p:nvSpPr>
          <p:cNvPr id="16" name="Title 1">
            <a:extLst>
              <a:ext uri="{FF2B5EF4-FFF2-40B4-BE49-F238E27FC236}">
                <a16:creationId xmlns:a16="http://schemas.microsoft.com/office/drawing/2014/main" id="{1506BD0E-4DCD-8BA9-2037-DE975A1F0915}"/>
              </a:ext>
            </a:extLst>
          </p:cNvPr>
          <p:cNvSpPr>
            <a:spLocks noGrp="1"/>
          </p:cNvSpPr>
          <p:nvPr>
            <p:ph type="ctrTitle" hasCustomPrompt="1"/>
          </p:nvPr>
        </p:nvSpPr>
        <p:spPr bwMode="gray">
          <a:xfrm>
            <a:off x="380048" y="2438400"/>
            <a:ext cx="4843462" cy="1371600"/>
          </a:xfrm>
        </p:spPr>
        <p:txBody>
          <a:bodyPr vert="horz" lIns="0" tIns="45720" rIns="0" bIns="45720" rtlCol="0" anchor="b">
            <a:noAutofit/>
          </a:bodyPr>
          <a:lstStyle>
            <a:lvl1pPr>
              <a:defRPr lang="en-GB" sz="4400" b="0" i="0" dirty="0">
                <a:solidFill>
                  <a:schemeClr val="bg1"/>
                </a:solidFill>
                <a:latin typeface="+mj-lt"/>
                <a:cs typeface="Times New Roman" panose="02020603050405020304" pitchFamily="18" charset="0"/>
              </a:defRPr>
            </a:lvl1pPr>
          </a:lstStyle>
          <a:p>
            <a:pPr lvl="0">
              <a:lnSpc>
                <a:spcPct val="100000"/>
              </a:lnSpc>
            </a:pPr>
            <a:r>
              <a:rPr lang="en-US"/>
              <a:t>Click to edit Master title Style</a:t>
            </a:r>
          </a:p>
        </p:txBody>
      </p:sp>
      <p:sp>
        <p:nvSpPr>
          <p:cNvPr id="17" name="Subtitle 2">
            <a:extLst>
              <a:ext uri="{FF2B5EF4-FFF2-40B4-BE49-F238E27FC236}">
                <a16:creationId xmlns:a16="http://schemas.microsoft.com/office/drawing/2014/main" id="{DD68B773-8219-9567-613E-7A2F2D4F6C2B}"/>
              </a:ext>
            </a:extLst>
          </p:cNvPr>
          <p:cNvSpPr>
            <a:spLocks noGrp="1"/>
          </p:cNvSpPr>
          <p:nvPr>
            <p:ph type="subTitle" idx="1" hasCustomPrompt="1"/>
          </p:nvPr>
        </p:nvSpPr>
        <p:spPr bwMode="gray">
          <a:xfrm>
            <a:off x="380048" y="3810000"/>
            <a:ext cx="4843462" cy="353943"/>
          </a:xfrm>
        </p:spPr>
        <p:txBody>
          <a:bodyPr wrap="square" lIns="0" tIns="45720" rIns="0">
            <a:spAutoFit/>
          </a:bodyPr>
          <a:lstStyle>
            <a:lvl1pPr>
              <a:spcBef>
                <a:spcPts val="0"/>
              </a:spcBef>
              <a:spcAft>
                <a:spcPts val="0"/>
              </a:spcAft>
              <a:defRPr lang="en-GB" sz="2000" b="0" i="0" dirty="0">
                <a:solidFill>
                  <a:schemeClr val="bg1"/>
                </a:solidFill>
                <a:latin typeface="+mn-lt"/>
                <a:cs typeface="Arial" panose="020B0604020202020204" pitchFamily="34" charset="0"/>
              </a:defRPr>
            </a:lvl1pPr>
          </a:lstStyle>
          <a:p>
            <a:pPr lvl="0">
              <a:lnSpc>
                <a:spcPct val="100000"/>
              </a:lnSpc>
              <a:spcBef>
                <a:spcPts val="1000"/>
              </a:spcBef>
              <a:buFont typeface="Arial" panose="020B0604020202020204" pitchFamily="34" charset="0"/>
            </a:pPr>
            <a:r>
              <a:rPr lang="en-US"/>
              <a:t>Click to edit Master subtitle style</a:t>
            </a:r>
          </a:p>
        </p:txBody>
      </p:sp>
      <p:sp>
        <p:nvSpPr>
          <p:cNvPr id="2" name="Date Placeholder 3">
            <a:extLst>
              <a:ext uri="{FF2B5EF4-FFF2-40B4-BE49-F238E27FC236}">
                <a16:creationId xmlns:a16="http://schemas.microsoft.com/office/drawing/2014/main" id="{A9B553D8-6E2B-127F-58DE-5165236A2DF1}"/>
              </a:ext>
            </a:extLst>
          </p:cNvPr>
          <p:cNvSpPr>
            <a:spLocks noGrp="1"/>
          </p:cNvSpPr>
          <p:nvPr>
            <p:ph type="dt" sz="half" idx="2"/>
          </p:nvPr>
        </p:nvSpPr>
        <p:spPr bwMode="gray">
          <a:xfrm>
            <a:off x="10898505" y="6563358"/>
            <a:ext cx="922020" cy="88901"/>
          </a:xfrm>
          <a:prstGeom prst="rect">
            <a:avLst/>
          </a:prstGeom>
          <a:ln>
            <a:noFill/>
          </a:ln>
        </p:spPr>
        <p:txBody>
          <a:bodyPr vert="horz" lIns="0" tIns="0" rIns="0" bIns="0" rtlCol="0" anchor="ctr">
            <a:noAutofit/>
          </a:bodyPr>
          <a:lstStyle>
            <a:lvl1pPr algn="ctr">
              <a:lnSpc>
                <a:spcPct val="100000"/>
              </a:lnSpc>
              <a:defRPr sz="1000">
                <a:solidFill>
                  <a:schemeClr val="accent6"/>
                </a:solidFill>
              </a:defRPr>
            </a:lvl1pPr>
          </a:lstStyle>
          <a:p>
            <a:pPr algn="r"/>
            <a:endParaRPr lang="en-US"/>
          </a:p>
        </p:txBody>
      </p:sp>
      <p:sp>
        <p:nvSpPr>
          <p:cNvPr id="3" name="Footer Placeholder 4">
            <a:extLst>
              <a:ext uri="{FF2B5EF4-FFF2-40B4-BE49-F238E27FC236}">
                <a16:creationId xmlns:a16="http://schemas.microsoft.com/office/drawing/2014/main" id="{0453B208-9097-2E2C-EC03-BD8A67670037}"/>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1000">
                <a:solidFill>
                  <a:schemeClr val="accent6"/>
                </a:solidFill>
              </a:defRPr>
            </a:lvl1pPr>
          </a:lstStyle>
          <a:p>
            <a:r>
              <a:rPr lang="en-US"/>
              <a:t>© </a:t>
            </a:r>
            <a:fld id="{F90C6874-04AE-4333-9453-60DD690F9E61}" type="datetimeyyyy">
              <a:rPr lang="en-US" smtClean="0"/>
              <a:pPr/>
              <a:t>2026</a:t>
            </a:fld>
            <a:r>
              <a:rPr lang="en-US"/>
              <a:t> NTT DATA Business Solutions</a:t>
            </a:r>
          </a:p>
        </p:txBody>
      </p:sp>
      <p:pic>
        <p:nvPicPr>
          <p:cNvPr id="4" name="NTT DATA Global Logo" descr="NTT DATA Logo">
            <a:extLst>
              <a:ext uri="{FF2B5EF4-FFF2-40B4-BE49-F238E27FC236}">
                <a16:creationId xmlns:a16="http://schemas.microsoft.com/office/drawing/2014/main" id="{07CD756B-D053-7A46-EC8E-FF1D6BF1F701}"/>
              </a:ext>
            </a:extLst>
          </p:cNvPr>
          <p:cNvPicPr>
            <a:picLocks noGrp="1" noRot="1" noChangeAspect="1" noMove="1" noResize="1" noEditPoints="1" noAdjustHandles="1" noChangeArrowheads="1" noChangeShapeType="1" noCrop="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371475" y="320040"/>
            <a:ext cx="1959942" cy="399600"/>
          </a:xfrm>
          <a:prstGeom prst="rect">
            <a:avLst/>
          </a:prstGeom>
        </p:spPr>
      </p:pic>
      <p:sp>
        <p:nvSpPr>
          <p:cNvPr id="6" name="Info box">
            <a:extLst>
              <a:ext uri="{FF2B5EF4-FFF2-40B4-BE49-F238E27FC236}">
                <a16:creationId xmlns:a16="http://schemas.microsoft.com/office/drawing/2014/main" id="{E5857A3D-5E1B-B6B2-6DE4-DAB9237BB2E9}"/>
              </a:ext>
            </a:extLst>
          </p:cNvPr>
          <p:cNvSpPr>
            <a:spLocks noGrp="1"/>
          </p:cNvSpPr>
          <p:nvPr>
            <p:ph sz="quarter" idx="19" hasCustomPrompt="1"/>
          </p:nvPr>
        </p:nvSpPr>
        <p:spPr bwMode="gray">
          <a:xfrm>
            <a:off x="10176832" y="333376"/>
            <a:ext cx="1868023" cy="395869"/>
          </a:xfrm>
          <a:prstGeom prst="rect">
            <a:avLst/>
          </a:prstGeom>
          <a:ln>
            <a:noFill/>
          </a:ln>
        </p:spPr>
        <p:txBody>
          <a:bodyPr wrap="square" lIns="36000" tIns="36000" rIns="36000" bIns="36000">
            <a:spAutoFit/>
          </a:bodyPr>
          <a:lstStyle>
            <a:lvl1pPr>
              <a:lnSpc>
                <a:spcPct val="100000"/>
              </a:lnSpc>
              <a:spcBef>
                <a:spcPts val="0"/>
              </a:spcBef>
              <a:spcAft>
                <a:spcPts val="0"/>
              </a:spcAft>
              <a:defRPr sz="700">
                <a:solidFill>
                  <a:schemeClr val="accent6"/>
                </a:solidFill>
              </a:defRPr>
            </a:lvl1pPr>
          </a:lstStyle>
          <a:p>
            <a:pPr lvl="0"/>
            <a:r>
              <a:rPr lang="en-US" noProof="0"/>
              <a:t>Information Type:</a:t>
            </a:r>
            <a:br>
              <a:rPr lang="en-US" noProof="0"/>
            </a:br>
            <a:r>
              <a:rPr lang="en-US" noProof="0"/>
              <a:t>Company:  </a:t>
            </a:r>
            <a:br>
              <a:rPr lang="en-US" noProof="0"/>
            </a:br>
            <a:r>
              <a:rPr lang="en-US" noProof="0"/>
              <a:t>Information Owner:</a:t>
            </a:r>
          </a:p>
        </p:txBody>
      </p:sp>
    </p:spTree>
    <p:extLst>
      <p:ext uri="{BB962C8B-B14F-4D97-AF65-F5344CB8AC3E}">
        <p14:creationId xmlns:p14="http://schemas.microsoft.com/office/powerpoint/2010/main" val="29519860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_Cover_Light_Partial Innovation Curve">
    <p:spTree>
      <p:nvGrpSpPr>
        <p:cNvPr id="1" name=""/>
        <p:cNvGrpSpPr/>
        <p:nvPr/>
      </p:nvGrpSpPr>
      <p:grpSpPr>
        <a:xfrm>
          <a:off x="0" y="0"/>
          <a:ext cx="0" cy="0"/>
          <a:chOff x="0" y="0"/>
          <a:chExt cx="0" cy="0"/>
        </a:xfrm>
      </p:grpSpPr>
      <p:pic>
        <p:nvPicPr>
          <p:cNvPr id="16" name="Innovation Curve">
            <a:extLst>
              <a:ext uri="{FF2B5EF4-FFF2-40B4-BE49-F238E27FC236}">
                <a16:creationId xmlns:a16="http://schemas.microsoft.com/office/drawing/2014/main" id="{00ADE50C-F63B-648C-9FD0-E0FA384DFD0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2" cstate="screen">
            <a:alphaModFix amt="20000"/>
            <a:extLst>
              <a:ext uri="{28A0092B-C50C-407E-A947-70E740481C1C}">
                <a14:useLocalDpi xmlns:a14="http://schemas.microsoft.com/office/drawing/2010/main"/>
              </a:ext>
            </a:extLst>
          </a:blip>
          <a:stretch>
            <a:fillRect/>
          </a:stretch>
        </p:blipFill>
        <p:spPr bwMode="gray">
          <a:xfrm>
            <a:off x="7616952" y="0"/>
            <a:ext cx="4602549" cy="6876288"/>
          </a:xfrm>
          <a:prstGeom prst="rect">
            <a:avLst/>
          </a:prstGeom>
        </p:spPr>
      </p:pic>
      <p:sp>
        <p:nvSpPr>
          <p:cNvPr id="13" name="Title 1">
            <a:extLst>
              <a:ext uri="{FF2B5EF4-FFF2-40B4-BE49-F238E27FC236}">
                <a16:creationId xmlns:a16="http://schemas.microsoft.com/office/drawing/2014/main" id="{82ADFA92-0E48-355A-2DA8-D40523A9A84F}"/>
              </a:ext>
            </a:extLst>
          </p:cNvPr>
          <p:cNvSpPr>
            <a:spLocks noGrp="1"/>
          </p:cNvSpPr>
          <p:nvPr>
            <p:ph type="ctrTitle" hasCustomPrompt="1"/>
          </p:nvPr>
        </p:nvSpPr>
        <p:spPr bwMode="gray">
          <a:xfrm>
            <a:off x="380048" y="2438400"/>
            <a:ext cx="6969876" cy="1371600"/>
          </a:xfrm>
        </p:spPr>
        <p:txBody>
          <a:bodyPr vert="horz" lIns="0" tIns="45720" rIns="0" bIns="45720" rtlCol="0" anchor="b">
            <a:noAutofit/>
          </a:bodyPr>
          <a:lstStyle>
            <a:lvl1pPr>
              <a:defRPr lang="en-GB" sz="4400" b="0" i="0" dirty="0">
                <a:solidFill>
                  <a:schemeClr val="bg1"/>
                </a:solidFill>
                <a:latin typeface="+mj-lt"/>
                <a:cs typeface="Times New Roman" panose="02020603050405020304" pitchFamily="18" charset="0"/>
              </a:defRPr>
            </a:lvl1pPr>
          </a:lstStyle>
          <a:p>
            <a:pPr lvl="0">
              <a:lnSpc>
                <a:spcPct val="100000"/>
              </a:lnSpc>
            </a:pPr>
            <a:r>
              <a:rPr lang="en-US"/>
              <a:t>Click to edit Master title Style</a:t>
            </a:r>
          </a:p>
        </p:txBody>
      </p:sp>
      <p:sp>
        <p:nvSpPr>
          <p:cNvPr id="15" name="Subtitle 2">
            <a:extLst>
              <a:ext uri="{FF2B5EF4-FFF2-40B4-BE49-F238E27FC236}">
                <a16:creationId xmlns:a16="http://schemas.microsoft.com/office/drawing/2014/main" id="{48B12889-37ED-D704-59B8-7CECF20BCF23}"/>
              </a:ext>
            </a:extLst>
          </p:cNvPr>
          <p:cNvSpPr>
            <a:spLocks noGrp="1"/>
          </p:cNvSpPr>
          <p:nvPr>
            <p:ph type="subTitle" idx="1" hasCustomPrompt="1"/>
          </p:nvPr>
        </p:nvSpPr>
        <p:spPr bwMode="gray">
          <a:xfrm>
            <a:off x="380048" y="3810000"/>
            <a:ext cx="6969876" cy="353943"/>
          </a:xfrm>
        </p:spPr>
        <p:txBody>
          <a:bodyPr wrap="square" lIns="0" tIns="45720" rIns="0">
            <a:spAutoFit/>
          </a:bodyPr>
          <a:lstStyle>
            <a:lvl1pPr>
              <a:spcBef>
                <a:spcPts val="0"/>
              </a:spcBef>
              <a:spcAft>
                <a:spcPts val="0"/>
              </a:spcAft>
              <a:defRPr lang="en-GB" sz="2000" b="0" i="0" dirty="0">
                <a:solidFill>
                  <a:schemeClr val="bg1"/>
                </a:solidFill>
                <a:latin typeface="+mn-lt"/>
                <a:cs typeface="Arial" panose="020B0604020202020204" pitchFamily="34" charset="0"/>
              </a:defRPr>
            </a:lvl1pPr>
          </a:lstStyle>
          <a:p>
            <a:pPr lvl="0">
              <a:lnSpc>
                <a:spcPct val="100000"/>
              </a:lnSpc>
              <a:spcBef>
                <a:spcPts val="1000"/>
              </a:spcBef>
              <a:buFont typeface="Arial" panose="020B0604020202020204" pitchFamily="34" charset="0"/>
            </a:pPr>
            <a:r>
              <a:rPr lang="en-US"/>
              <a:t>Click to edit Master subtitle style</a:t>
            </a:r>
          </a:p>
        </p:txBody>
      </p:sp>
      <p:sp>
        <p:nvSpPr>
          <p:cNvPr id="4" name="Footer Placeholder 4">
            <a:extLst>
              <a:ext uri="{FF2B5EF4-FFF2-40B4-BE49-F238E27FC236}">
                <a16:creationId xmlns:a16="http://schemas.microsoft.com/office/drawing/2014/main" id="{655333B3-E5F2-A1A8-F59F-D7085B34A148}"/>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1000">
                <a:solidFill>
                  <a:schemeClr val="accent6"/>
                </a:solidFill>
              </a:defRPr>
            </a:lvl1pPr>
          </a:lstStyle>
          <a:p>
            <a:r>
              <a:rPr lang="en-US"/>
              <a:t>© </a:t>
            </a:r>
            <a:fld id="{E885BCAD-7130-4D6F-8B39-052483685F8F}" type="datetimeyyyy">
              <a:rPr lang="en-US" smtClean="0"/>
              <a:pPr/>
              <a:t>2026</a:t>
            </a:fld>
            <a:r>
              <a:rPr lang="en-US"/>
              <a:t> NTT DATA Business Solutions</a:t>
            </a:r>
          </a:p>
        </p:txBody>
      </p:sp>
      <p:sp>
        <p:nvSpPr>
          <p:cNvPr id="3" name="Date Placeholder 3">
            <a:extLst>
              <a:ext uri="{FF2B5EF4-FFF2-40B4-BE49-F238E27FC236}">
                <a16:creationId xmlns:a16="http://schemas.microsoft.com/office/drawing/2014/main" id="{F00FCC36-8879-E02B-48F4-D31C54AAA166}"/>
              </a:ext>
            </a:extLst>
          </p:cNvPr>
          <p:cNvSpPr>
            <a:spLocks noGrp="1"/>
          </p:cNvSpPr>
          <p:nvPr>
            <p:ph type="dt" sz="half" idx="2"/>
          </p:nvPr>
        </p:nvSpPr>
        <p:spPr bwMode="gray">
          <a:xfrm>
            <a:off x="10898505" y="6563358"/>
            <a:ext cx="922020" cy="88901"/>
          </a:xfrm>
          <a:prstGeom prst="rect">
            <a:avLst/>
          </a:prstGeom>
          <a:ln>
            <a:noFill/>
          </a:ln>
        </p:spPr>
        <p:txBody>
          <a:bodyPr vert="horz" lIns="0" tIns="0" rIns="0" bIns="0" rtlCol="0" anchor="ctr">
            <a:noAutofit/>
          </a:bodyPr>
          <a:lstStyle>
            <a:lvl1pPr algn="r">
              <a:lnSpc>
                <a:spcPct val="100000"/>
              </a:lnSpc>
              <a:defRPr sz="1000">
                <a:solidFill>
                  <a:schemeClr val="accent6"/>
                </a:solidFill>
              </a:defRPr>
            </a:lvl1pPr>
          </a:lstStyle>
          <a:p>
            <a:endParaRPr lang="en-US"/>
          </a:p>
        </p:txBody>
      </p:sp>
      <p:pic>
        <p:nvPicPr>
          <p:cNvPr id="5" name="NTT DATA Global Logo">
            <a:extLst>
              <a:ext uri="{FF2B5EF4-FFF2-40B4-BE49-F238E27FC236}">
                <a16:creationId xmlns:a16="http://schemas.microsoft.com/office/drawing/2014/main" id="{6696BBEF-690F-3F5E-4ABD-464267D3697F}"/>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bwMode="gray">
          <a:xfrm>
            <a:off x="371475" y="320040"/>
            <a:ext cx="1959942" cy="399600"/>
          </a:xfrm>
          <a:prstGeom prst="rect">
            <a:avLst/>
          </a:prstGeom>
        </p:spPr>
      </p:pic>
      <p:sp>
        <p:nvSpPr>
          <p:cNvPr id="2" name="Info box">
            <a:extLst>
              <a:ext uri="{FF2B5EF4-FFF2-40B4-BE49-F238E27FC236}">
                <a16:creationId xmlns:a16="http://schemas.microsoft.com/office/drawing/2014/main" id="{329FBFF1-6701-C642-00EB-72165BE63795}"/>
              </a:ext>
            </a:extLst>
          </p:cNvPr>
          <p:cNvSpPr>
            <a:spLocks noGrp="1"/>
          </p:cNvSpPr>
          <p:nvPr>
            <p:ph sz="quarter" idx="18" hasCustomPrompt="1"/>
          </p:nvPr>
        </p:nvSpPr>
        <p:spPr bwMode="gray">
          <a:xfrm>
            <a:off x="371475" y="5875374"/>
            <a:ext cx="2737108" cy="395869"/>
          </a:xfrm>
          <a:prstGeom prst="rect">
            <a:avLst/>
          </a:prstGeom>
          <a:ln>
            <a:noFill/>
          </a:ln>
        </p:spPr>
        <p:txBody>
          <a:bodyPr wrap="square" lIns="36000" tIns="36000" rIns="36000" bIns="36000">
            <a:spAutoFit/>
          </a:bodyPr>
          <a:lstStyle>
            <a:lvl1pPr>
              <a:lnSpc>
                <a:spcPct val="100000"/>
              </a:lnSpc>
              <a:spcBef>
                <a:spcPts val="0"/>
              </a:spcBef>
              <a:spcAft>
                <a:spcPts val="0"/>
              </a:spcAft>
              <a:defRPr sz="700">
                <a:solidFill>
                  <a:schemeClr val="accent6"/>
                </a:solidFill>
              </a:defRPr>
            </a:lvl1pPr>
          </a:lstStyle>
          <a:p>
            <a:pPr lvl="0"/>
            <a:r>
              <a:rPr lang="en-US" noProof="0"/>
              <a:t>Information Type:</a:t>
            </a:r>
            <a:br>
              <a:rPr lang="en-US" noProof="0"/>
            </a:br>
            <a:r>
              <a:rPr lang="en-US" noProof="0"/>
              <a:t>Company:  </a:t>
            </a:r>
            <a:br>
              <a:rPr lang="en-US" noProof="0"/>
            </a:br>
            <a:r>
              <a:rPr lang="en-US" noProof="0"/>
              <a:t>Information Owner:</a:t>
            </a:r>
          </a:p>
        </p:txBody>
      </p:sp>
    </p:spTree>
    <p:extLst>
      <p:ext uri="{BB962C8B-B14F-4D97-AF65-F5344CB8AC3E}">
        <p14:creationId xmlns:p14="http://schemas.microsoft.com/office/powerpoint/2010/main" val="3528794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_Cover_Light_No Innovation Curve">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69CCA6BB-2FF1-1F79-CE75-4214597FB511}"/>
              </a:ext>
            </a:extLst>
          </p:cNvPr>
          <p:cNvSpPr>
            <a:spLocks noGrp="1"/>
          </p:cNvSpPr>
          <p:nvPr>
            <p:ph type="ctrTitle" hasCustomPrompt="1"/>
          </p:nvPr>
        </p:nvSpPr>
        <p:spPr bwMode="gray">
          <a:xfrm>
            <a:off x="380048" y="2438400"/>
            <a:ext cx="11440477" cy="1371600"/>
          </a:xfrm>
        </p:spPr>
        <p:txBody>
          <a:bodyPr vert="horz" lIns="0" tIns="45720" rIns="0" bIns="45720" rtlCol="0" anchor="b">
            <a:noAutofit/>
          </a:bodyPr>
          <a:lstStyle>
            <a:lvl1pPr>
              <a:defRPr lang="en-GB" sz="4400" b="0" i="0" dirty="0">
                <a:solidFill>
                  <a:schemeClr val="bg1"/>
                </a:solidFill>
                <a:latin typeface="+mj-lt"/>
                <a:cs typeface="Times New Roman" panose="02020603050405020304" pitchFamily="18" charset="0"/>
              </a:defRPr>
            </a:lvl1pPr>
          </a:lstStyle>
          <a:p>
            <a:pPr lvl="0">
              <a:lnSpc>
                <a:spcPct val="100000"/>
              </a:lnSpc>
            </a:pPr>
            <a:r>
              <a:rPr lang="en-US"/>
              <a:t>Click to edit Master title Style</a:t>
            </a:r>
          </a:p>
        </p:txBody>
      </p:sp>
      <p:sp>
        <p:nvSpPr>
          <p:cNvPr id="14" name="Subtitle 2">
            <a:extLst>
              <a:ext uri="{FF2B5EF4-FFF2-40B4-BE49-F238E27FC236}">
                <a16:creationId xmlns:a16="http://schemas.microsoft.com/office/drawing/2014/main" id="{FFBC9B23-4469-4B26-BEC9-4E111C2B8F4B}"/>
              </a:ext>
            </a:extLst>
          </p:cNvPr>
          <p:cNvSpPr>
            <a:spLocks noGrp="1"/>
          </p:cNvSpPr>
          <p:nvPr>
            <p:ph type="subTitle" idx="1" hasCustomPrompt="1"/>
          </p:nvPr>
        </p:nvSpPr>
        <p:spPr bwMode="gray">
          <a:xfrm>
            <a:off x="380048" y="3810000"/>
            <a:ext cx="11440477" cy="353943"/>
          </a:xfrm>
        </p:spPr>
        <p:txBody>
          <a:bodyPr wrap="square" lIns="0" tIns="45720" rIns="0">
            <a:spAutoFit/>
          </a:bodyPr>
          <a:lstStyle>
            <a:lvl1pPr>
              <a:spcBef>
                <a:spcPts val="0"/>
              </a:spcBef>
              <a:spcAft>
                <a:spcPts val="0"/>
              </a:spcAft>
              <a:defRPr lang="en-GB" sz="2000" b="0" i="0" dirty="0">
                <a:solidFill>
                  <a:schemeClr val="bg1"/>
                </a:solidFill>
                <a:latin typeface="+mn-lt"/>
                <a:cs typeface="Arial" panose="020B0604020202020204" pitchFamily="34" charset="0"/>
              </a:defRPr>
            </a:lvl1pPr>
          </a:lstStyle>
          <a:p>
            <a:pPr lvl="0">
              <a:lnSpc>
                <a:spcPct val="100000"/>
              </a:lnSpc>
              <a:spcBef>
                <a:spcPts val="1000"/>
              </a:spcBef>
              <a:buFont typeface="Arial" panose="020B0604020202020204" pitchFamily="34" charset="0"/>
            </a:pPr>
            <a:r>
              <a:rPr lang="en-US"/>
              <a:t>Click to edit Master subtitle style</a:t>
            </a:r>
          </a:p>
        </p:txBody>
      </p:sp>
      <p:sp>
        <p:nvSpPr>
          <p:cNvPr id="3" name="Date Placeholder 3">
            <a:extLst>
              <a:ext uri="{FF2B5EF4-FFF2-40B4-BE49-F238E27FC236}">
                <a16:creationId xmlns:a16="http://schemas.microsoft.com/office/drawing/2014/main" id="{606E1903-FF29-7A88-0707-803367E5E51E}"/>
              </a:ext>
            </a:extLst>
          </p:cNvPr>
          <p:cNvSpPr>
            <a:spLocks noGrp="1"/>
          </p:cNvSpPr>
          <p:nvPr>
            <p:ph type="dt" sz="half" idx="2"/>
          </p:nvPr>
        </p:nvSpPr>
        <p:spPr bwMode="gray">
          <a:xfrm>
            <a:off x="10898505" y="6563358"/>
            <a:ext cx="922020" cy="88901"/>
          </a:xfrm>
          <a:prstGeom prst="rect">
            <a:avLst/>
          </a:prstGeom>
          <a:ln>
            <a:noFill/>
          </a:ln>
        </p:spPr>
        <p:txBody>
          <a:bodyPr vert="horz" lIns="0" tIns="0" rIns="0" bIns="0" rtlCol="0" anchor="ctr">
            <a:noAutofit/>
          </a:bodyPr>
          <a:lstStyle>
            <a:lvl1pPr algn="r">
              <a:lnSpc>
                <a:spcPct val="100000"/>
              </a:lnSpc>
              <a:defRPr sz="1000">
                <a:solidFill>
                  <a:schemeClr val="accent6"/>
                </a:solidFill>
              </a:defRPr>
            </a:lvl1pPr>
          </a:lstStyle>
          <a:p>
            <a:endParaRPr lang="en-US"/>
          </a:p>
        </p:txBody>
      </p:sp>
      <p:sp>
        <p:nvSpPr>
          <p:cNvPr id="4" name="Footer Placeholder 4">
            <a:extLst>
              <a:ext uri="{FF2B5EF4-FFF2-40B4-BE49-F238E27FC236}">
                <a16:creationId xmlns:a16="http://schemas.microsoft.com/office/drawing/2014/main" id="{EE186BE1-1DE6-82D8-B7EF-529F2205B840}"/>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1000">
                <a:solidFill>
                  <a:schemeClr val="accent6"/>
                </a:solidFill>
              </a:defRPr>
            </a:lvl1pPr>
          </a:lstStyle>
          <a:p>
            <a:r>
              <a:rPr lang="en-US"/>
              <a:t>© </a:t>
            </a:r>
            <a:fld id="{AE5AD4D0-20D4-40E1-BBD2-F6C77C99F61E}" type="datetimeyyyy">
              <a:rPr lang="en-US" smtClean="0"/>
              <a:pPr/>
              <a:t>2026</a:t>
            </a:fld>
            <a:r>
              <a:rPr lang="en-US"/>
              <a:t> NTT DATA Business Solutions</a:t>
            </a:r>
          </a:p>
        </p:txBody>
      </p:sp>
      <p:pic>
        <p:nvPicPr>
          <p:cNvPr id="5" name="NTT DATA Global Logo">
            <a:extLst>
              <a:ext uri="{FF2B5EF4-FFF2-40B4-BE49-F238E27FC236}">
                <a16:creationId xmlns:a16="http://schemas.microsoft.com/office/drawing/2014/main" id="{2F900288-9276-0271-5B36-DA597F55D4E8}"/>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71475" y="320040"/>
            <a:ext cx="1959942" cy="399600"/>
          </a:xfrm>
          <a:prstGeom prst="rect">
            <a:avLst/>
          </a:prstGeom>
        </p:spPr>
      </p:pic>
      <p:sp>
        <p:nvSpPr>
          <p:cNvPr id="7" name="Info box">
            <a:extLst>
              <a:ext uri="{FF2B5EF4-FFF2-40B4-BE49-F238E27FC236}">
                <a16:creationId xmlns:a16="http://schemas.microsoft.com/office/drawing/2014/main" id="{1683A5FA-61CB-0385-8B2C-D15BE457EBD3}"/>
              </a:ext>
            </a:extLst>
          </p:cNvPr>
          <p:cNvSpPr>
            <a:spLocks noGrp="1"/>
          </p:cNvSpPr>
          <p:nvPr>
            <p:ph sz="quarter" idx="19" hasCustomPrompt="1"/>
          </p:nvPr>
        </p:nvSpPr>
        <p:spPr bwMode="gray">
          <a:xfrm>
            <a:off x="10176832" y="333376"/>
            <a:ext cx="1868023" cy="395869"/>
          </a:xfrm>
          <a:prstGeom prst="rect">
            <a:avLst/>
          </a:prstGeom>
          <a:ln>
            <a:noFill/>
          </a:ln>
        </p:spPr>
        <p:txBody>
          <a:bodyPr wrap="square" lIns="36000" tIns="36000" rIns="36000" bIns="36000">
            <a:spAutoFit/>
          </a:bodyPr>
          <a:lstStyle>
            <a:lvl1pPr>
              <a:lnSpc>
                <a:spcPct val="100000"/>
              </a:lnSpc>
              <a:spcBef>
                <a:spcPts val="0"/>
              </a:spcBef>
              <a:spcAft>
                <a:spcPts val="0"/>
              </a:spcAft>
              <a:defRPr sz="700">
                <a:solidFill>
                  <a:schemeClr val="accent6"/>
                </a:solidFill>
              </a:defRPr>
            </a:lvl1pPr>
          </a:lstStyle>
          <a:p>
            <a:pPr lvl="0"/>
            <a:r>
              <a:rPr lang="en-US" noProof="0"/>
              <a:t>Information Type:</a:t>
            </a:r>
            <a:br>
              <a:rPr lang="en-US" noProof="0"/>
            </a:br>
            <a:r>
              <a:rPr lang="en-US" noProof="0"/>
              <a:t>Company:  </a:t>
            </a:r>
            <a:br>
              <a:rPr lang="en-US" noProof="0"/>
            </a:br>
            <a:r>
              <a:rPr lang="en-US" noProof="0"/>
              <a:t>Information Owner:</a:t>
            </a:r>
          </a:p>
        </p:txBody>
      </p:sp>
    </p:spTree>
    <p:extLst>
      <p:ext uri="{BB962C8B-B14F-4D97-AF65-F5344CB8AC3E}">
        <p14:creationId xmlns:p14="http://schemas.microsoft.com/office/powerpoint/2010/main" val="31856004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_Cover_Light_Image Bottom">
    <p:bg>
      <p:bgPr>
        <a:solidFill>
          <a:schemeClr val="tx1"/>
        </a:solidFill>
        <a:effectLst/>
      </p:bgPr>
    </p:bg>
    <p:spTree>
      <p:nvGrpSpPr>
        <p:cNvPr id="1" name=""/>
        <p:cNvGrpSpPr/>
        <p:nvPr/>
      </p:nvGrpSpPr>
      <p:grpSpPr>
        <a:xfrm>
          <a:off x="0" y="0"/>
          <a:ext cx="0" cy="0"/>
          <a:chOff x="0" y="0"/>
          <a:chExt cx="0" cy="0"/>
        </a:xfrm>
      </p:grpSpPr>
      <p:sp>
        <p:nvSpPr>
          <p:cNvPr id="11" name="Text Placeholder 20">
            <a:extLst>
              <a:ext uri="{FF2B5EF4-FFF2-40B4-BE49-F238E27FC236}">
                <a16:creationId xmlns:a16="http://schemas.microsoft.com/office/drawing/2014/main" id="{4C066D7D-0D2A-E525-7A09-B865124FD30F}"/>
              </a:ext>
            </a:extLst>
          </p:cNvPr>
          <p:cNvSpPr>
            <a:spLocks noGrp="1"/>
          </p:cNvSpPr>
          <p:nvPr>
            <p:ph type="body" sz="quarter" idx="17"/>
          </p:nvPr>
        </p:nvSpPr>
        <p:spPr bwMode="gray">
          <a:xfrm>
            <a:off x="0" y="3352800"/>
            <a:ext cx="12192000" cy="3505200"/>
          </a:xfrm>
          <a:prstGeom prst="rect">
            <a:avLst/>
          </a:prstGeom>
          <a:solidFill>
            <a:srgbClr val="050D24">
              <a:alpha val="57647"/>
            </a:srgbClr>
          </a:solidFill>
        </p:spPr>
        <p:txBody>
          <a:bodyPr/>
          <a:lstStyle>
            <a:lvl1pPr>
              <a:defRPr>
                <a:noFill/>
              </a:defRPr>
            </a:lvl1pPr>
            <a:lvl2pPr>
              <a:defRPr>
                <a:noFill/>
              </a:defRPr>
            </a:lvl2pPr>
            <a:lvl3pPr marL="914400" indent="0">
              <a:buNone/>
              <a:defRPr>
                <a:noFill/>
              </a:defRPr>
            </a:lvl3pPr>
            <a:lvl4pPr marL="1371600" indent="0">
              <a:buNone/>
              <a:defRPr>
                <a:noFill/>
              </a:defRPr>
            </a:lvl4pPr>
            <a:lvl5pPr marL="1828800" indent="0">
              <a:buNone/>
              <a:defRPr>
                <a:noFill/>
              </a:defRPr>
            </a:lvl5pPr>
          </a:lstStyle>
          <a:p>
            <a:pPr lvl="0"/>
            <a:r>
              <a:rPr lang="en-US"/>
              <a:t>Click to edit Master text styles</a:t>
            </a:r>
          </a:p>
        </p:txBody>
      </p:sp>
      <p:sp>
        <p:nvSpPr>
          <p:cNvPr id="6" name="Picture Placeholder 4">
            <a:extLst>
              <a:ext uri="{FF2B5EF4-FFF2-40B4-BE49-F238E27FC236}">
                <a16:creationId xmlns:a16="http://schemas.microsoft.com/office/drawing/2014/main" id="{64ED725C-5701-90B3-92A2-BAE98517DD4F}"/>
              </a:ext>
            </a:extLst>
          </p:cNvPr>
          <p:cNvSpPr>
            <a:spLocks noGrp="1"/>
          </p:cNvSpPr>
          <p:nvPr>
            <p:ph type="pic" sz="quarter" idx="13" hasCustomPrompt="1"/>
          </p:nvPr>
        </p:nvSpPr>
        <p:spPr bwMode="gray">
          <a:xfrm>
            <a:off x="0" y="3352800"/>
            <a:ext cx="12192000" cy="3509682"/>
          </a:xfrm>
          <a:prstGeom prst="rect">
            <a:avLst/>
          </a:prstGeom>
          <a:solidFill>
            <a:schemeClr val="accent6">
              <a:lumMod val="60000"/>
              <a:lumOff val="40000"/>
            </a:schemeClr>
          </a:solidFill>
        </p:spPr>
        <p:txBody>
          <a:bodyPr lIns="0" tIns="0" rIns="0" bIns="0" anchor="ctr"/>
          <a:lstStyle>
            <a:lvl1pPr marL="0" indent="0" algn="ctr">
              <a:buFontTx/>
              <a:buNone/>
              <a:defRPr sz="2400">
                <a:solidFill>
                  <a:schemeClr val="tx2"/>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a:t>Click to add image.</a:t>
            </a:r>
            <a:br>
              <a:rPr lang="en-US"/>
            </a:br>
            <a:r>
              <a:rPr lang="en-US"/>
              <a:t>Then Reorder: Send to back</a:t>
            </a:r>
          </a:p>
        </p:txBody>
      </p:sp>
      <p:sp>
        <p:nvSpPr>
          <p:cNvPr id="9" name="SubTitle">
            <a:extLst>
              <a:ext uri="{FF2B5EF4-FFF2-40B4-BE49-F238E27FC236}">
                <a16:creationId xmlns:a16="http://schemas.microsoft.com/office/drawing/2014/main" id="{F84AF061-2BD7-B395-13B3-8F8BF417226F}"/>
              </a:ext>
            </a:extLst>
          </p:cNvPr>
          <p:cNvSpPr>
            <a:spLocks noGrp="1"/>
          </p:cNvSpPr>
          <p:nvPr>
            <p:ph type="body" sz="quarter" idx="16" hasCustomPrompt="1"/>
          </p:nvPr>
        </p:nvSpPr>
        <p:spPr bwMode="gray">
          <a:xfrm>
            <a:off x="371475" y="2050182"/>
            <a:ext cx="11449049" cy="609600"/>
          </a:xfrm>
          <a:prstGeom prst="rect">
            <a:avLst/>
          </a:prstGeom>
        </p:spPr>
        <p:txBody>
          <a:bodyPr lIns="0" rIns="0"/>
          <a:lstStyle>
            <a:lvl1pPr marL="0" indent="0">
              <a:lnSpc>
                <a:spcPct val="100000"/>
              </a:lnSpc>
              <a:spcAft>
                <a:spcPts val="0"/>
              </a:spcAft>
              <a:buFont typeface="Arial" panose="020B0604020202020204" pitchFamily="34" charset="0"/>
              <a:buNone/>
              <a:defRPr sz="2000">
                <a:solidFill>
                  <a:schemeClr val="bg1"/>
                </a:solidFill>
              </a:defRPr>
            </a:lvl1pPr>
            <a:lvl2pPr marL="457200" indent="0">
              <a:buFont typeface="Arial" panose="020B0604020202020204" pitchFamily="34" charset="0"/>
              <a:buNone/>
              <a:defRPr/>
            </a:lvl2pPr>
            <a:lvl3pPr marL="914400" indent="0">
              <a:buNone/>
              <a:defRPr/>
            </a:lvl3pPr>
            <a:lvl4pPr marL="1371600" indent="0">
              <a:buNone/>
              <a:defRPr/>
            </a:lvl4pPr>
            <a:lvl5pPr marL="1828800" indent="0">
              <a:buNone/>
              <a:defRPr/>
            </a:lvl5pPr>
          </a:lstStyle>
          <a:p>
            <a:pPr lvl="0"/>
            <a:r>
              <a:rPr lang="en-US"/>
              <a:t>Click to enter the subtitle text</a:t>
            </a:r>
          </a:p>
        </p:txBody>
      </p:sp>
      <p:sp>
        <p:nvSpPr>
          <p:cNvPr id="7" name="MainTitle">
            <a:extLst>
              <a:ext uri="{FF2B5EF4-FFF2-40B4-BE49-F238E27FC236}">
                <a16:creationId xmlns:a16="http://schemas.microsoft.com/office/drawing/2014/main" id="{6B8D68FD-3EFC-86B8-83A6-942558B1B307}"/>
              </a:ext>
            </a:extLst>
          </p:cNvPr>
          <p:cNvSpPr>
            <a:spLocks noGrp="1"/>
          </p:cNvSpPr>
          <p:nvPr>
            <p:ph type="title" hasCustomPrompt="1"/>
          </p:nvPr>
        </p:nvSpPr>
        <p:spPr bwMode="gray">
          <a:xfrm>
            <a:off x="371475" y="1412875"/>
            <a:ext cx="11449050" cy="651610"/>
          </a:xfrm>
        </p:spPr>
        <p:txBody>
          <a:bodyPr/>
          <a:lstStyle>
            <a:lvl1pPr>
              <a:defRPr sz="4400" b="0">
                <a:solidFill>
                  <a:schemeClr val="bg1"/>
                </a:solidFill>
              </a:defRPr>
            </a:lvl1pPr>
          </a:lstStyle>
          <a:p>
            <a:r>
              <a:rPr lang="en-US"/>
              <a:t>Click to edit title</a:t>
            </a:r>
          </a:p>
        </p:txBody>
      </p:sp>
      <p:sp>
        <p:nvSpPr>
          <p:cNvPr id="14" name="Innovation Curve Over">
            <a:extLst>
              <a:ext uri="{FF2B5EF4-FFF2-40B4-BE49-F238E27FC236}">
                <a16:creationId xmlns:a16="http://schemas.microsoft.com/office/drawing/2014/main" id="{0E296AC8-E4D5-3A7F-3C42-CC289AAB1E6B}"/>
              </a:ext>
              <a:ext uri="{C183D7F6-B498-43B3-948B-1728B52AA6E4}">
                <adec:decorative xmlns:adec="http://schemas.microsoft.com/office/drawing/2017/decorative" val="1"/>
              </a:ext>
            </a:extLst>
          </p:cNvPr>
          <p:cNvSpPr>
            <a:spLocks noGrp="1"/>
          </p:cNvSpPr>
          <p:nvPr>
            <p:ph type="body" sz="quarter" idx="22"/>
          </p:nvPr>
        </p:nvSpPr>
        <p:spPr bwMode="gray">
          <a:xfrm>
            <a:off x="9067800" y="3733800"/>
            <a:ext cx="2741663" cy="2743200"/>
          </a:xfrm>
          <a:prstGeom prst="rect">
            <a:avLst/>
          </a:prstGeom>
          <a:blipFill>
            <a:blip r:embed="rId2" cstate="screen">
              <a:extLst>
                <a:ext uri="{28A0092B-C50C-407E-A947-70E740481C1C}">
                  <a14:useLocalDpi xmlns:a14="http://schemas.microsoft.com/office/drawing/2010/main"/>
                </a:ext>
              </a:extLst>
            </a:blip>
            <a:stretch>
              <a:fillRect/>
            </a:stretch>
          </a:blipFill>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10" name="Date Placeholder 3">
            <a:extLst>
              <a:ext uri="{FF2B5EF4-FFF2-40B4-BE49-F238E27FC236}">
                <a16:creationId xmlns:a16="http://schemas.microsoft.com/office/drawing/2014/main" id="{C245BFAB-6256-BF35-C9F5-6D558800765A}"/>
              </a:ext>
            </a:extLst>
          </p:cNvPr>
          <p:cNvSpPr>
            <a:spLocks noGrp="1"/>
          </p:cNvSpPr>
          <p:nvPr>
            <p:ph type="dt" sz="half" idx="2"/>
          </p:nvPr>
        </p:nvSpPr>
        <p:spPr bwMode="gray">
          <a:xfrm>
            <a:off x="11026140" y="3147301"/>
            <a:ext cx="794384" cy="88901"/>
          </a:xfrm>
          <a:prstGeom prst="rect">
            <a:avLst/>
          </a:prstGeom>
          <a:ln>
            <a:noFill/>
          </a:ln>
        </p:spPr>
        <p:txBody>
          <a:bodyPr vert="horz" lIns="0" tIns="0" rIns="0" bIns="0" rtlCol="0" anchor="ctr">
            <a:noAutofit/>
          </a:bodyPr>
          <a:lstStyle>
            <a:lvl1pPr algn="r">
              <a:lnSpc>
                <a:spcPct val="100000"/>
              </a:lnSpc>
              <a:defRPr sz="1000">
                <a:solidFill>
                  <a:schemeClr val="accent6"/>
                </a:solidFill>
              </a:defRPr>
            </a:lvl1pPr>
          </a:lstStyle>
          <a:p>
            <a:endParaRPr lang="en-US"/>
          </a:p>
        </p:txBody>
      </p:sp>
      <p:sp>
        <p:nvSpPr>
          <p:cNvPr id="15" name="Footer Placeholder 4">
            <a:extLst>
              <a:ext uri="{FF2B5EF4-FFF2-40B4-BE49-F238E27FC236}">
                <a16:creationId xmlns:a16="http://schemas.microsoft.com/office/drawing/2014/main" id="{F45B6080-7233-0809-75A8-E904530DE071}"/>
              </a:ext>
            </a:extLst>
          </p:cNvPr>
          <p:cNvSpPr>
            <a:spLocks noGrp="1"/>
          </p:cNvSpPr>
          <p:nvPr>
            <p:ph type="ftr" sz="quarter" idx="3"/>
          </p:nvPr>
        </p:nvSpPr>
        <p:spPr bwMode="gray">
          <a:xfrm>
            <a:off x="371475" y="3147301"/>
            <a:ext cx="5123498" cy="88901"/>
          </a:xfrm>
          <a:prstGeom prst="rect">
            <a:avLst/>
          </a:prstGeom>
          <a:ln>
            <a:noFill/>
          </a:ln>
        </p:spPr>
        <p:txBody>
          <a:bodyPr vert="horz" lIns="0" tIns="0" rIns="0" bIns="0" rtlCol="0" anchor="ctr">
            <a:noAutofit/>
          </a:bodyPr>
          <a:lstStyle>
            <a:lvl1pPr algn="l">
              <a:lnSpc>
                <a:spcPct val="100000"/>
              </a:lnSpc>
              <a:defRPr sz="1000">
                <a:solidFill>
                  <a:schemeClr val="accent6"/>
                </a:solidFill>
              </a:defRPr>
            </a:lvl1pPr>
          </a:lstStyle>
          <a:p>
            <a:r>
              <a:rPr lang="en-US"/>
              <a:t>© </a:t>
            </a:r>
            <a:fld id="{56C83018-F8F2-4A30-A145-7E389ADDE47D}" type="datetimeyyyy">
              <a:rPr lang="en-US" smtClean="0"/>
              <a:pPr/>
              <a:t>2026</a:t>
            </a:fld>
            <a:r>
              <a:rPr lang="en-US"/>
              <a:t> NTT DATA Business Solutions</a:t>
            </a:r>
          </a:p>
        </p:txBody>
      </p:sp>
      <p:pic>
        <p:nvPicPr>
          <p:cNvPr id="4" name="NTT DATA Global Logo">
            <a:extLst>
              <a:ext uri="{FF2B5EF4-FFF2-40B4-BE49-F238E27FC236}">
                <a16:creationId xmlns:a16="http://schemas.microsoft.com/office/drawing/2014/main" id="{93955C0C-38C4-366F-0C4D-7A71C122ED79}"/>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bwMode="gray">
          <a:xfrm>
            <a:off x="371475" y="320040"/>
            <a:ext cx="1959942" cy="399600"/>
          </a:xfrm>
          <a:prstGeom prst="rect">
            <a:avLst/>
          </a:prstGeom>
        </p:spPr>
      </p:pic>
      <p:sp>
        <p:nvSpPr>
          <p:cNvPr id="5" name="Info box">
            <a:extLst>
              <a:ext uri="{FF2B5EF4-FFF2-40B4-BE49-F238E27FC236}">
                <a16:creationId xmlns:a16="http://schemas.microsoft.com/office/drawing/2014/main" id="{4219B810-9C7C-888F-0EA9-5DF76A5618C5}"/>
              </a:ext>
            </a:extLst>
          </p:cNvPr>
          <p:cNvSpPr>
            <a:spLocks noGrp="1"/>
          </p:cNvSpPr>
          <p:nvPr>
            <p:ph sz="quarter" idx="19" hasCustomPrompt="1"/>
          </p:nvPr>
        </p:nvSpPr>
        <p:spPr bwMode="gray">
          <a:xfrm>
            <a:off x="10176832" y="333376"/>
            <a:ext cx="1868023" cy="395869"/>
          </a:xfrm>
          <a:prstGeom prst="rect">
            <a:avLst/>
          </a:prstGeom>
          <a:ln>
            <a:noFill/>
          </a:ln>
        </p:spPr>
        <p:txBody>
          <a:bodyPr wrap="square" lIns="36000" tIns="36000" rIns="36000" bIns="36000">
            <a:spAutoFit/>
          </a:bodyPr>
          <a:lstStyle>
            <a:lvl1pPr>
              <a:lnSpc>
                <a:spcPct val="100000"/>
              </a:lnSpc>
              <a:spcBef>
                <a:spcPts val="0"/>
              </a:spcBef>
              <a:spcAft>
                <a:spcPts val="0"/>
              </a:spcAft>
              <a:defRPr sz="700">
                <a:solidFill>
                  <a:schemeClr val="accent6"/>
                </a:solidFill>
              </a:defRPr>
            </a:lvl1pPr>
          </a:lstStyle>
          <a:p>
            <a:pPr lvl="0"/>
            <a:r>
              <a:rPr lang="en-US" noProof="0"/>
              <a:t>Information Type:</a:t>
            </a:r>
            <a:br>
              <a:rPr lang="en-US" noProof="0"/>
            </a:br>
            <a:r>
              <a:rPr lang="en-US" noProof="0"/>
              <a:t>Company:  </a:t>
            </a:r>
            <a:br>
              <a:rPr lang="en-US" noProof="0"/>
            </a:br>
            <a:r>
              <a:rPr lang="en-US" noProof="0"/>
              <a:t>Information Owner:</a:t>
            </a:r>
          </a:p>
        </p:txBody>
      </p:sp>
    </p:spTree>
    <p:extLst>
      <p:ext uri="{BB962C8B-B14F-4D97-AF65-F5344CB8AC3E}">
        <p14:creationId xmlns:p14="http://schemas.microsoft.com/office/powerpoint/2010/main" val="2166375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_Divider_Image Left Light">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597D1B3A-E1F6-AFF4-3A3F-A37A17CBCB29}"/>
              </a:ext>
            </a:extLst>
          </p:cNvPr>
          <p:cNvSpPr>
            <a:spLocks noGrp="1"/>
          </p:cNvSpPr>
          <p:nvPr>
            <p:ph type="title" hasCustomPrompt="1"/>
          </p:nvPr>
        </p:nvSpPr>
        <p:spPr bwMode="gray">
          <a:xfrm>
            <a:off x="4495800" y="2286000"/>
            <a:ext cx="7315200" cy="3951288"/>
          </a:xfrm>
        </p:spPr>
        <p:txBody>
          <a:bodyPr/>
          <a:lstStyle>
            <a:lvl1pPr>
              <a:defRPr sz="4800">
                <a:solidFill>
                  <a:schemeClr val="bg1"/>
                </a:solidFill>
              </a:defRPr>
            </a:lvl1pPr>
          </a:lstStyle>
          <a:p>
            <a:r>
              <a:rPr lang="en-US"/>
              <a:t>Divider Page Text</a:t>
            </a:r>
          </a:p>
        </p:txBody>
      </p:sp>
      <p:sp>
        <p:nvSpPr>
          <p:cNvPr id="15" name="Section Number">
            <a:extLst>
              <a:ext uri="{FF2B5EF4-FFF2-40B4-BE49-F238E27FC236}">
                <a16:creationId xmlns:a16="http://schemas.microsoft.com/office/drawing/2014/main" id="{353938DB-D71F-BCC9-253A-E90421933DD0}"/>
              </a:ext>
            </a:extLst>
          </p:cNvPr>
          <p:cNvSpPr>
            <a:spLocks noGrp="1"/>
          </p:cNvSpPr>
          <p:nvPr>
            <p:ph type="body" sz="quarter" idx="13" hasCustomPrompt="1"/>
          </p:nvPr>
        </p:nvSpPr>
        <p:spPr bwMode="gray">
          <a:xfrm>
            <a:off x="4495800" y="685800"/>
            <a:ext cx="7315200" cy="1447800"/>
          </a:xfrm>
          <a:prstGeom prst="rect">
            <a:avLst/>
          </a:prstGeom>
        </p:spPr>
        <p:txBody>
          <a:bodyPr lIns="0" tIns="45720" rIns="0"/>
          <a:lstStyle>
            <a:lvl1pPr>
              <a:defRPr lang="en-US" sz="9600" b="1" dirty="0" smtClean="0">
                <a:solidFill>
                  <a:schemeClr val="bg2"/>
                </a:solidFill>
              </a:defRPr>
            </a:lvl1pPr>
          </a:lstStyle>
          <a:p>
            <a:pPr lvl="0">
              <a:lnSpc>
                <a:spcPct val="100000"/>
              </a:lnSpc>
            </a:pPr>
            <a:r>
              <a:rPr lang="en-US"/>
              <a:t>#</a:t>
            </a:r>
          </a:p>
        </p:txBody>
      </p:sp>
      <p:sp>
        <p:nvSpPr>
          <p:cNvPr id="16" name="Picture Placeholder 4">
            <a:extLst>
              <a:ext uri="{FF2B5EF4-FFF2-40B4-BE49-F238E27FC236}">
                <a16:creationId xmlns:a16="http://schemas.microsoft.com/office/drawing/2014/main" id="{CBAA2EA5-06E3-8691-22FA-AE783265C861}"/>
              </a:ext>
            </a:extLst>
          </p:cNvPr>
          <p:cNvSpPr>
            <a:spLocks noGrp="1"/>
          </p:cNvSpPr>
          <p:nvPr>
            <p:ph type="pic" sz="quarter" idx="12" hasCustomPrompt="1"/>
          </p:nvPr>
        </p:nvSpPr>
        <p:spPr bwMode="gray">
          <a:xfrm>
            <a:off x="0" y="0"/>
            <a:ext cx="4038600" cy="6858000"/>
          </a:xfrm>
          <a:prstGeom prst="rect">
            <a:avLst/>
          </a:prstGeom>
          <a:solidFill>
            <a:schemeClr val="accent6"/>
          </a:solidFill>
        </p:spPr>
        <p:txBody>
          <a:bodyPr tIns="2743200"/>
          <a:lstStyle>
            <a:lvl1pPr marL="0" indent="0" algn="ctr">
              <a:buNone/>
              <a:defRPr sz="2000">
                <a:solidFill>
                  <a:schemeClr val="bg1"/>
                </a:solidFill>
              </a:defRPr>
            </a:lvl1pPr>
          </a:lstStyle>
          <a:p>
            <a:r>
              <a:rPr lang="en-US"/>
              <a:t>Click to add picture</a:t>
            </a:r>
          </a:p>
        </p:txBody>
      </p:sp>
      <p:sp>
        <p:nvSpPr>
          <p:cNvPr id="6" name="Text Placeholder 5">
            <a:extLst>
              <a:ext uri="{FF2B5EF4-FFF2-40B4-BE49-F238E27FC236}">
                <a16:creationId xmlns:a16="http://schemas.microsoft.com/office/drawing/2014/main" id="{84E201FA-14DE-26F5-5B59-34540918F7C3}"/>
              </a:ext>
            </a:extLst>
          </p:cNvPr>
          <p:cNvSpPr>
            <a:spLocks noGrp="1"/>
          </p:cNvSpPr>
          <p:nvPr>
            <p:ph type="body" sz="quarter" idx="27" hasCustomPrompt="1"/>
          </p:nvPr>
        </p:nvSpPr>
        <p:spPr bwMode="gray">
          <a:xfrm>
            <a:off x="0" y="5202000"/>
            <a:ext cx="4038600" cy="1656000"/>
          </a:xfrm>
          <a:gradFill>
            <a:gsLst>
              <a:gs pos="0">
                <a:schemeClr val="bg1"/>
              </a:gs>
              <a:gs pos="80000">
                <a:schemeClr val="bg1">
                  <a:alpha val="0"/>
                </a:schemeClr>
              </a:gs>
            </a:gsLst>
            <a:lin ang="16200000" scaled="1"/>
          </a:gradFill>
        </p:spPr>
        <p:txBody>
          <a:bodyPr vert="horz" wrap="square" lIns="0" tIns="0" rIns="0" bIns="0" rtlCol="0">
            <a:noAutofit/>
          </a:bodyPr>
          <a:lstStyle>
            <a:lvl1pPr>
              <a:defRPr lang="en-US" sz="100" dirty="0">
                <a:solidFill>
                  <a:schemeClr val="bg1"/>
                </a:solidFill>
              </a:defRPr>
            </a:lvl1pPr>
          </a:lstStyle>
          <a:p>
            <a:pPr lvl="0"/>
            <a:r>
              <a:rPr lang="en-US"/>
              <a:t> </a:t>
            </a:r>
          </a:p>
        </p:txBody>
      </p:sp>
      <p:sp>
        <p:nvSpPr>
          <p:cNvPr id="4" name="Footer Placeholder 4">
            <a:extLst>
              <a:ext uri="{FF2B5EF4-FFF2-40B4-BE49-F238E27FC236}">
                <a16:creationId xmlns:a16="http://schemas.microsoft.com/office/drawing/2014/main" id="{07D78CB3-8E2A-426A-73F0-19178ABAAB0D}"/>
              </a:ext>
            </a:extLst>
          </p:cNvPr>
          <p:cNvSpPr>
            <a:spLocks noGrp="1"/>
          </p:cNvSpPr>
          <p:nvPr>
            <p:ph type="ftr" sz="quarter" idx="3"/>
          </p:nvPr>
        </p:nvSpPr>
        <p:spPr bwMode="gray">
          <a:xfrm>
            <a:off x="4495800" y="6563358"/>
            <a:ext cx="3202940"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a:t>
            </a:r>
            <a:fld id="{71BE9290-62D0-4286-852A-07D9B5E08909}" type="datetimeyyyy">
              <a:rPr lang="en-US" smtClean="0"/>
              <a:pPr/>
              <a:t>2026</a:t>
            </a:fld>
            <a:r>
              <a:rPr lang="en-US"/>
              <a:t> NTT DATA Business Solutions</a:t>
            </a:r>
          </a:p>
        </p:txBody>
      </p:sp>
      <p:sp>
        <p:nvSpPr>
          <p:cNvPr id="5" name="Slide Number Placeholder 5">
            <a:extLst>
              <a:ext uri="{FF2B5EF4-FFF2-40B4-BE49-F238E27FC236}">
                <a16:creationId xmlns:a16="http://schemas.microsoft.com/office/drawing/2014/main" id="{90D19329-B7C0-CE48-A2F3-05D87FD03717}"/>
              </a:ext>
            </a:extLst>
          </p:cNvPr>
          <p:cNvSpPr>
            <a:spLocks noGrp="1"/>
          </p:cNvSpPr>
          <p:nvPr>
            <p:ph type="sldNum" sz="quarter" idx="4"/>
          </p:nvPr>
        </p:nvSpPr>
        <p:spPr bwMode="gray">
          <a:xfrm>
            <a:off x="7777162"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pic>
        <p:nvPicPr>
          <p:cNvPr id="2" name="Grafik 1" descr="NTT DATA Logo">
            <a:extLst>
              <a:ext uri="{FF2B5EF4-FFF2-40B4-BE49-F238E27FC236}">
                <a16:creationId xmlns:a16="http://schemas.microsoft.com/office/drawing/2014/main" id="{2BB7E7E5-3EAF-0D6A-4BE7-B4490F5A534E}"/>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75623"/>
            <a:ext cx="1288971" cy="262800"/>
          </a:xfrm>
          <a:prstGeom prst="rect">
            <a:avLst/>
          </a:prstGeom>
        </p:spPr>
      </p:pic>
    </p:spTree>
    <p:extLst>
      <p:ext uri="{BB962C8B-B14F-4D97-AF65-F5344CB8AC3E}">
        <p14:creationId xmlns:p14="http://schemas.microsoft.com/office/powerpoint/2010/main" val="42421131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_Divider_InnovationCurve on Right Light">
    <p:bg>
      <p:bgPr>
        <a:solidFill>
          <a:schemeClr val="tx1"/>
        </a:solidFill>
        <a:effectLst/>
      </p:bgPr>
    </p:bg>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597D1B3A-E1F6-AFF4-3A3F-A37A17CBCB29}"/>
              </a:ext>
            </a:extLst>
          </p:cNvPr>
          <p:cNvSpPr>
            <a:spLocks noGrp="1"/>
          </p:cNvSpPr>
          <p:nvPr>
            <p:ph type="title" hasCustomPrompt="1"/>
          </p:nvPr>
        </p:nvSpPr>
        <p:spPr bwMode="gray">
          <a:xfrm>
            <a:off x="371475" y="2286000"/>
            <a:ext cx="7315200" cy="3886200"/>
          </a:xfrm>
        </p:spPr>
        <p:txBody>
          <a:bodyPr/>
          <a:lstStyle>
            <a:lvl1pPr>
              <a:defRPr sz="4000">
                <a:solidFill>
                  <a:schemeClr val="bg1"/>
                </a:solidFill>
              </a:defRPr>
            </a:lvl1pPr>
          </a:lstStyle>
          <a:p>
            <a:r>
              <a:rPr lang="en-US"/>
              <a:t>Divider Page</a:t>
            </a:r>
          </a:p>
        </p:txBody>
      </p:sp>
      <p:sp>
        <p:nvSpPr>
          <p:cNvPr id="15" name="Section Number">
            <a:extLst>
              <a:ext uri="{FF2B5EF4-FFF2-40B4-BE49-F238E27FC236}">
                <a16:creationId xmlns:a16="http://schemas.microsoft.com/office/drawing/2014/main" id="{353938DB-D71F-BCC9-253A-E90421933DD0}"/>
              </a:ext>
            </a:extLst>
          </p:cNvPr>
          <p:cNvSpPr>
            <a:spLocks noGrp="1"/>
          </p:cNvSpPr>
          <p:nvPr>
            <p:ph type="body" sz="quarter" idx="13" hasCustomPrompt="1"/>
          </p:nvPr>
        </p:nvSpPr>
        <p:spPr bwMode="gray">
          <a:xfrm>
            <a:off x="371475" y="685800"/>
            <a:ext cx="7315200" cy="1447800"/>
          </a:xfrm>
          <a:prstGeom prst="rect">
            <a:avLst/>
          </a:prstGeom>
        </p:spPr>
        <p:txBody>
          <a:bodyPr lIns="0" tIns="45720" rIns="0"/>
          <a:lstStyle>
            <a:lvl1pPr>
              <a:defRPr lang="en-US" sz="9600" b="1" dirty="0" smtClean="0">
                <a:solidFill>
                  <a:schemeClr val="bg2"/>
                </a:solidFill>
              </a:defRPr>
            </a:lvl1pPr>
          </a:lstStyle>
          <a:p>
            <a:pPr lvl="0">
              <a:lnSpc>
                <a:spcPct val="100000"/>
              </a:lnSpc>
            </a:pPr>
            <a:r>
              <a:rPr lang="en-US"/>
              <a:t>#</a:t>
            </a:r>
          </a:p>
        </p:txBody>
      </p:sp>
      <p:sp>
        <p:nvSpPr>
          <p:cNvPr id="4" name="Footer Placeholder 4">
            <a:extLst>
              <a:ext uri="{FF2B5EF4-FFF2-40B4-BE49-F238E27FC236}">
                <a16:creationId xmlns:a16="http://schemas.microsoft.com/office/drawing/2014/main" id="{07D78CB3-8E2A-426A-73F0-19178ABAAB0D}"/>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a:t>
            </a:r>
            <a:fld id="{EDF392D2-40E0-4EAB-B846-4B19B3613C64}" type="datetimeyyyy">
              <a:rPr lang="en-US" smtClean="0"/>
              <a:pPr/>
              <a:t>2026</a:t>
            </a:fld>
            <a:r>
              <a:rPr lang="en-US"/>
              <a:t> NTT DATA Business Solutions</a:t>
            </a:r>
          </a:p>
        </p:txBody>
      </p:sp>
      <p:sp>
        <p:nvSpPr>
          <p:cNvPr id="5" name="Slide Number Placeholder 5">
            <a:extLst>
              <a:ext uri="{FF2B5EF4-FFF2-40B4-BE49-F238E27FC236}">
                <a16:creationId xmlns:a16="http://schemas.microsoft.com/office/drawing/2014/main" id="{90D19329-B7C0-CE48-A2F3-05D87FD03717}"/>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pic>
        <p:nvPicPr>
          <p:cNvPr id="17" name="Picture 6">
            <a:extLst>
              <a:ext uri="{FF2B5EF4-FFF2-40B4-BE49-F238E27FC236}">
                <a16:creationId xmlns:a16="http://schemas.microsoft.com/office/drawing/2014/main" id="{8E54CF47-5670-1E36-A01C-CE6BD5FD4ECA}"/>
              </a:ext>
            </a:extLst>
          </p:cNvPr>
          <p:cNvPicPr>
            <a:picLocks noChangeAspect="1"/>
          </p:cNvPicPr>
          <p:nvPr userDrawn="1"/>
        </p:nvPicPr>
        <p:blipFill>
          <a:blip r:embed="rId2" cstate="screen">
            <a:alphaModFix amt="30000"/>
            <a:extLst>
              <a:ext uri="{28A0092B-C50C-407E-A947-70E740481C1C}">
                <a14:useLocalDpi xmlns:a14="http://schemas.microsoft.com/office/drawing/2010/main"/>
              </a:ext>
            </a:extLst>
          </a:blip>
          <a:stretch>
            <a:fillRect/>
          </a:stretch>
        </p:blipFill>
        <p:spPr bwMode="gray">
          <a:xfrm>
            <a:off x="8070773" y="2431973"/>
            <a:ext cx="3740227" cy="3740227"/>
          </a:xfrm>
          <a:prstGeom prst="rect">
            <a:avLst/>
          </a:prstGeom>
        </p:spPr>
      </p:pic>
      <p:pic>
        <p:nvPicPr>
          <p:cNvPr id="2" name="Grafik 1" descr="NTT DATA Logo">
            <a:extLst>
              <a:ext uri="{FF2B5EF4-FFF2-40B4-BE49-F238E27FC236}">
                <a16:creationId xmlns:a16="http://schemas.microsoft.com/office/drawing/2014/main" id="{85A5CA48-7C79-E822-4683-1F80C688BD5D}"/>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bwMode="gray">
          <a:xfrm>
            <a:off x="10531554" y="6466997"/>
            <a:ext cx="1288971" cy="262800"/>
          </a:xfrm>
          <a:prstGeom prst="rect">
            <a:avLst/>
          </a:prstGeom>
        </p:spPr>
      </p:pic>
    </p:spTree>
    <p:extLst>
      <p:ext uri="{BB962C8B-B14F-4D97-AF65-F5344CB8AC3E}">
        <p14:creationId xmlns:p14="http://schemas.microsoft.com/office/powerpoint/2010/main" val="34828296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_Divider_Innovation Curve Image Left Ligh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725B5FD-E0E9-1E4B-5EFE-D46E0910A6CB}"/>
              </a:ext>
            </a:extLst>
          </p:cNvPr>
          <p:cNvSpPr>
            <a:spLocks noGrp="1"/>
          </p:cNvSpPr>
          <p:nvPr>
            <p:ph type="title" hasCustomPrompt="1"/>
          </p:nvPr>
        </p:nvSpPr>
        <p:spPr bwMode="gray">
          <a:xfrm>
            <a:off x="4495800" y="2433116"/>
            <a:ext cx="7315200" cy="3739084"/>
          </a:xfrm>
        </p:spPr>
        <p:txBody>
          <a:bodyPr/>
          <a:lstStyle>
            <a:lvl1pPr>
              <a:defRPr sz="4000">
                <a:solidFill>
                  <a:schemeClr val="bg1"/>
                </a:solidFill>
              </a:defRPr>
            </a:lvl1pPr>
          </a:lstStyle>
          <a:p>
            <a:r>
              <a:rPr lang="en-US"/>
              <a:t>Divider Page</a:t>
            </a:r>
          </a:p>
        </p:txBody>
      </p:sp>
      <p:sp>
        <p:nvSpPr>
          <p:cNvPr id="12" name="Section Number">
            <a:extLst>
              <a:ext uri="{FF2B5EF4-FFF2-40B4-BE49-F238E27FC236}">
                <a16:creationId xmlns:a16="http://schemas.microsoft.com/office/drawing/2014/main" id="{4337322C-F1A6-A8D5-2662-80C365ECE1C8}"/>
              </a:ext>
            </a:extLst>
          </p:cNvPr>
          <p:cNvSpPr>
            <a:spLocks noGrp="1"/>
          </p:cNvSpPr>
          <p:nvPr>
            <p:ph type="body" sz="quarter" idx="12" hasCustomPrompt="1"/>
          </p:nvPr>
        </p:nvSpPr>
        <p:spPr bwMode="gray">
          <a:xfrm>
            <a:off x="4495800" y="685800"/>
            <a:ext cx="7315200" cy="1447800"/>
          </a:xfrm>
          <a:prstGeom prst="rect">
            <a:avLst/>
          </a:prstGeom>
        </p:spPr>
        <p:txBody>
          <a:bodyPr lIns="0" tIns="45720" rIns="0"/>
          <a:lstStyle>
            <a:lvl1pPr>
              <a:defRPr lang="en-US" sz="9600" b="1" dirty="0" smtClean="0">
                <a:solidFill>
                  <a:schemeClr val="bg2"/>
                </a:solidFill>
              </a:defRPr>
            </a:lvl1pPr>
          </a:lstStyle>
          <a:p>
            <a:pPr lvl="0">
              <a:lnSpc>
                <a:spcPct val="100000"/>
              </a:lnSpc>
            </a:pPr>
            <a:r>
              <a:rPr lang="en-US"/>
              <a:t>#</a:t>
            </a:r>
          </a:p>
        </p:txBody>
      </p:sp>
      <p:sp>
        <p:nvSpPr>
          <p:cNvPr id="13" name="Slide Number Placeholder 5">
            <a:extLst>
              <a:ext uri="{FF2B5EF4-FFF2-40B4-BE49-F238E27FC236}">
                <a16:creationId xmlns:a16="http://schemas.microsoft.com/office/drawing/2014/main" id="{5ACFAEF6-C002-CEF8-D12E-35B10EFF2EE1}"/>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pic>
        <p:nvPicPr>
          <p:cNvPr id="14" name="Picture 6">
            <a:extLst>
              <a:ext uri="{FF2B5EF4-FFF2-40B4-BE49-F238E27FC236}">
                <a16:creationId xmlns:a16="http://schemas.microsoft.com/office/drawing/2014/main" id="{AE44EF5E-6648-1398-B4E7-717D749EE98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gray">
          <a:xfrm>
            <a:off x="394575" y="2447060"/>
            <a:ext cx="3718800" cy="3718800"/>
          </a:xfrm>
          <a:prstGeom prst="rect">
            <a:avLst/>
          </a:prstGeom>
        </p:spPr>
      </p:pic>
      <p:sp>
        <p:nvSpPr>
          <p:cNvPr id="15" name="Picture Placeholder 9">
            <a:extLst>
              <a:ext uri="{FF2B5EF4-FFF2-40B4-BE49-F238E27FC236}">
                <a16:creationId xmlns:a16="http://schemas.microsoft.com/office/drawing/2014/main" id="{C74CB7FF-BF38-583F-EB84-775D76F699B8}"/>
              </a:ext>
            </a:extLst>
          </p:cNvPr>
          <p:cNvSpPr>
            <a:spLocks noGrp="1"/>
          </p:cNvSpPr>
          <p:nvPr>
            <p:ph type="pic" sz="quarter" idx="17" hasCustomPrompt="1"/>
          </p:nvPr>
        </p:nvSpPr>
        <p:spPr bwMode="gray">
          <a:xfrm>
            <a:off x="371475" y="2447060"/>
            <a:ext cx="3718800" cy="3718800"/>
          </a:xfrm>
          <a:custGeom>
            <a:avLst/>
            <a:gdLst>
              <a:gd name="connsiteX0" fmla="*/ 1704548 w 5267271"/>
              <a:gd name="connsiteY0" fmla="*/ 0 h 5272719"/>
              <a:gd name="connsiteX1" fmla="*/ 3527745 w 5267271"/>
              <a:gd name="connsiteY1" fmla="*/ 1774521 h 5272719"/>
              <a:gd name="connsiteX2" fmla="*/ 5267271 w 5267271"/>
              <a:gd name="connsiteY2" fmla="*/ 5269498 h 5272719"/>
              <a:gd name="connsiteX3" fmla="*/ 3509088 w 5267271"/>
              <a:gd name="connsiteY3" fmla="*/ 5269044 h 5272719"/>
              <a:gd name="connsiteX4" fmla="*/ 1794302 w 5267271"/>
              <a:gd name="connsiteY4" fmla="*/ 1858626 h 5272719"/>
              <a:gd name="connsiteX5" fmla="*/ 1794667 w 5267271"/>
              <a:gd name="connsiteY5" fmla="*/ 5270472 h 5272719"/>
              <a:gd name="connsiteX6" fmla="*/ 0 w 5267271"/>
              <a:gd name="connsiteY6" fmla="*/ 5272719 h 5272719"/>
              <a:gd name="connsiteX7" fmla="*/ 3384 w 5267271"/>
              <a:gd name="connsiteY7" fmla="*/ 1714773 h 5272719"/>
              <a:gd name="connsiteX8" fmla="*/ 569360 w 5267271"/>
              <a:gd name="connsiteY8" fmla="*/ 333790 h 5272719"/>
              <a:gd name="connsiteX9" fmla="*/ 1704548 w 5267271"/>
              <a:gd name="connsiteY9" fmla="*/ 0 h 527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67271" h="5272719">
                <a:moveTo>
                  <a:pt x="1704548" y="0"/>
                </a:moveTo>
                <a:cubicBezTo>
                  <a:pt x="2442328" y="19929"/>
                  <a:pt x="2925708" y="438914"/>
                  <a:pt x="3527745" y="1774521"/>
                </a:cubicBezTo>
                <a:lnTo>
                  <a:pt x="5267271" y="5269498"/>
                </a:lnTo>
                <a:lnTo>
                  <a:pt x="3509088" y="5269044"/>
                </a:lnTo>
                <a:cubicBezTo>
                  <a:pt x="2932089" y="4085847"/>
                  <a:pt x="2376159" y="3052885"/>
                  <a:pt x="1794302" y="1858626"/>
                </a:cubicBezTo>
                <a:cubicBezTo>
                  <a:pt x="1800510" y="2806405"/>
                  <a:pt x="1797959" y="3550976"/>
                  <a:pt x="1794667" y="5270472"/>
                </a:cubicBezTo>
                <a:lnTo>
                  <a:pt x="0" y="5272719"/>
                </a:lnTo>
                <a:cubicBezTo>
                  <a:pt x="6041" y="3933998"/>
                  <a:pt x="-2660" y="3106972"/>
                  <a:pt x="3384" y="1714773"/>
                </a:cubicBezTo>
                <a:cubicBezTo>
                  <a:pt x="20552" y="931022"/>
                  <a:pt x="285832" y="562108"/>
                  <a:pt x="569360" y="333790"/>
                </a:cubicBezTo>
                <a:cubicBezTo>
                  <a:pt x="852888" y="105472"/>
                  <a:pt x="1272212" y="9538"/>
                  <a:pt x="1704548" y="0"/>
                </a:cubicBezTo>
                <a:close/>
              </a:path>
            </a:pathLst>
          </a:custGeom>
          <a:solidFill>
            <a:schemeClr val="accent6"/>
          </a:solidFill>
          <a:ln w="12700">
            <a:noFill/>
          </a:ln>
          <a:effectLst/>
        </p:spPr>
        <p:txBody>
          <a:bodyPr wrap="none" lIns="0" tIns="1371600" rIns="0" anchor="t">
            <a:noAutofit/>
          </a:bodyPr>
          <a:lstStyle>
            <a:lvl1pPr marL="0" indent="0" algn="ctr">
              <a:buFontTx/>
              <a:buNone/>
              <a:defRPr sz="1100">
                <a:solidFill>
                  <a:schemeClr val="bg1"/>
                </a:solidFill>
              </a:defRPr>
            </a:lvl1pPr>
          </a:lstStyle>
          <a:p>
            <a:r>
              <a:rPr lang="en-US"/>
              <a:t> </a:t>
            </a:r>
          </a:p>
        </p:txBody>
      </p:sp>
      <p:sp>
        <p:nvSpPr>
          <p:cNvPr id="6" name="Footer Placeholder 4">
            <a:extLst>
              <a:ext uri="{FF2B5EF4-FFF2-40B4-BE49-F238E27FC236}">
                <a16:creationId xmlns:a16="http://schemas.microsoft.com/office/drawing/2014/main" id="{2B94D9BD-B0EA-63BE-7EB0-C414D042F02A}"/>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a:t>
            </a:r>
            <a:fld id="{5C9482E0-DEC2-42AB-91AB-197D2D13DC20}" type="datetimeyyyy">
              <a:rPr lang="en-US" smtClean="0"/>
              <a:pPr/>
              <a:t>2026</a:t>
            </a:fld>
            <a:r>
              <a:rPr lang="en-US"/>
              <a:t> NTT DATA Business Solutions</a:t>
            </a:r>
          </a:p>
        </p:txBody>
      </p:sp>
      <p:pic>
        <p:nvPicPr>
          <p:cNvPr id="3" name="Grafik 2" descr="NTT DATA Logo">
            <a:extLst>
              <a:ext uri="{FF2B5EF4-FFF2-40B4-BE49-F238E27FC236}">
                <a16:creationId xmlns:a16="http://schemas.microsoft.com/office/drawing/2014/main" id="{244AD14B-3980-C161-8C5E-CD1D2269FA62}"/>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bwMode="gray">
          <a:xfrm>
            <a:off x="10531554" y="6466997"/>
            <a:ext cx="1288971" cy="262800"/>
          </a:xfrm>
          <a:prstGeom prst="rect">
            <a:avLst/>
          </a:prstGeom>
        </p:spPr>
      </p:pic>
    </p:spTree>
    <p:extLst>
      <p:ext uri="{BB962C8B-B14F-4D97-AF65-F5344CB8AC3E}">
        <p14:creationId xmlns:p14="http://schemas.microsoft.com/office/powerpoint/2010/main" val="26518964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_Title Only">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C3BB7C-B4A7-41A4-8C5A-903570B6070B}"/>
              </a:ext>
            </a:extLst>
          </p:cNvPr>
          <p:cNvSpPr>
            <a:spLocks noGrp="1"/>
          </p:cNvSpPr>
          <p:nvPr>
            <p:ph type="title" hasCustomPrompt="1"/>
          </p:nvPr>
        </p:nvSpPr>
        <p:spPr bwMode="gray"/>
        <p:txBody>
          <a:bodyPr vert="horz"/>
          <a:lstStyle/>
          <a:p>
            <a:r>
              <a:rPr lang="en-US"/>
              <a:t>Click to edit Master title style</a:t>
            </a:r>
          </a:p>
        </p:txBody>
      </p:sp>
      <p:sp>
        <p:nvSpPr>
          <p:cNvPr id="10" name="Footer Placeholder 4">
            <a:extLst>
              <a:ext uri="{FF2B5EF4-FFF2-40B4-BE49-F238E27FC236}">
                <a16:creationId xmlns:a16="http://schemas.microsoft.com/office/drawing/2014/main" id="{A9C53063-1F58-BE27-2E94-7E00DE772613}"/>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a:t>
            </a:r>
            <a:fld id="{192796B4-C4F7-4470-8D8F-5C8A44413786}" type="datetimeyyyy">
              <a:rPr lang="en-US" smtClean="0"/>
              <a:pPr/>
              <a:t>2026</a:t>
            </a:fld>
            <a:r>
              <a:rPr lang="en-US"/>
              <a:t> NTT DATA Business Solutions</a:t>
            </a:r>
          </a:p>
        </p:txBody>
      </p:sp>
      <p:sp>
        <p:nvSpPr>
          <p:cNvPr id="11" name="Slide Number Placeholder 5">
            <a:extLst>
              <a:ext uri="{FF2B5EF4-FFF2-40B4-BE49-F238E27FC236}">
                <a16:creationId xmlns:a16="http://schemas.microsoft.com/office/drawing/2014/main" id="{AF1EE05E-1EF3-FA88-09CC-87DB6B58184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pic>
        <p:nvPicPr>
          <p:cNvPr id="2" name="Grafik 1" descr="NTT DATA Logo">
            <a:extLst>
              <a:ext uri="{FF2B5EF4-FFF2-40B4-BE49-F238E27FC236}">
                <a16:creationId xmlns:a16="http://schemas.microsoft.com/office/drawing/2014/main" id="{5182BA64-AC0B-E577-D566-88A2E0B60E8A}"/>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66997"/>
            <a:ext cx="1288971" cy="262800"/>
          </a:xfrm>
          <a:prstGeom prst="rect">
            <a:avLst/>
          </a:prstGeom>
        </p:spPr>
      </p:pic>
    </p:spTree>
    <p:extLst>
      <p:ext uri="{BB962C8B-B14F-4D97-AF65-F5344CB8AC3E}">
        <p14:creationId xmlns:p14="http://schemas.microsoft.com/office/powerpoint/2010/main" val="35222296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C_Title and On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p:txBody>
          <a:bodyPr vert="horz"/>
          <a:lstStyle/>
          <a:p>
            <a:r>
              <a:rPr lang="en-US"/>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p:txBody>
          <a:bodyPr/>
          <a:lstStyle>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4">
            <a:extLst>
              <a:ext uri="{FF2B5EF4-FFF2-40B4-BE49-F238E27FC236}">
                <a16:creationId xmlns:a16="http://schemas.microsoft.com/office/drawing/2014/main" id="{DB4CF512-82E1-2689-F640-DDFFDD4CD971}"/>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a:t>
            </a:r>
            <a:fld id="{AABB3B0E-C7E0-4094-B056-17C7EBA68B2A}" type="datetimeyyyy">
              <a:rPr lang="en-US" smtClean="0"/>
              <a:pPr/>
              <a:t>2026</a:t>
            </a:fld>
            <a:r>
              <a:rPr lang="en-US"/>
              <a:t> NTT DATA Business Solutions</a:t>
            </a:r>
          </a:p>
        </p:txBody>
      </p:sp>
      <p:sp>
        <p:nvSpPr>
          <p:cNvPr id="10" name="Slide Number Placeholder 5">
            <a:extLst>
              <a:ext uri="{FF2B5EF4-FFF2-40B4-BE49-F238E27FC236}">
                <a16:creationId xmlns:a16="http://schemas.microsoft.com/office/drawing/2014/main" id="{C19ED1C7-0FF1-008B-4E0C-83259A7B61F3}"/>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pic>
        <p:nvPicPr>
          <p:cNvPr id="4" name="Grafik 3" descr="NTT DATA Logo">
            <a:extLst>
              <a:ext uri="{FF2B5EF4-FFF2-40B4-BE49-F238E27FC236}">
                <a16:creationId xmlns:a16="http://schemas.microsoft.com/office/drawing/2014/main" id="{672AE677-DE13-CB38-400C-BB3B3D035171}"/>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66997"/>
            <a:ext cx="1288971" cy="262800"/>
          </a:xfrm>
          <a:prstGeom prst="rect">
            <a:avLst/>
          </a:prstGeom>
        </p:spPr>
      </p:pic>
    </p:spTree>
    <p:extLst>
      <p:ext uri="{BB962C8B-B14F-4D97-AF65-F5344CB8AC3E}">
        <p14:creationId xmlns:p14="http://schemas.microsoft.com/office/powerpoint/2010/main" val="16800689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C_Title and Two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p:txBody>
          <a:bodyPr vert="horz"/>
          <a:lstStyle/>
          <a:p>
            <a:r>
              <a:rPr lang="en-US"/>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a:xfrm>
            <a:off x="371475" y="1412875"/>
            <a:ext cx="5507850" cy="4824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29A13345-D8EA-438A-8BA9-E88672B7CBE9}"/>
              </a:ext>
            </a:extLst>
          </p:cNvPr>
          <p:cNvSpPr>
            <a:spLocks noGrp="1"/>
          </p:cNvSpPr>
          <p:nvPr>
            <p:ph idx="13" hasCustomPrompt="1"/>
          </p:nvPr>
        </p:nvSpPr>
        <p:spPr bwMode="gray">
          <a:xfrm>
            <a:off x="6311325" y="1412875"/>
            <a:ext cx="5507850" cy="4824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AFAE869D-BCA2-8F0B-47CA-6CBB5796213E}"/>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a:t>
            </a:r>
            <a:fld id="{3C147E76-634B-4A63-A925-C8C8AD90899A}" type="datetimeyyyy">
              <a:rPr lang="en-US" smtClean="0"/>
              <a:pPr/>
              <a:t>2026</a:t>
            </a:fld>
            <a:r>
              <a:rPr lang="en-US"/>
              <a:t> NTT DATA Business Solutions</a:t>
            </a:r>
            <a:endParaRPr lang="pt-BR"/>
          </a:p>
        </p:txBody>
      </p:sp>
      <p:sp>
        <p:nvSpPr>
          <p:cNvPr id="11" name="Slide Number Placeholder 5">
            <a:extLst>
              <a:ext uri="{FF2B5EF4-FFF2-40B4-BE49-F238E27FC236}">
                <a16:creationId xmlns:a16="http://schemas.microsoft.com/office/drawing/2014/main" id="{C28F0063-4C19-496F-6F87-6795DABB8C1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pic>
        <p:nvPicPr>
          <p:cNvPr id="4" name="Grafik 3" descr="NTT DATA Logo">
            <a:extLst>
              <a:ext uri="{FF2B5EF4-FFF2-40B4-BE49-F238E27FC236}">
                <a16:creationId xmlns:a16="http://schemas.microsoft.com/office/drawing/2014/main" id="{92D495D3-B3D2-F553-92F4-6821FF50D815}"/>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66997"/>
            <a:ext cx="1288971" cy="262800"/>
          </a:xfrm>
          <a:prstGeom prst="rect">
            <a:avLst/>
          </a:prstGeom>
        </p:spPr>
      </p:pic>
    </p:spTree>
    <p:extLst>
      <p:ext uri="{BB962C8B-B14F-4D97-AF65-F5344CB8AC3E}">
        <p14:creationId xmlns:p14="http://schemas.microsoft.com/office/powerpoint/2010/main" val="248372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_Title and Three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a:xfrm>
            <a:off x="371475" y="333375"/>
            <a:ext cx="11449050" cy="792000"/>
          </a:xfrm>
        </p:spPr>
        <p:txBody>
          <a:bodyPr vert="horz"/>
          <a:lstStyle/>
          <a:p>
            <a:r>
              <a:rPr lang="en-US"/>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a:xfrm>
            <a:off x="371475" y="1412875"/>
            <a:ext cx="3657600" cy="482441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AFAE869D-BCA2-8F0B-47CA-6CBB5796213E}"/>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2026 NTT DATA Business Solutions</a:t>
            </a:r>
          </a:p>
        </p:txBody>
      </p:sp>
      <p:sp>
        <p:nvSpPr>
          <p:cNvPr id="11" name="Slide Number Placeholder 5">
            <a:extLst>
              <a:ext uri="{FF2B5EF4-FFF2-40B4-BE49-F238E27FC236}">
                <a16:creationId xmlns:a16="http://schemas.microsoft.com/office/drawing/2014/main" id="{C28F0063-4C19-496F-6F87-6795DABB8C1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sp>
        <p:nvSpPr>
          <p:cNvPr id="16" name="Content Placeholder 2">
            <a:extLst>
              <a:ext uri="{FF2B5EF4-FFF2-40B4-BE49-F238E27FC236}">
                <a16:creationId xmlns:a16="http://schemas.microsoft.com/office/drawing/2014/main" id="{326BC249-E151-BB39-D3D5-813D011EC4DE}"/>
              </a:ext>
            </a:extLst>
          </p:cNvPr>
          <p:cNvSpPr>
            <a:spLocks noGrp="1"/>
          </p:cNvSpPr>
          <p:nvPr>
            <p:ph idx="24" hasCustomPrompt="1"/>
          </p:nvPr>
        </p:nvSpPr>
        <p:spPr bwMode="gray">
          <a:xfrm>
            <a:off x="4267200" y="1412875"/>
            <a:ext cx="3657600" cy="482441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CAB7751F-4652-AD3B-A81E-E9DD7E8ECF31}"/>
              </a:ext>
            </a:extLst>
          </p:cNvPr>
          <p:cNvSpPr>
            <a:spLocks noGrp="1"/>
          </p:cNvSpPr>
          <p:nvPr>
            <p:ph idx="25" hasCustomPrompt="1"/>
          </p:nvPr>
        </p:nvSpPr>
        <p:spPr bwMode="gray">
          <a:xfrm>
            <a:off x="8162925" y="1412875"/>
            <a:ext cx="3657600" cy="482441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Grafik 3" descr="NTT DATA Logo">
            <a:extLst>
              <a:ext uri="{FF2B5EF4-FFF2-40B4-BE49-F238E27FC236}">
                <a16:creationId xmlns:a16="http://schemas.microsoft.com/office/drawing/2014/main" id="{F4899504-8FC1-82E8-E495-2A1FA2E7C67B}"/>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66997"/>
            <a:ext cx="1288971" cy="262800"/>
          </a:xfrm>
          <a:prstGeom prst="rect">
            <a:avLst/>
          </a:prstGeom>
        </p:spPr>
      </p:pic>
    </p:spTree>
    <p:extLst>
      <p:ext uri="{BB962C8B-B14F-4D97-AF65-F5344CB8AC3E}">
        <p14:creationId xmlns:p14="http://schemas.microsoft.com/office/powerpoint/2010/main" val="37820380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_Title Subtitle Bo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a:xfrm>
            <a:off x="371475" y="333375"/>
            <a:ext cx="11449050" cy="332399"/>
          </a:xfrm>
        </p:spPr>
        <p:txBody>
          <a:bodyPr vert="horz">
            <a:spAutoFit/>
          </a:bodyPr>
          <a:lstStyle/>
          <a:p>
            <a:r>
              <a:rPr lang="en-US"/>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a:xfrm>
            <a:off x="371474" y="1412875"/>
            <a:ext cx="11449049" cy="4824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AFAE869D-BCA2-8F0B-47CA-6CBB5796213E}"/>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a:t>
            </a:r>
            <a:fld id="{A5416B4F-CB60-47BF-B943-FF9B5487882C}" type="datetimeyyyy">
              <a:rPr lang="en-US" smtClean="0"/>
              <a:pPr/>
              <a:t>2026</a:t>
            </a:fld>
            <a:r>
              <a:rPr lang="en-US"/>
              <a:t> NTT DATA Business Solutions</a:t>
            </a:r>
          </a:p>
        </p:txBody>
      </p:sp>
      <p:sp>
        <p:nvSpPr>
          <p:cNvPr id="11" name="Slide Number Placeholder 5">
            <a:extLst>
              <a:ext uri="{FF2B5EF4-FFF2-40B4-BE49-F238E27FC236}">
                <a16:creationId xmlns:a16="http://schemas.microsoft.com/office/drawing/2014/main" id="{C28F0063-4C19-496F-6F87-6795DABB8C1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sp>
        <p:nvSpPr>
          <p:cNvPr id="4" name="Text Placeholder 6">
            <a:extLst>
              <a:ext uri="{FF2B5EF4-FFF2-40B4-BE49-F238E27FC236}">
                <a16:creationId xmlns:a16="http://schemas.microsoft.com/office/drawing/2014/main" id="{9E5DDFBC-BBD8-FCF3-FDD5-BDAF7615B10F}"/>
              </a:ext>
            </a:extLst>
          </p:cNvPr>
          <p:cNvSpPr>
            <a:spLocks noGrp="1"/>
          </p:cNvSpPr>
          <p:nvPr>
            <p:ph type="body" sz="quarter" idx="14" hasCustomPrompt="1"/>
          </p:nvPr>
        </p:nvSpPr>
        <p:spPr bwMode="gray">
          <a:xfrm>
            <a:off x="371475" y="728663"/>
            <a:ext cx="11449050" cy="288000"/>
          </a:xfrm>
        </p:spPr>
        <p:txBody>
          <a:bodyPr/>
          <a:lstStyle>
            <a:lvl1pPr>
              <a:lnSpc>
                <a:spcPct val="100000"/>
              </a:lnSpc>
              <a:spcBef>
                <a:spcPts val="0"/>
              </a:spcBef>
              <a:defRPr sz="1800">
                <a:solidFill>
                  <a:schemeClr val="accent1"/>
                </a:solidFill>
              </a:defRPr>
            </a:lvl1pPr>
            <a:lvl2pPr>
              <a:defRPr sz="2000"/>
            </a:lvl2pPr>
            <a:lvl3pPr>
              <a:defRPr sz="2000"/>
            </a:lvl3pPr>
            <a:lvl4pPr>
              <a:defRPr sz="2000"/>
            </a:lvl4pPr>
            <a:lvl5pPr>
              <a:defRPr sz="2000"/>
            </a:lvl5pPr>
          </a:lstStyle>
          <a:p>
            <a:pPr lvl="0"/>
            <a:r>
              <a:rPr lang="en-US"/>
              <a:t>Click to edit Master text styles</a:t>
            </a:r>
          </a:p>
        </p:txBody>
      </p:sp>
      <p:pic>
        <p:nvPicPr>
          <p:cNvPr id="5" name="Grafik 4" descr="NTT DATA Logo">
            <a:extLst>
              <a:ext uri="{FF2B5EF4-FFF2-40B4-BE49-F238E27FC236}">
                <a16:creationId xmlns:a16="http://schemas.microsoft.com/office/drawing/2014/main" id="{09F75B39-E90C-2362-733D-303662EC6EA7}"/>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66997"/>
            <a:ext cx="1288971" cy="262800"/>
          </a:xfrm>
          <a:prstGeom prst="rect">
            <a:avLst/>
          </a:prstGeom>
        </p:spPr>
      </p:pic>
    </p:spTree>
    <p:extLst>
      <p:ext uri="{BB962C8B-B14F-4D97-AF65-F5344CB8AC3E}">
        <p14:creationId xmlns:p14="http://schemas.microsoft.com/office/powerpoint/2010/main" val="40870824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_Blank_Light">
    <p:bg bwMode="gray">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16208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_Blank_Light with footer">
    <p:bg>
      <p:bgPr>
        <a:solidFill>
          <a:schemeClr val="tx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BB093E97-7B76-EAE6-8B05-F60EEDCE94B8}"/>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a:t>
            </a:r>
            <a:fld id="{B88C2D77-769E-40EF-8BC4-8E997C1D12AC}" type="datetimeyyyy">
              <a:rPr lang="en-US" smtClean="0"/>
              <a:pPr/>
              <a:t>2026</a:t>
            </a:fld>
            <a:r>
              <a:rPr lang="en-US"/>
              <a:t> NTT DATA Business Solutions</a:t>
            </a:r>
          </a:p>
        </p:txBody>
      </p:sp>
      <p:sp>
        <p:nvSpPr>
          <p:cNvPr id="4" name="Slide Number Placeholder 5">
            <a:extLst>
              <a:ext uri="{FF2B5EF4-FFF2-40B4-BE49-F238E27FC236}">
                <a16:creationId xmlns:a16="http://schemas.microsoft.com/office/drawing/2014/main" id="{DC15EF50-5A96-90F8-F18A-9D8143A4FF0D}"/>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pic>
        <p:nvPicPr>
          <p:cNvPr id="2" name="Grafik 1" descr="NTT DATA Logo">
            <a:extLst>
              <a:ext uri="{FF2B5EF4-FFF2-40B4-BE49-F238E27FC236}">
                <a16:creationId xmlns:a16="http://schemas.microsoft.com/office/drawing/2014/main" id="{A84A5BCB-5036-D676-EC1B-3BFB2EB140F3}"/>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66997"/>
            <a:ext cx="1288971" cy="262800"/>
          </a:xfrm>
          <a:prstGeom prst="rect">
            <a:avLst/>
          </a:prstGeom>
        </p:spPr>
      </p:pic>
    </p:spTree>
    <p:extLst>
      <p:ext uri="{BB962C8B-B14F-4D97-AF65-F5344CB8AC3E}">
        <p14:creationId xmlns:p14="http://schemas.microsoft.com/office/powerpoint/2010/main" val="5457465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_Picture Full Light">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0077599-73C2-4B77-944D-C34B64F408E3}"/>
              </a:ext>
            </a:extLst>
          </p:cNvPr>
          <p:cNvSpPr>
            <a:spLocks noGrp="1"/>
          </p:cNvSpPr>
          <p:nvPr>
            <p:ph type="pic" sz="quarter" idx="13" hasCustomPrompt="1"/>
          </p:nvPr>
        </p:nvSpPr>
        <p:spPr bwMode="gray">
          <a:xfrm>
            <a:off x="0" y="0"/>
            <a:ext cx="12192000" cy="6858000"/>
          </a:xfrm>
          <a:solidFill>
            <a:schemeClr val="tx1"/>
          </a:solidFill>
        </p:spPr>
        <p:txBody>
          <a:bodyPr anchor="ctr" anchorCtr="0"/>
          <a:lstStyle>
            <a:lvl1pPr algn="ctr">
              <a:defRPr sz="2000">
                <a:solidFill>
                  <a:srgbClr val="0072BC"/>
                </a:solidFill>
              </a:defRPr>
            </a:lvl1pPr>
          </a:lstStyle>
          <a:p>
            <a:r>
              <a:rPr lang="en-US"/>
              <a:t>Click to add picture</a:t>
            </a:r>
          </a:p>
        </p:txBody>
      </p:sp>
      <p:sp>
        <p:nvSpPr>
          <p:cNvPr id="2" name="Title 1">
            <a:extLst>
              <a:ext uri="{FF2B5EF4-FFF2-40B4-BE49-F238E27FC236}">
                <a16:creationId xmlns:a16="http://schemas.microsoft.com/office/drawing/2014/main" id="{08473574-5E40-4F4B-82BD-ECFABA52E2E4}"/>
              </a:ext>
            </a:extLst>
          </p:cNvPr>
          <p:cNvSpPr>
            <a:spLocks noGrp="1"/>
          </p:cNvSpPr>
          <p:nvPr>
            <p:ph type="title" hasCustomPrompt="1"/>
          </p:nvPr>
        </p:nvSpPr>
        <p:spPr bwMode="gray"/>
        <p:txBody>
          <a:bodyPr vert="horz"/>
          <a:lstStyle/>
          <a:p>
            <a:r>
              <a:rPr lang="en-US"/>
              <a:t>Click to edit Master title style</a:t>
            </a:r>
          </a:p>
        </p:txBody>
      </p:sp>
      <p:sp>
        <p:nvSpPr>
          <p:cNvPr id="11" name="Text Placeholder 10">
            <a:extLst>
              <a:ext uri="{FF2B5EF4-FFF2-40B4-BE49-F238E27FC236}">
                <a16:creationId xmlns:a16="http://schemas.microsoft.com/office/drawing/2014/main" id="{8CCAE21C-42ED-4CFD-A1E1-FE234323EC4E}"/>
              </a:ext>
            </a:extLst>
          </p:cNvPr>
          <p:cNvSpPr>
            <a:spLocks noGrp="1"/>
          </p:cNvSpPr>
          <p:nvPr>
            <p:ph type="body" sz="quarter" idx="14" hasCustomPrompt="1"/>
          </p:nvPr>
        </p:nvSpPr>
        <p:spPr bwMode="gray">
          <a:xfrm>
            <a:off x="0" y="5194300"/>
            <a:ext cx="12192000" cy="1663700"/>
          </a:xfrm>
          <a:gradFill>
            <a:gsLst>
              <a:gs pos="0">
                <a:schemeClr val="bg1"/>
              </a:gs>
              <a:gs pos="80000">
                <a:schemeClr val="bg1">
                  <a:alpha val="0"/>
                </a:schemeClr>
              </a:gs>
            </a:gsLst>
            <a:lin ang="16200000" scaled="1"/>
          </a:gradFill>
        </p:spPr>
        <p:txBody>
          <a:bodyPr vert="horz" wrap="square" lIns="0" tIns="0" rIns="0" bIns="0" rtlCol="0">
            <a:noAutofit/>
          </a:bodyPr>
          <a:lstStyle>
            <a:lvl1pPr>
              <a:defRPr lang="en-US" sz="100" dirty="0">
                <a:solidFill>
                  <a:schemeClr val="bg1"/>
                </a:solidFill>
              </a:defRPr>
            </a:lvl1pPr>
          </a:lstStyle>
          <a:p>
            <a:pPr lvl="0"/>
            <a:r>
              <a:rPr lang="en-US"/>
              <a:t>.</a:t>
            </a:r>
          </a:p>
        </p:txBody>
      </p:sp>
      <p:sp>
        <p:nvSpPr>
          <p:cNvPr id="13" name="Footer Placeholder 4">
            <a:extLst>
              <a:ext uri="{FF2B5EF4-FFF2-40B4-BE49-F238E27FC236}">
                <a16:creationId xmlns:a16="http://schemas.microsoft.com/office/drawing/2014/main" id="{55F7F56A-370B-17D8-1574-704076541262}"/>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2026 NTT DATA Business Solutions</a:t>
            </a:r>
          </a:p>
        </p:txBody>
      </p:sp>
      <p:sp>
        <p:nvSpPr>
          <p:cNvPr id="14" name="Slide Number Placeholder 5">
            <a:extLst>
              <a:ext uri="{FF2B5EF4-FFF2-40B4-BE49-F238E27FC236}">
                <a16:creationId xmlns:a16="http://schemas.microsoft.com/office/drawing/2014/main" id="{7E04D86C-67F3-2898-A9B9-7C78B586F281}"/>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3" name="NTT DATA Global Logo" descr="NTT DATA Global Logo">
            <a:extLst>
              <a:ext uri="{FF2B5EF4-FFF2-40B4-BE49-F238E27FC236}">
                <a16:creationId xmlns:a16="http://schemas.microsoft.com/office/drawing/2014/main" id="{AAC9A100-4458-748B-AE62-3E3DB5DF4514}"/>
              </a:ext>
            </a:extLst>
          </p:cNvPr>
          <p:cNvSpPr txBox="1">
            <a:spLocks noGrp="1" noRot="1" noChangeAspect="1" noMove="1" noResize="1" noEditPoints="1" noAdjustHandles="1" noChangeArrowheads="1" noChangeShapeType="1"/>
          </p:cNvSpPr>
          <p:nvPr userDrawn="1"/>
        </p:nvSpPr>
        <p:spPr bwMode="gray">
          <a:xfrm>
            <a:off x="10531725" y="6449437"/>
            <a:ext cx="1288800" cy="263108"/>
          </a:xfrm>
          <a:prstGeom prst="rect">
            <a:avLst/>
          </a:prstGeom>
          <a:blipFill dpi="0" rotWithShape="1">
            <a:blip r:embed="rId2"/>
            <a:srcRect/>
            <a:stretch>
              <a:fillRect/>
            </a:stretch>
          </a:blipFill>
        </p:spPr>
        <p:txBody>
          <a:bodyPr wrap="none" lIns="0" tIns="0" rIns="0" bIns="0"/>
          <a:lstStyle>
            <a:lvl1pPr marL="0" indent="0" algn="l" defTabSz="914400" rtl="0" eaLnBrk="1" latinLnBrk="0" hangingPunct="1">
              <a:lnSpc>
                <a:spcPct val="100000"/>
              </a:lnSpc>
              <a:spcBef>
                <a:spcPts val="0"/>
              </a:spcBef>
              <a:spcAft>
                <a:spcPts val="600"/>
              </a:spcAft>
              <a:buFontTx/>
              <a:buNone/>
              <a:defRPr lang="en-US" sz="200" kern="1200">
                <a:solidFill>
                  <a:schemeClr val="accent2"/>
                </a:solidFill>
                <a:latin typeface="+mn-lt"/>
                <a:ea typeface="+mn-ea"/>
                <a:cs typeface="+mn-cs"/>
              </a:defRPr>
            </a:lvl1pPr>
            <a:lvl2pPr marL="285750" indent="-285750" algn="l" defTabSz="914400" rtl="0" eaLnBrk="1" latinLnBrk="0" hangingPunct="1">
              <a:lnSpc>
                <a:spcPct val="100000"/>
              </a:lnSpc>
              <a:spcBef>
                <a:spcPts val="500"/>
              </a:spcBef>
              <a:buClr>
                <a:schemeClr val="bg1"/>
              </a:buClr>
              <a:buFont typeface="Arial" panose="020B0604020202020204" pitchFamily="34" charset="0"/>
              <a:buChar char="•"/>
              <a:defRPr lang="en-US" sz="1800" kern="1200">
                <a:noFill/>
                <a:latin typeface="+mn-lt"/>
                <a:ea typeface="+mn-ea"/>
                <a:cs typeface="+mn-cs"/>
              </a:defRPr>
            </a:lvl2pPr>
            <a:lvl3pPr marL="536575" indent="-268288"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3pPr>
            <a:lvl4pPr marL="804863" indent="-268288"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4pPr>
            <a:lvl5pPr marL="1077913" indent="-273050"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a:lstStyle>
          <a:p>
            <a:r>
              <a:rPr lang="en-DE"/>
              <a:t> </a:t>
            </a:r>
          </a:p>
        </p:txBody>
      </p:sp>
    </p:spTree>
    <p:extLst>
      <p:ext uri="{BB962C8B-B14F-4D97-AF65-F5344CB8AC3E}">
        <p14:creationId xmlns:p14="http://schemas.microsoft.com/office/powerpoint/2010/main" val="23229609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_Picture Right Light">
    <p:spTree>
      <p:nvGrpSpPr>
        <p:cNvPr id="1" name=""/>
        <p:cNvGrpSpPr/>
        <p:nvPr/>
      </p:nvGrpSpPr>
      <p:grpSpPr>
        <a:xfrm>
          <a:off x="0" y="0"/>
          <a:ext cx="0" cy="0"/>
          <a:chOff x="0" y="0"/>
          <a:chExt cx="0" cy="0"/>
        </a:xfrm>
      </p:grpSpPr>
      <p:sp>
        <p:nvSpPr>
          <p:cNvPr id="13" name="Picture Placeholder 4">
            <a:extLst>
              <a:ext uri="{FF2B5EF4-FFF2-40B4-BE49-F238E27FC236}">
                <a16:creationId xmlns:a16="http://schemas.microsoft.com/office/drawing/2014/main" id="{318A9578-38C1-F618-D2D6-E94DBB278B98}"/>
              </a:ext>
            </a:extLst>
          </p:cNvPr>
          <p:cNvSpPr>
            <a:spLocks noGrp="1"/>
          </p:cNvSpPr>
          <p:nvPr>
            <p:ph type="pic" sz="quarter" idx="28" hasCustomPrompt="1"/>
          </p:nvPr>
        </p:nvSpPr>
        <p:spPr bwMode="gray">
          <a:xfrm>
            <a:off x="8153400" y="0"/>
            <a:ext cx="4038600" cy="6858000"/>
          </a:xfrm>
          <a:prstGeom prst="rect">
            <a:avLst/>
          </a:prstGeom>
          <a:solidFill>
            <a:schemeClr val="accent6"/>
          </a:solidFill>
          <a:ln>
            <a:noFill/>
          </a:ln>
        </p:spPr>
        <p:txBody>
          <a:bodyPr tIns="2743200"/>
          <a:lstStyle>
            <a:lvl1pPr marL="0" indent="0" algn="ctr">
              <a:buNone/>
              <a:defRPr sz="2000">
                <a:solidFill>
                  <a:schemeClr val="tx1"/>
                </a:solidFill>
              </a:defRPr>
            </a:lvl1pPr>
          </a:lstStyle>
          <a:p>
            <a:r>
              <a:rPr lang="en-US"/>
              <a:t>Click to add picture</a:t>
            </a:r>
          </a:p>
        </p:txBody>
      </p:sp>
      <p:sp>
        <p:nvSpPr>
          <p:cNvPr id="14" name="Text Placeholder 5">
            <a:extLst>
              <a:ext uri="{FF2B5EF4-FFF2-40B4-BE49-F238E27FC236}">
                <a16:creationId xmlns:a16="http://schemas.microsoft.com/office/drawing/2014/main" id="{B6E0CB35-CBF9-AFA5-830C-F4D86F088977}"/>
              </a:ext>
            </a:extLst>
          </p:cNvPr>
          <p:cNvSpPr>
            <a:spLocks noGrp="1"/>
          </p:cNvSpPr>
          <p:nvPr>
            <p:ph type="body" sz="quarter" idx="29" hasCustomPrompt="1"/>
          </p:nvPr>
        </p:nvSpPr>
        <p:spPr bwMode="gray">
          <a:xfrm>
            <a:off x="8153400" y="5202000"/>
            <a:ext cx="4038600" cy="1656000"/>
          </a:xfrm>
          <a:gradFill>
            <a:gsLst>
              <a:gs pos="0">
                <a:schemeClr val="bg1"/>
              </a:gs>
              <a:gs pos="80000">
                <a:schemeClr val="bg1">
                  <a:alpha val="0"/>
                </a:schemeClr>
              </a:gs>
            </a:gsLst>
            <a:lin ang="16200000" scaled="1"/>
          </a:gradFill>
          <a:ln>
            <a:noFill/>
          </a:ln>
        </p:spPr>
        <p:txBody>
          <a:bodyPr vert="horz" wrap="square" lIns="0" tIns="0" rIns="0" bIns="0" rtlCol="0">
            <a:noAutofit/>
          </a:bodyPr>
          <a:lstStyle>
            <a:lvl1pPr>
              <a:defRPr lang="en-US" sz="100" dirty="0">
                <a:solidFill>
                  <a:schemeClr val="bg1"/>
                </a:solidFill>
              </a:defRPr>
            </a:lvl1pPr>
          </a:lstStyle>
          <a:p>
            <a:pPr lvl="0"/>
            <a:r>
              <a:rPr lang="en-US"/>
              <a:t> </a:t>
            </a:r>
          </a:p>
        </p:txBody>
      </p:sp>
      <p:sp>
        <p:nvSpPr>
          <p:cNvPr id="6" name="Title 5">
            <a:extLst>
              <a:ext uri="{FF2B5EF4-FFF2-40B4-BE49-F238E27FC236}">
                <a16:creationId xmlns:a16="http://schemas.microsoft.com/office/drawing/2014/main" id="{07792201-616E-4C9D-B2C5-4900CE58E947}"/>
              </a:ext>
            </a:extLst>
          </p:cNvPr>
          <p:cNvSpPr>
            <a:spLocks noGrp="1"/>
          </p:cNvSpPr>
          <p:nvPr>
            <p:ph type="title" hasCustomPrompt="1"/>
          </p:nvPr>
        </p:nvSpPr>
        <p:spPr bwMode="gray">
          <a:xfrm>
            <a:off x="371475" y="333375"/>
            <a:ext cx="11449050" cy="792000"/>
          </a:xfrm>
        </p:spPr>
        <p:txBody>
          <a:bodyPr vert="horz"/>
          <a:lstStyle/>
          <a:p>
            <a:r>
              <a:rPr lang="en-US"/>
              <a:t>Click to edit Master title style</a:t>
            </a:r>
          </a:p>
        </p:txBody>
      </p:sp>
      <p:sp>
        <p:nvSpPr>
          <p:cNvPr id="4" name="Footer Placeholder 4">
            <a:extLst>
              <a:ext uri="{FF2B5EF4-FFF2-40B4-BE49-F238E27FC236}">
                <a16:creationId xmlns:a16="http://schemas.microsoft.com/office/drawing/2014/main" id="{CE3B8E11-1E99-8E14-7DC2-2A5585E8FA2F}"/>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a:t>
            </a:r>
            <a:fld id="{B10374A0-9588-49F2-89A8-5033A4C269FC}" type="datetimeyyyy">
              <a:rPr lang="en-US" smtClean="0"/>
              <a:pPr/>
              <a:t>2026</a:t>
            </a:fld>
            <a:r>
              <a:rPr lang="en-US"/>
              <a:t> NTT DATA Business Solutions</a:t>
            </a:r>
          </a:p>
        </p:txBody>
      </p:sp>
      <p:sp>
        <p:nvSpPr>
          <p:cNvPr id="5" name="Slide Number Placeholder 5">
            <a:extLst>
              <a:ext uri="{FF2B5EF4-FFF2-40B4-BE49-F238E27FC236}">
                <a16:creationId xmlns:a16="http://schemas.microsoft.com/office/drawing/2014/main" id="{C894E80A-235B-AC62-CD2D-E4D54353CE6C}"/>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sp>
        <p:nvSpPr>
          <p:cNvPr id="7" name="Textplatzhalter 6">
            <a:extLst>
              <a:ext uri="{FF2B5EF4-FFF2-40B4-BE49-F238E27FC236}">
                <a16:creationId xmlns:a16="http://schemas.microsoft.com/office/drawing/2014/main" id="{123A48BA-9053-57A9-84AD-74E47A8839EE}"/>
              </a:ext>
            </a:extLst>
          </p:cNvPr>
          <p:cNvSpPr>
            <a:spLocks noGrp="1" noRot="1" noMove="1" noResize="1" noEditPoints="1" noAdjustHandles="1" noChangeArrowheads="1" noChangeShapeType="1"/>
          </p:cNvSpPr>
          <p:nvPr>
            <p:ph type="body" sz="quarter" idx="30" hasCustomPrompt="1"/>
          </p:nvPr>
        </p:nvSpPr>
        <p:spPr bwMode="gray">
          <a:xfrm>
            <a:off x="10531725" y="6449745"/>
            <a:ext cx="1288800" cy="262800"/>
          </a:xfrm>
          <a:blipFill>
            <a:blip r:embed="rId2"/>
            <a:stretch>
              <a:fillRect/>
            </a:stretch>
          </a:blipFill>
        </p:spPr>
        <p:txBody>
          <a:bodyPr/>
          <a:lstStyle>
            <a:lvl1pPr>
              <a:defRPr/>
            </a:lvl1pPr>
          </a:lstStyle>
          <a:p>
            <a:pPr lvl="0"/>
            <a:r>
              <a:rPr lang="de-DE"/>
              <a:t> </a:t>
            </a:r>
            <a:endParaRPr lang="en-GB"/>
          </a:p>
        </p:txBody>
      </p:sp>
    </p:spTree>
    <p:extLst>
      <p:ext uri="{BB962C8B-B14F-4D97-AF65-F5344CB8AC3E}">
        <p14:creationId xmlns:p14="http://schemas.microsoft.com/office/powerpoint/2010/main" val="9610698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_Picture Left Light">
    <p:spTree>
      <p:nvGrpSpPr>
        <p:cNvPr id="1" name=""/>
        <p:cNvGrpSpPr/>
        <p:nvPr/>
      </p:nvGrpSpPr>
      <p:grpSpPr>
        <a:xfrm>
          <a:off x="0" y="0"/>
          <a:ext cx="0" cy="0"/>
          <a:chOff x="0" y="0"/>
          <a:chExt cx="0" cy="0"/>
        </a:xfrm>
      </p:grpSpPr>
      <p:sp>
        <p:nvSpPr>
          <p:cNvPr id="8" name="Picture Placeholder 4">
            <a:extLst>
              <a:ext uri="{FF2B5EF4-FFF2-40B4-BE49-F238E27FC236}">
                <a16:creationId xmlns:a16="http://schemas.microsoft.com/office/drawing/2014/main" id="{7F7A191D-6071-E779-7F2E-34886D0882B7}"/>
              </a:ext>
            </a:extLst>
          </p:cNvPr>
          <p:cNvSpPr>
            <a:spLocks noGrp="1"/>
          </p:cNvSpPr>
          <p:nvPr>
            <p:ph type="pic" sz="quarter" idx="12" hasCustomPrompt="1"/>
          </p:nvPr>
        </p:nvSpPr>
        <p:spPr bwMode="gray">
          <a:xfrm>
            <a:off x="0" y="0"/>
            <a:ext cx="4038600" cy="6858000"/>
          </a:xfrm>
          <a:prstGeom prst="rect">
            <a:avLst/>
          </a:prstGeom>
          <a:solidFill>
            <a:schemeClr val="accent6"/>
          </a:solidFill>
        </p:spPr>
        <p:txBody>
          <a:bodyPr tIns="2743200"/>
          <a:lstStyle>
            <a:lvl1pPr marL="0" indent="0" algn="ctr">
              <a:buNone/>
              <a:defRPr sz="2000">
                <a:solidFill>
                  <a:schemeClr val="tx1"/>
                </a:solidFill>
              </a:defRPr>
            </a:lvl1pPr>
          </a:lstStyle>
          <a:p>
            <a:r>
              <a:rPr lang="en-US"/>
              <a:t>Click to add picture</a:t>
            </a:r>
          </a:p>
        </p:txBody>
      </p:sp>
      <p:sp>
        <p:nvSpPr>
          <p:cNvPr id="6" name="Title 5">
            <a:extLst>
              <a:ext uri="{FF2B5EF4-FFF2-40B4-BE49-F238E27FC236}">
                <a16:creationId xmlns:a16="http://schemas.microsoft.com/office/drawing/2014/main" id="{07792201-616E-4C9D-B2C5-4900CE58E947}"/>
              </a:ext>
            </a:extLst>
          </p:cNvPr>
          <p:cNvSpPr>
            <a:spLocks noGrp="1"/>
          </p:cNvSpPr>
          <p:nvPr>
            <p:ph type="title" hasCustomPrompt="1"/>
          </p:nvPr>
        </p:nvSpPr>
        <p:spPr bwMode="gray">
          <a:xfrm>
            <a:off x="4495799" y="333375"/>
            <a:ext cx="7324725" cy="792000"/>
          </a:xfrm>
        </p:spPr>
        <p:txBody>
          <a:bodyPr vert="horz"/>
          <a:lstStyle/>
          <a:p>
            <a:r>
              <a:rPr lang="en-US"/>
              <a:t>Click to edit Master title style</a:t>
            </a:r>
          </a:p>
        </p:txBody>
      </p:sp>
      <p:sp>
        <p:nvSpPr>
          <p:cNvPr id="5" name="Slide Number Placeholder 5">
            <a:extLst>
              <a:ext uri="{FF2B5EF4-FFF2-40B4-BE49-F238E27FC236}">
                <a16:creationId xmlns:a16="http://schemas.microsoft.com/office/drawing/2014/main" id="{C894E80A-235B-AC62-CD2D-E4D54353CE6C}"/>
              </a:ext>
            </a:extLst>
          </p:cNvPr>
          <p:cNvSpPr>
            <a:spLocks noGrp="1"/>
          </p:cNvSpPr>
          <p:nvPr>
            <p:ph type="sldNum" sz="quarter" idx="4"/>
          </p:nvPr>
        </p:nvSpPr>
        <p:spPr bwMode="gray">
          <a:xfrm>
            <a:off x="7777162"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sp>
        <p:nvSpPr>
          <p:cNvPr id="11" name="Text Placeholder 5">
            <a:extLst>
              <a:ext uri="{FF2B5EF4-FFF2-40B4-BE49-F238E27FC236}">
                <a16:creationId xmlns:a16="http://schemas.microsoft.com/office/drawing/2014/main" id="{A5DF90C5-2F99-EF32-CBEA-23287BDE2447}"/>
              </a:ext>
            </a:extLst>
          </p:cNvPr>
          <p:cNvSpPr>
            <a:spLocks noGrp="1"/>
          </p:cNvSpPr>
          <p:nvPr>
            <p:ph type="body" sz="quarter" idx="27" hasCustomPrompt="1"/>
          </p:nvPr>
        </p:nvSpPr>
        <p:spPr bwMode="gray">
          <a:xfrm>
            <a:off x="0" y="5202000"/>
            <a:ext cx="4038600" cy="1656000"/>
          </a:xfrm>
          <a:gradFill>
            <a:gsLst>
              <a:gs pos="0">
                <a:schemeClr val="bg1"/>
              </a:gs>
              <a:gs pos="80000">
                <a:schemeClr val="bg1">
                  <a:alpha val="0"/>
                </a:schemeClr>
              </a:gs>
            </a:gsLst>
            <a:lin ang="16200000" scaled="1"/>
          </a:gradFill>
        </p:spPr>
        <p:txBody>
          <a:bodyPr vert="horz" wrap="square" lIns="0" tIns="0" rIns="0" bIns="0" rtlCol="0">
            <a:noAutofit/>
          </a:bodyPr>
          <a:lstStyle>
            <a:lvl1pPr>
              <a:defRPr lang="en-US" sz="100" dirty="0">
                <a:solidFill>
                  <a:schemeClr val="bg1"/>
                </a:solidFill>
              </a:defRPr>
            </a:lvl1pPr>
          </a:lstStyle>
          <a:p>
            <a:pPr lvl="0"/>
            <a:r>
              <a:rPr lang="en-US"/>
              <a:t> </a:t>
            </a:r>
          </a:p>
        </p:txBody>
      </p:sp>
      <p:sp>
        <p:nvSpPr>
          <p:cNvPr id="9" name="Footer Placeholder 4">
            <a:extLst>
              <a:ext uri="{FF2B5EF4-FFF2-40B4-BE49-F238E27FC236}">
                <a16:creationId xmlns:a16="http://schemas.microsoft.com/office/drawing/2014/main" id="{0E1D6E42-CF16-1247-063C-E673C2660B10}"/>
              </a:ext>
            </a:extLst>
          </p:cNvPr>
          <p:cNvSpPr>
            <a:spLocks noGrp="1"/>
          </p:cNvSpPr>
          <p:nvPr>
            <p:ph type="ftr" sz="quarter" idx="3"/>
          </p:nvPr>
        </p:nvSpPr>
        <p:spPr bwMode="gray">
          <a:xfrm>
            <a:off x="4495800" y="6563358"/>
            <a:ext cx="3202940"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a:t>
            </a:r>
            <a:fld id="{C37A901C-85D6-49E6-8DB8-8BC19CDF54E3}" type="datetimeyyyy">
              <a:rPr lang="en-US" smtClean="0"/>
              <a:pPr/>
              <a:t>2026</a:t>
            </a:fld>
            <a:r>
              <a:rPr lang="en-US"/>
              <a:t> NTT DATA Business Solutions</a:t>
            </a:r>
          </a:p>
        </p:txBody>
      </p:sp>
      <p:pic>
        <p:nvPicPr>
          <p:cNvPr id="2" name="Grafik 1" descr="NTT DATA Logo">
            <a:extLst>
              <a:ext uri="{FF2B5EF4-FFF2-40B4-BE49-F238E27FC236}">
                <a16:creationId xmlns:a16="http://schemas.microsoft.com/office/drawing/2014/main" id="{3C7F81EE-B786-2FB8-3729-E042CEDCA955}"/>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66997"/>
            <a:ext cx="1288971" cy="262800"/>
          </a:xfrm>
          <a:prstGeom prst="rect">
            <a:avLst/>
          </a:prstGeom>
        </p:spPr>
      </p:pic>
    </p:spTree>
    <p:extLst>
      <p:ext uri="{BB962C8B-B14F-4D97-AF65-F5344CB8AC3E}">
        <p14:creationId xmlns:p14="http://schemas.microsoft.com/office/powerpoint/2010/main" val="37796287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_Picture Bottom Light">
    <p:spTree>
      <p:nvGrpSpPr>
        <p:cNvPr id="1" name=""/>
        <p:cNvGrpSpPr/>
        <p:nvPr/>
      </p:nvGrpSpPr>
      <p:grpSpPr>
        <a:xfrm>
          <a:off x="0" y="0"/>
          <a:ext cx="0" cy="0"/>
          <a:chOff x="0" y="0"/>
          <a:chExt cx="0" cy="0"/>
        </a:xfrm>
      </p:grpSpPr>
      <p:sp>
        <p:nvSpPr>
          <p:cNvPr id="6" name="Picture Placeholder 4">
            <a:extLst>
              <a:ext uri="{FF2B5EF4-FFF2-40B4-BE49-F238E27FC236}">
                <a16:creationId xmlns:a16="http://schemas.microsoft.com/office/drawing/2014/main" id="{64ED725C-5701-90B3-92A2-BAE98517DD4F}"/>
              </a:ext>
            </a:extLst>
          </p:cNvPr>
          <p:cNvSpPr>
            <a:spLocks noGrp="1"/>
          </p:cNvSpPr>
          <p:nvPr>
            <p:ph type="pic" sz="quarter" idx="13" hasCustomPrompt="1"/>
          </p:nvPr>
        </p:nvSpPr>
        <p:spPr bwMode="gray">
          <a:xfrm>
            <a:off x="0" y="3352800"/>
            <a:ext cx="12192000" cy="3509682"/>
          </a:xfrm>
          <a:prstGeom prst="rect">
            <a:avLst/>
          </a:prstGeom>
          <a:solidFill>
            <a:schemeClr val="accent6">
              <a:lumMod val="60000"/>
              <a:lumOff val="40000"/>
            </a:schemeClr>
          </a:solidFill>
        </p:spPr>
        <p:txBody>
          <a:bodyPr lIns="0" tIns="0" rIns="0" bIns="0" anchor="ctr"/>
          <a:lstStyle>
            <a:lvl1pPr marL="0" indent="0" algn="ctr">
              <a:buFontTx/>
              <a:buNone/>
              <a:defRPr sz="2400">
                <a:solidFill>
                  <a:schemeClr val="tx2"/>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a:t>Click to add image.</a:t>
            </a:r>
            <a:br>
              <a:rPr lang="en-US"/>
            </a:br>
            <a:r>
              <a:rPr lang="en-US"/>
              <a:t>Then Reorder: Send to back</a:t>
            </a:r>
          </a:p>
        </p:txBody>
      </p:sp>
      <p:sp>
        <p:nvSpPr>
          <p:cNvPr id="16" name="Text Placeholder 5">
            <a:extLst>
              <a:ext uri="{FF2B5EF4-FFF2-40B4-BE49-F238E27FC236}">
                <a16:creationId xmlns:a16="http://schemas.microsoft.com/office/drawing/2014/main" id="{D008BF2A-3887-409B-2567-9779543E991D}"/>
              </a:ext>
            </a:extLst>
          </p:cNvPr>
          <p:cNvSpPr>
            <a:spLocks noGrp="1"/>
          </p:cNvSpPr>
          <p:nvPr>
            <p:ph type="body" sz="quarter" idx="27" hasCustomPrompt="1"/>
          </p:nvPr>
        </p:nvSpPr>
        <p:spPr bwMode="gray">
          <a:xfrm>
            <a:off x="0" y="5202000"/>
            <a:ext cx="12192000" cy="1656000"/>
          </a:xfrm>
          <a:gradFill>
            <a:gsLst>
              <a:gs pos="0">
                <a:schemeClr val="bg1"/>
              </a:gs>
              <a:gs pos="80000">
                <a:schemeClr val="bg1">
                  <a:alpha val="0"/>
                </a:schemeClr>
              </a:gs>
            </a:gsLst>
            <a:lin ang="16200000" scaled="1"/>
          </a:gradFill>
        </p:spPr>
        <p:txBody>
          <a:bodyPr vert="horz" wrap="square" lIns="0" tIns="0" rIns="0" bIns="0" rtlCol="0">
            <a:noAutofit/>
          </a:bodyPr>
          <a:lstStyle>
            <a:lvl1pPr>
              <a:defRPr lang="en-US" sz="100" dirty="0">
                <a:solidFill>
                  <a:schemeClr val="bg1"/>
                </a:solidFill>
              </a:defRPr>
            </a:lvl1pPr>
          </a:lstStyle>
          <a:p>
            <a:pPr lvl="0"/>
            <a:r>
              <a:rPr lang="en-US"/>
              <a:t> </a:t>
            </a:r>
          </a:p>
        </p:txBody>
      </p:sp>
      <p:sp>
        <p:nvSpPr>
          <p:cNvPr id="10" name="Footer Placeholder 4">
            <a:extLst>
              <a:ext uri="{FF2B5EF4-FFF2-40B4-BE49-F238E27FC236}">
                <a16:creationId xmlns:a16="http://schemas.microsoft.com/office/drawing/2014/main" id="{87A8D542-4123-5D52-32A8-5A10FF2E7D6F}"/>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a:t>
            </a:r>
            <a:fld id="{BFCE6054-0620-4EC7-B251-A83F474EBDE9}" type="datetimeyyyy">
              <a:rPr lang="en-US" smtClean="0"/>
              <a:pPr/>
              <a:t>2026</a:t>
            </a:fld>
            <a:r>
              <a:rPr lang="en-US"/>
              <a:t> NTT DATA Business Solutions</a:t>
            </a:r>
          </a:p>
        </p:txBody>
      </p:sp>
      <p:sp>
        <p:nvSpPr>
          <p:cNvPr id="15" name="Slide Number Placeholder 5">
            <a:extLst>
              <a:ext uri="{FF2B5EF4-FFF2-40B4-BE49-F238E27FC236}">
                <a16:creationId xmlns:a16="http://schemas.microsoft.com/office/drawing/2014/main" id="{3F919FBB-9A4E-7FAD-B0F2-5D660792C32E}"/>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18" name="Title 5">
            <a:extLst>
              <a:ext uri="{FF2B5EF4-FFF2-40B4-BE49-F238E27FC236}">
                <a16:creationId xmlns:a16="http://schemas.microsoft.com/office/drawing/2014/main" id="{685F5729-4D42-77C1-FCC6-A3E027B0D91F}"/>
              </a:ext>
            </a:extLst>
          </p:cNvPr>
          <p:cNvSpPr>
            <a:spLocks noGrp="1"/>
          </p:cNvSpPr>
          <p:nvPr>
            <p:ph type="title" hasCustomPrompt="1"/>
          </p:nvPr>
        </p:nvSpPr>
        <p:spPr bwMode="gray">
          <a:xfrm>
            <a:off x="371475" y="333375"/>
            <a:ext cx="11449050" cy="792000"/>
          </a:xfrm>
        </p:spPr>
        <p:txBody>
          <a:bodyPr vert="horz"/>
          <a:lstStyle/>
          <a:p>
            <a:r>
              <a:rPr lang="en-US"/>
              <a:t>Click to edit Master title style</a:t>
            </a:r>
          </a:p>
        </p:txBody>
      </p:sp>
      <p:sp>
        <p:nvSpPr>
          <p:cNvPr id="3" name="Textplatzhalter 6">
            <a:extLst>
              <a:ext uri="{FF2B5EF4-FFF2-40B4-BE49-F238E27FC236}">
                <a16:creationId xmlns:a16="http://schemas.microsoft.com/office/drawing/2014/main" id="{3332E3DA-1D9C-AE98-90B7-99F86957B3D1}"/>
              </a:ext>
            </a:extLst>
          </p:cNvPr>
          <p:cNvSpPr>
            <a:spLocks noGrp="1" noRot="1" noMove="1" noResize="1" noEditPoints="1" noAdjustHandles="1" noChangeArrowheads="1" noChangeShapeType="1"/>
          </p:cNvSpPr>
          <p:nvPr>
            <p:ph type="body" sz="quarter" idx="30" hasCustomPrompt="1"/>
          </p:nvPr>
        </p:nvSpPr>
        <p:spPr bwMode="gray">
          <a:xfrm>
            <a:off x="10531725" y="6449745"/>
            <a:ext cx="1288800" cy="262800"/>
          </a:xfrm>
          <a:blipFill>
            <a:blip r:embed="rId2"/>
            <a:stretch>
              <a:fillRect/>
            </a:stretch>
          </a:blipFill>
        </p:spPr>
        <p:txBody>
          <a:bodyPr/>
          <a:lstStyle>
            <a:lvl1pPr>
              <a:defRPr/>
            </a:lvl1pPr>
          </a:lstStyle>
          <a:p>
            <a:pPr lvl="0"/>
            <a:r>
              <a:rPr lang="de-DE"/>
              <a:t> </a:t>
            </a:r>
            <a:endParaRPr lang="en-GB"/>
          </a:p>
        </p:txBody>
      </p:sp>
    </p:spTree>
    <p:extLst>
      <p:ext uri="{BB962C8B-B14F-4D97-AF65-F5344CB8AC3E}">
        <p14:creationId xmlns:p14="http://schemas.microsoft.com/office/powerpoint/2010/main" val="18330913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_Pictures Three Ligh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2799AD32-EACB-40FD-ACFA-9178E8D00357}"/>
              </a:ext>
            </a:extLst>
          </p:cNvPr>
          <p:cNvSpPr>
            <a:spLocks noGrp="1"/>
          </p:cNvSpPr>
          <p:nvPr>
            <p:ph type="pic" sz="quarter" idx="13" hasCustomPrompt="1"/>
          </p:nvPr>
        </p:nvSpPr>
        <p:spPr bwMode="gray">
          <a:xfrm>
            <a:off x="1" y="1412875"/>
            <a:ext cx="4015999" cy="2772000"/>
          </a:xfrm>
          <a:solidFill>
            <a:schemeClr val="accent6"/>
          </a:solidFill>
        </p:spPr>
        <p:txBody>
          <a:bodyPr anchor="ctr" anchorCtr="0"/>
          <a:lstStyle>
            <a:lvl1pPr algn="ctr">
              <a:defRPr sz="2000">
                <a:solidFill>
                  <a:schemeClr val="bg1"/>
                </a:solidFill>
              </a:defRPr>
            </a:lvl1pPr>
          </a:lstStyle>
          <a:p>
            <a:r>
              <a:rPr lang="en-US"/>
              <a:t>Click icon to add picture</a:t>
            </a:r>
          </a:p>
        </p:txBody>
      </p:sp>
      <p:sp>
        <p:nvSpPr>
          <p:cNvPr id="8" name="Picture Placeholder 6">
            <a:extLst>
              <a:ext uri="{FF2B5EF4-FFF2-40B4-BE49-F238E27FC236}">
                <a16:creationId xmlns:a16="http://schemas.microsoft.com/office/drawing/2014/main" id="{C73D5620-2B8C-49E1-ADF3-9ADE2BF3BA3C}"/>
              </a:ext>
            </a:extLst>
          </p:cNvPr>
          <p:cNvSpPr>
            <a:spLocks noGrp="1"/>
          </p:cNvSpPr>
          <p:nvPr>
            <p:ph type="pic" sz="quarter" idx="14" hasCustomPrompt="1"/>
          </p:nvPr>
        </p:nvSpPr>
        <p:spPr bwMode="gray">
          <a:xfrm>
            <a:off x="4088000" y="1412875"/>
            <a:ext cx="4015999" cy="2772000"/>
          </a:xfrm>
          <a:solidFill>
            <a:schemeClr val="accent6"/>
          </a:solidFill>
        </p:spPr>
        <p:txBody>
          <a:bodyPr anchor="ctr" anchorCtr="0"/>
          <a:lstStyle>
            <a:lvl1pPr algn="ctr">
              <a:defRPr sz="2000">
                <a:solidFill>
                  <a:schemeClr val="bg1"/>
                </a:solidFill>
              </a:defRPr>
            </a:lvl1pPr>
          </a:lstStyle>
          <a:p>
            <a:r>
              <a:rPr lang="en-US"/>
              <a:t>Click icon to add picture</a:t>
            </a:r>
          </a:p>
        </p:txBody>
      </p:sp>
      <p:sp>
        <p:nvSpPr>
          <p:cNvPr id="9" name="Picture Placeholder 6">
            <a:extLst>
              <a:ext uri="{FF2B5EF4-FFF2-40B4-BE49-F238E27FC236}">
                <a16:creationId xmlns:a16="http://schemas.microsoft.com/office/drawing/2014/main" id="{A31D45D1-5334-4DD5-8154-DAD52B3C3972}"/>
              </a:ext>
            </a:extLst>
          </p:cNvPr>
          <p:cNvSpPr>
            <a:spLocks noGrp="1"/>
          </p:cNvSpPr>
          <p:nvPr>
            <p:ph type="pic" sz="quarter" idx="15" hasCustomPrompt="1"/>
          </p:nvPr>
        </p:nvSpPr>
        <p:spPr bwMode="gray">
          <a:xfrm>
            <a:off x="8175999" y="1412875"/>
            <a:ext cx="4015999" cy="2772000"/>
          </a:xfrm>
          <a:solidFill>
            <a:schemeClr val="accent6"/>
          </a:solidFill>
        </p:spPr>
        <p:txBody>
          <a:bodyPr anchor="ctr" anchorCtr="0"/>
          <a:lstStyle>
            <a:lvl1pPr algn="ctr">
              <a:defRPr sz="2000">
                <a:solidFill>
                  <a:schemeClr val="bg1"/>
                </a:solidFill>
              </a:defRPr>
            </a:lvl1pPr>
          </a:lstStyle>
          <a:p>
            <a:r>
              <a:rPr lang="en-US"/>
              <a:t>Click icon to add picture</a:t>
            </a:r>
          </a:p>
        </p:txBody>
      </p:sp>
      <p:sp>
        <p:nvSpPr>
          <p:cNvPr id="6" name="Title 5">
            <a:extLst>
              <a:ext uri="{FF2B5EF4-FFF2-40B4-BE49-F238E27FC236}">
                <a16:creationId xmlns:a16="http://schemas.microsoft.com/office/drawing/2014/main" id="{07792201-616E-4C9D-B2C5-4900CE58E947}"/>
              </a:ext>
            </a:extLst>
          </p:cNvPr>
          <p:cNvSpPr>
            <a:spLocks noGrp="1"/>
          </p:cNvSpPr>
          <p:nvPr>
            <p:ph type="title" hasCustomPrompt="1"/>
          </p:nvPr>
        </p:nvSpPr>
        <p:spPr bwMode="gray"/>
        <p:txBody>
          <a:bodyPr vert="horz"/>
          <a:lstStyle/>
          <a:p>
            <a:r>
              <a:rPr lang="en-US"/>
              <a:t>Click to edit Master title style</a:t>
            </a:r>
          </a:p>
        </p:txBody>
      </p:sp>
      <p:sp>
        <p:nvSpPr>
          <p:cNvPr id="4" name="Footer Placeholder 4">
            <a:extLst>
              <a:ext uri="{FF2B5EF4-FFF2-40B4-BE49-F238E27FC236}">
                <a16:creationId xmlns:a16="http://schemas.microsoft.com/office/drawing/2014/main" id="{CE3B8E11-1E99-8E14-7DC2-2A5585E8FA2F}"/>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a:t>
            </a:r>
            <a:fld id="{9BDEE66D-A942-4D23-8988-8A9C42147FAB}" type="datetimeyyyy">
              <a:rPr lang="en-US" smtClean="0"/>
              <a:pPr/>
              <a:t>2026</a:t>
            </a:fld>
            <a:r>
              <a:rPr lang="en-US"/>
              <a:t> NTT DATA Business Solutions</a:t>
            </a:r>
          </a:p>
        </p:txBody>
      </p:sp>
      <p:sp>
        <p:nvSpPr>
          <p:cNvPr id="5" name="Slide Number Placeholder 5">
            <a:extLst>
              <a:ext uri="{FF2B5EF4-FFF2-40B4-BE49-F238E27FC236}">
                <a16:creationId xmlns:a16="http://schemas.microsoft.com/office/drawing/2014/main" id="{C894E80A-235B-AC62-CD2D-E4D54353CE6C}"/>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sp>
        <p:nvSpPr>
          <p:cNvPr id="11" name="Textplatzhalter 13">
            <a:extLst>
              <a:ext uri="{FF2B5EF4-FFF2-40B4-BE49-F238E27FC236}">
                <a16:creationId xmlns:a16="http://schemas.microsoft.com/office/drawing/2014/main" id="{37810C3F-8126-9187-298C-78C18E4DEC1A}"/>
              </a:ext>
            </a:extLst>
          </p:cNvPr>
          <p:cNvSpPr>
            <a:spLocks noGrp="1"/>
          </p:cNvSpPr>
          <p:nvPr>
            <p:ph type="body" sz="quarter" idx="16"/>
          </p:nvPr>
        </p:nvSpPr>
        <p:spPr bwMode="gray">
          <a:xfrm>
            <a:off x="371475" y="4378960"/>
            <a:ext cx="3657600" cy="185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platzhalter 13">
            <a:extLst>
              <a:ext uri="{FF2B5EF4-FFF2-40B4-BE49-F238E27FC236}">
                <a16:creationId xmlns:a16="http://schemas.microsoft.com/office/drawing/2014/main" id="{9362F217-E245-B1E7-6E7D-C2737EF5C818}"/>
              </a:ext>
            </a:extLst>
          </p:cNvPr>
          <p:cNvSpPr>
            <a:spLocks noGrp="1"/>
          </p:cNvSpPr>
          <p:nvPr>
            <p:ph type="body" sz="quarter" idx="17"/>
          </p:nvPr>
        </p:nvSpPr>
        <p:spPr bwMode="gray">
          <a:xfrm>
            <a:off x="4267201" y="4378960"/>
            <a:ext cx="3657600" cy="185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platzhalter 13">
            <a:extLst>
              <a:ext uri="{FF2B5EF4-FFF2-40B4-BE49-F238E27FC236}">
                <a16:creationId xmlns:a16="http://schemas.microsoft.com/office/drawing/2014/main" id="{08BFE69C-6456-64E6-6838-D713604E3E3E}"/>
              </a:ext>
            </a:extLst>
          </p:cNvPr>
          <p:cNvSpPr>
            <a:spLocks noGrp="1"/>
          </p:cNvSpPr>
          <p:nvPr>
            <p:ph type="body" sz="quarter" idx="18"/>
          </p:nvPr>
        </p:nvSpPr>
        <p:spPr bwMode="gray">
          <a:xfrm>
            <a:off x="8162925" y="4378960"/>
            <a:ext cx="3657600" cy="185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Grafik 1" descr="NTT DATA Logo">
            <a:extLst>
              <a:ext uri="{FF2B5EF4-FFF2-40B4-BE49-F238E27FC236}">
                <a16:creationId xmlns:a16="http://schemas.microsoft.com/office/drawing/2014/main" id="{EE5C3873-EA9A-EDF2-2B96-1E66E7564FC0}"/>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66997"/>
            <a:ext cx="1288971" cy="262800"/>
          </a:xfrm>
          <a:prstGeom prst="rect">
            <a:avLst/>
          </a:prstGeom>
        </p:spPr>
      </p:pic>
    </p:spTree>
    <p:extLst>
      <p:ext uri="{BB962C8B-B14F-4D97-AF65-F5344CB8AC3E}">
        <p14:creationId xmlns:p14="http://schemas.microsoft.com/office/powerpoint/2010/main" val="40164461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_Picture Collection Light">
    <p:spTree>
      <p:nvGrpSpPr>
        <p:cNvPr id="1" name=""/>
        <p:cNvGrpSpPr/>
        <p:nvPr/>
      </p:nvGrpSpPr>
      <p:grpSpPr>
        <a:xfrm>
          <a:off x="0" y="0"/>
          <a:ext cx="0" cy="0"/>
          <a:chOff x="0" y="0"/>
          <a:chExt cx="0" cy="0"/>
        </a:xfrm>
      </p:grpSpPr>
      <p:sp>
        <p:nvSpPr>
          <p:cNvPr id="28" name="Picture Placeholder 25">
            <a:extLst>
              <a:ext uri="{C183D7F6-B498-43B3-948B-1728B52AA6E4}">
                <adec:decorative xmlns:adec="http://schemas.microsoft.com/office/drawing/2017/decorative" val="1"/>
              </a:ext>
            </a:extLst>
          </p:cNvPr>
          <p:cNvSpPr>
            <a:spLocks noGrp="1"/>
          </p:cNvSpPr>
          <p:nvPr>
            <p:ph type="pic" sz="quarter" idx="22" hasCustomPrompt="1"/>
          </p:nvPr>
        </p:nvSpPr>
        <p:spPr bwMode="gray">
          <a:xfrm>
            <a:off x="3884852" y="3987605"/>
            <a:ext cx="5371357" cy="2249683"/>
          </a:xfrm>
          <a:prstGeom prst="roundRect">
            <a:avLst>
              <a:gd name="adj" fmla="val 0"/>
            </a:avLst>
          </a:prstGeom>
          <a:solidFill>
            <a:schemeClr val="bg2"/>
          </a:solidFill>
          <a:ln w="3175" cmpd="sng">
            <a:noFill/>
          </a:ln>
          <a:effectLst/>
        </p:spPr>
        <p:txBody>
          <a:bodyPr vert="horz" lIns="91440" tIns="45720" rIns="91440" bIns="45720" rtlCol="0" anchor="ctr" anchorCtr="0">
            <a:normAutofit/>
          </a:bodyPr>
          <a:lstStyle>
            <a:lvl1pPr marL="0" indent="0" algn="ctr" defTabSz="1219170" rtl="0" eaLnBrk="1" latinLnBrk="0" hangingPunct="1">
              <a:lnSpc>
                <a:spcPct val="95000"/>
              </a:lnSpc>
              <a:spcBef>
                <a:spcPts val="1920"/>
              </a:spcBef>
              <a:buClr>
                <a:srgbClr val="92D050"/>
              </a:buClr>
              <a:buSzPct val="90000"/>
              <a:buFont typeface="Arial" pitchFamily="34" charset="0"/>
              <a:buNone/>
              <a:tabLst/>
              <a:defRPr lang="en-US" sz="2667" kern="1200" dirty="0">
                <a:solidFill>
                  <a:schemeClr val="tx1"/>
                </a:solidFill>
                <a:latin typeface="+mn-lt"/>
                <a:ea typeface="+mn-ea"/>
                <a:cs typeface="+mn-cs"/>
              </a:defRPr>
            </a:lvl1pPr>
          </a:lstStyle>
          <a:p>
            <a:r>
              <a:rPr lang="en-US"/>
              <a:t>Insert photo here</a:t>
            </a:r>
          </a:p>
        </p:txBody>
      </p:sp>
      <p:sp>
        <p:nvSpPr>
          <p:cNvPr id="13" name="Rounded Rectangle 12">
            <a:extLst>
              <a:ext uri="{C183D7F6-B498-43B3-948B-1728B52AA6E4}">
                <adec:decorative xmlns:adec="http://schemas.microsoft.com/office/drawing/2017/decorative" val="1"/>
              </a:ext>
            </a:extLst>
          </p:cNvPr>
          <p:cNvSpPr/>
          <p:nvPr userDrawn="1"/>
        </p:nvSpPr>
        <p:spPr bwMode="gray">
          <a:xfrm>
            <a:off x="9349318" y="2163386"/>
            <a:ext cx="2484125" cy="2675053"/>
          </a:xfrm>
          <a:prstGeom prst="roundRect">
            <a:avLst>
              <a:gd name="adj" fmla="val 0"/>
            </a:avLst>
          </a:prstGeom>
          <a:solidFill>
            <a:schemeClr val="bg1">
              <a:alpha val="3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accent1"/>
              </a:solidFill>
              <a:latin typeface="+mn-lt"/>
            </a:endParaRPr>
          </a:p>
        </p:txBody>
      </p:sp>
      <p:sp>
        <p:nvSpPr>
          <p:cNvPr id="6" name="Picture Placeholder 25">
            <a:extLst>
              <a:ext uri="{C183D7F6-B498-43B3-948B-1728B52AA6E4}">
                <adec:decorative xmlns:adec="http://schemas.microsoft.com/office/drawing/2017/decorative" val="1"/>
              </a:ext>
            </a:extLst>
          </p:cNvPr>
          <p:cNvSpPr>
            <a:spLocks noGrp="1"/>
          </p:cNvSpPr>
          <p:nvPr>
            <p:ph type="pic" sz="quarter" idx="10" hasCustomPrompt="1"/>
          </p:nvPr>
        </p:nvSpPr>
        <p:spPr bwMode="gray">
          <a:xfrm>
            <a:off x="371475" y="333373"/>
            <a:ext cx="4419959" cy="3547536"/>
          </a:xfrm>
          <a:prstGeom prst="roundRect">
            <a:avLst>
              <a:gd name="adj" fmla="val 0"/>
            </a:avLst>
          </a:prstGeom>
          <a:solidFill>
            <a:schemeClr val="bg2"/>
          </a:solidFill>
          <a:ln>
            <a:noFill/>
          </a:ln>
          <a:effectLst/>
        </p:spPr>
        <p:txBody>
          <a:bodyPr vert="horz" lIns="91440" tIns="45720" rIns="91440" bIns="45720" rtlCol="0" anchor="ctr" anchorCtr="0">
            <a:normAutofit/>
          </a:bodyPr>
          <a:lstStyle>
            <a:lvl1pPr marL="0" indent="0" algn="ctr" defTabSz="1219170" rtl="0" eaLnBrk="1" latinLnBrk="0" hangingPunct="1">
              <a:lnSpc>
                <a:spcPct val="100000"/>
              </a:lnSpc>
              <a:spcBef>
                <a:spcPts val="1920"/>
              </a:spcBef>
              <a:buClr>
                <a:srgbClr val="92D050"/>
              </a:buClr>
              <a:buSzPct val="90000"/>
              <a:buFont typeface="Arial" pitchFamily="34" charset="0"/>
              <a:buNone/>
              <a:tabLst/>
              <a:defRPr lang="en-US" sz="2667" kern="1200" dirty="0">
                <a:solidFill>
                  <a:schemeClr val="tx1"/>
                </a:solidFill>
                <a:latin typeface="+mn-lt"/>
                <a:ea typeface="+mn-ea"/>
                <a:cs typeface="+mn-cs"/>
              </a:defRPr>
            </a:lvl1pPr>
          </a:lstStyle>
          <a:p>
            <a:r>
              <a:rPr lang="en-US"/>
              <a:t>Insert photo here</a:t>
            </a:r>
          </a:p>
        </p:txBody>
      </p:sp>
      <p:sp>
        <p:nvSpPr>
          <p:cNvPr id="14" name="Picture Placeholder 25">
            <a:extLst>
              <a:ext uri="{C183D7F6-B498-43B3-948B-1728B52AA6E4}">
                <adec:decorative xmlns:adec="http://schemas.microsoft.com/office/drawing/2017/decorative" val="1"/>
              </a:ext>
            </a:extLst>
          </p:cNvPr>
          <p:cNvSpPr>
            <a:spLocks noGrp="1"/>
          </p:cNvSpPr>
          <p:nvPr>
            <p:ph type="pic" sz="quarter" idx="15" hasCustomPrompt="1"/>
          </p:nvPr>
        </p:nvSpPr>
        <p:spPr bwMode="gray">
          <a:xfrm>
            <a:off x="9349318" y="2140170"/>
            <a:ext cx="2448000" cy="2680693"/>
          </a:xfrm>
          <a:prstGeom prst="roundRect">
            <a:avLst>
              <a:gd name="adj" fmla="val 0"/>
            </a:avLst>
          </a:prstGeom>
          <a:solidFill>
            <a:schemeClr val="bg2"/>
          </a:solidFill>
          <a:ln w="3175" cmpd="sng">
            <a:noFill/>
          </a:ln>
          <a:effectLst/>
        </p:spPr>
        <p:txBody>
          <a:bodyPr vert="horz" lIns="91440" tIns="45720" rIns="91440" bIns="45720" rtlCol="0" anchor="ctr" anchorCtr="0">
            <a:normAutofit/>
          </a:bodyPr>
          <a:lstStyle>
            <a:lvl1pPr marL="0" indent="0" algn="ctr" defTabSz="1219170" rtl="0" eaLnBrk="1" latinLnBrk="0" hangingPunct="1">
              <a:lnSpc>
                <a:spcPct val="100000"/>
              </a:lnSpc>
              <a:spcBef>
                <a:spcPts val="1920"/>
              </a:spcBef>
              <a:buClr>
                <a:srgbClr val="92D050"/>
              </a:buClr>
              <a:buSzPct val="90000"/>
              <a:buFont typeface="Arial" pitchFamily="34" charset="0"/>
              <a:buNone/>
              <a:tabLst/>
              <a:defRPr lang="en-US" sz="2667" kern="1200" dirty="0">
                <a:solidFill>
                  <a:schemeClr val="tx1"/>
                </a:solidFill>
                <a:latin typeface="+mn-lt"/>
                <a:ea typeface="+mn-ea"/>
                <a:cs typeface="+mn-cs"/>
              </a:defRPr>
            </a:lvl1pPr>
          </a:lstStyle>
          <a:p>
            <a:r>
              <a:rPr lang="en-US"/>
              <a:t>Insert photo here</a:t>
            </a:r>
          </a:p>
        </p:txBody>
      </p:sp>
      <p:sp>
        <p:nvSpPr>
          <p:cNvPr id="29" name="Text Placeholder 4"/>
          <p:cNvSpPr>
            <a:spLocks noGrp="1"/>
          </p:cNvSpPr>
          <p:nvPr>
            <p:ph type="body" sz="quarter" idx="23" hasCustomPrompt="1"/>
          </p:nvPr>
        </p:nvSpPr>
        <p:spPr bwMode="gray">
          <a:xfrm>
            <a:off x="371475" y="2422522"/>
            <a:ext cx="4419959" cy="1458387"/>
          </a:xfrm>
          <a:prstGeom prst="roundRect">
            <a:avLst>
              <a:gd name="adj" fmla="val 0"/>
            </a:avLst>
          </a:prstGeom>
          <a:noFill/>
          <a:ln>
            <a:noFill/>
          </a:ln>
          <a:effectLst/>
        </p:spPr>
        <p:txBody>
          <a:bodyPr anchor="t" anchorCtr="0"/>
          <a:lstStyle>
            <a:lvl1pPr algn="ctr">
              <a:lnSpc>
                <a:spcPct val="100000"/>
              </a:lnSpc>
              <a:defRPr sz="2133">
                <a:solidFill>
                  <a:schemeClr val="tx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p:txBody>
      </p:sp>
      <p:sp>
        <p:nvSpPr>
          <p:cNvPr id="19" name="Text Placeholder 4"/>
          <p:cNvSpPr>
            <a:spLocks noGrp="1"/>
          </p:cNvSpPr>
          <p:nvPr>
            <p:ph type="body" sz="quarter" idx="17" hasCustomPrompt="1"/>
          </p:nvPr>
        </p:nvSpPr>
        <p:spPr bwMode="gray">
          <a:xfrm>
            <a:off x="4884544" y="333375"/>
            <a:ext cx="4371666" cy="3555695"/>
          </a:xfrm>
          <a:prstGeom prst="roundRect">
            <a:avLst>
              <a:gd name="adj" fmla="val 0"/>
            </a:avLst>
          </a:prstGeom>
          <a:solidFill>
            <a:schemeClr val="bg1"/>
          </a:solidFill>
          <a:ln>
            <a:noFill/>
          </a:ln>
          <a:effectLst/>
        </p:spPr>
        <p:txBody>
          <a:bodyPr lIns="108000" anchor="ctr"/>
          <a:lstStyle>
            <a:lvl1pPr marL="0" indent="0" algn="l">
              <a:lnSpc>
                <a:spcPct val="100000"/>
              </a:lnSpc>
              <a:tabLst/>
              <a:defRPr sz="3200" b="1">
                <a:solidFill>
                  <a:schemeClr val="tx1"/>
                </a:solidFill>
                <a:effectLst/>
                <a:latin typeface="+mn-lt"/>
                <a:cs typeface="Arial"/>
              </a:defRPr>
            </a:lvl1pPr>
            <a:lvl2pPr marL="0" indent="0" algn="l">
              <a:lnSpc>
                <a:spcPct val="100000"/>
              </a:lnSpc>
              <a:defRPr>
                <a:solidFill>
                  <a:schemeClr val="tx1"/>
                </a:solidFill>
                <a:effectLst/>
                <a:latin typeface="+mn-lt"/>
                <a:cs typeface="Aria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a:p>
            <a:pPr lvl="1"/>
            <a:r>
              <a:rPr lang="en-US" altLang="ja-JP"/>
              <a:t>Second level</a:t>
            </a:r>
          </a:p>
        </p:txBody>
      </p:sp>
      <p:sp>
        <p:nvSpPr>
          <p:cNvPr id="21" name="Text Placeholder 4"/>
          <p:cNvSpPr>
            <a:spLocks noGrp="1"/>
          </p:cNvSpPr>
          <p:nvPr>
            <p:ph type="body" sz="quarter" idx="14" hasCustomPrompt="1"/>
          </p:nvPr>
        </p:nvSpPr>
        <p:spPr bwMode="gray">
          <a:xfrm>
            <a:off x="9359747" y="333375"/>
            <a:ext cx="2448000" cy="1700963"/>
          </a:xfrm>
          <a:prstGeom prst="roundRect">
            <a:avLst>
              <a:gd name="adj" fmla="val 0"/>
            </a:avLst>
          </a:prstGeom>
          <a:solidFill>
            <a:schemeClr val="accent6"/>
          </a:solidFill>
          <a:ln>
            <a:noFill/>
          </a:ln>
          <a:effectLst/>
        </p:spPr>
        <p:txBody>
          <a:bodyPr anchor="ctr"/>
          <a:lstStyle>
            <a:lvl1pPr algn="ctr">
              <a:lnSpc>
                <a:spcPct val="100000"/>
              </a:lnSpc>
              <a:defRPr sz="2133">
                <a:solidFill>
                  <a:schemeClr val="tx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p:txBody>
      </p:sp>
      <p:sp>
        <p:nvSpPr>
          <p:cNvPr id="26" name="Text Placeholder 4"/>
          <p:cNvSpPr>
            <a:spLocks noGrp="1"/>
          </p:cNvSpPr>
          <p:nvPr>
            <p:ph type="body" sz="quarter" idx="21" hasCustomPrompt="1"/>
          </p:nvPr>
        </p:nvSpPr>
        <p:spPr bwMode="gray">
          <a:xfrm>
            <a:off x="9349318" y="3744196"/>
            <a:ext cx="2448000" cy="1076667"/>
          </a:xfrm>
          <a:prstGeom prst="roundRect">
            <a:avLst>
              <a:gd name="adj" fmla="val 0"/>
            </a:avLst>
          </a:prstGeom>
          <a:noFill/>
          <a:ln>
            <a:noFill/>
          </a:ln>
          <a:effectLst/>
        </p:spPr>
        <p:txBody>
          <a:bodyPr anchor="t" anchorCtr="0"/>
          <a:lstStyle>
            <a:lvl1pPr algn="ctr">
              <a:defRPr sz="2133">
                <a:solidFill>
                  <a:schemeClr val="tx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p:txBody>
      </p:sp>
      <p:sp>
        <p:nvSpPr>
          <p:cNvPr id="24" name="Text Placeholder 4"/>
          <p:cNvSpPr>
            <a:spLocks noGrp="1"/>
          </p:cNvSpPr>
          <p:nvPr>
            <p:ph type="body" sz="quarter" idx="13" hasCustomPrompt="1"/>
          </p:nvPr>
        </p:nvSpPr>
        <p:spPr bwMode="gray">
          <a:xfrm>
            <a:off x="371475" y="3987606"/>
            <a:ext cx="3420269" cy="2249682"/>
          </a:xfrm>
          <a:prstGeom prst="roundRect">
            <a:avLst>
              <a:gd name="adj" fmla="val 0"/>
            </a:avLst>
          </a:prstGeom>
          <a:solidFill>
            <a:schemeClr val="accent6"/>
          </a:solidFill>
          <a:ln>
            <a:noFill/>
          </a:ln>
          <a:effectLst/>
        </p:spPr>
        <p:txBody>
          <a:bodyPr lIns="108000" anchor="ctr"/>
          <a:lstStyle>
            <a:lvl1pPr algn="l">
              <a:lnSpc>
                <a:spcPct val="100000"/>
              </a:lnSpc>
              <a:defRPr sz="2667" b="1">
                <a:solidFill>
                  <a:schemeClr val="tx1"/>
                </a:solidFill>
                <a:latin typeface="+mn-lt"/>
                <a:cs typeface="Arial"/>
              </a:defRPr>
            </a:lvl1pPr>
            <a:lvl2pPr algn="l">
              <a:defRPr>
                <a:solidFill>
                  <a:schemeClr val="tx2"/>
                </a:solidFill>
              </a:defRPr>
            </a:lvl2pPr>
            <a:lvl3pPr algn="l">
              <a:defRPr>
                <a:solidFill>
                  <a:schemeClr val="tx2"/>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p:txBody>
      </p:sp>
      <p:sp>
        <p:nvSpPr>
          <p:cNvPr id="25" name="Text Placeholder 4"/>
          <p:cNvSpPr>
            <a:spLocks noGrp="1"/>
          </p:cNvSpPr>
          <p:nvPr>
            <p:ph type="body" sz="quarter" idx="20" hasCustomPrompt="1"/>
          </p:nvPr>
        </p:nvSpPr>
        <p:spPr bwMode="gray">
          <a:xfrm>
            <a:off x="3884852" y="5399590"/>
            <a:ext cx="5371200" cy="837698"/>
          </a:xfrm>
          <a:prstGeom prst="roundRect">
            <a:avLst>
              <a:gd name="adj" fmla="val 0"/>
            </a:avLst>
          </a:prstGeom>
          <a:noFill/>
          <a:ln>
            <a:noFill/>
          </a:ln>
          <a:effectLst/>
        </p:spPr>
        <p:txBody>
          <a:bodyPr anchor="t" anchorCtr="0"/>
          <a:lstStyle>
            <a:lvl1pPr algn="ctr">
              <a:lnSpc>
                <a:spcPct val="100000"/>
              </a:lnSpc>
              <a:defRPr sz="2133">
                <a:solidFill>
                  <a:schemeClr val="tx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p:txBody>
      </p:sp>
      <p:sp>
        <p:nvSpPr>
          <p:cNvPr id="22" name="Text Placeholder 4"/>
          <p:cNvSpPr>
            <a:spLocks noGrp="1"/>
          </p:cNvSpPr>
          <p:nvPr>
            <p:ph type="body" sz="quarter" idx="19" hasCustomPrompt="1"/>
          </p:nvPr>
        </p:nvSpPr>
        <p:spPr bwMode="gray">
          <a:xfrm>
            <a:off x="9349318" y="4926695"/>
            <a:ext cx="2448000" cy="1310593"/>
          </a:xfrm>
          <a:prstGeom prst="roundRect">
            <a:avLst>
              <a:gd name="adj" fmla="val 0"/>
            </a:avLst>
          </a:prstGeom>
          <a:solidFill>
            <a:schemeClr val="bg2"/>
          </a:solidFill>
          <a:ln>
            <a:noFill/>
          </a:ln>
          <a:effectLst/>
        </p:spPr>
        <p:txBody>
          <a:bodyPr anchor="ctr"/>
          <a:lstStyle>
            <a:lvl1pPr algn="ctr">
              <a:lnSpc>
                <a:spcPct val="100000"/>
              </a:lnSpc>
              <a:defRPr sz="2133">
                <a:solidFill>
                  <a:schemeClr val="tx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p:txBody>
      </p:sp>
      <p:sp>
        <p:nvSpPr>
          <p:cNvPr id="5" name="TextBox 4">
            <a:extLst>
              <a:ext uri="{FF2B5EF4-FFF2-40B4-BE49-F238E27FC236}">
                <a16:creationId xmlns:a16="http://schemas.microsoft.com/office/drawing/2014/main" id="{AFBA9505-91C7-B9FF-4651-787D86C3BED1}"/>
              </a:ext>
            </a:extLst>
          </p:cNvPr>
          <p:cNvSpPr txBox="1"/>
          <p:nvPr userDrawn="1"/>
        </p:nvSpPr>
        <p:spPr bwMode="gray">
          <a:xfrm>
            <a:off x="3685309" y="-803564"/>
            <a:ext cx="0" cy="0"/>
          </a:xfrm>
          <a:prstGeom prst="rect">
            <a:avLst/>
          </a:prstGeom>
          <a:noFill/>
        </p:spPr>
        <p:txBody>
          <a:bodyPr wrap="none" rtlCol="0">
            <a:noAutofit/>
          </a:bodyPr>
          <a:lstStyle/>
          <a:p>
            <a:pPr algn="l"/>
            <a:endParaRPr lang="en-US">
              <a:solidFill>
                <a:srgbClr val="FFFFFF"/>
              </a:solidFill>
            </a:endParaRPr>
          </a:p>
        </p:txBody>
      </p:sp>
      <p:sp>
        <p:nvSpPr>
          <p:cNvPr id="8" name="Footer Placeholder 4">
            <a:extLst>
              <a:ext uri="{FF2B5EF4-FFF2-40B4-BE49-F238E27FC236}">
                <a16:creationId xmlns:a16="http://schemas.microsoft.com/office/drawing/2014/main" id="{59C35B40-A84A-00D6-5FD3-6FD80F61E86D}"/>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a:t>
            </a:r>
            <a:fld id="{F9396429-A480-4379-AC8D-D62673221764}" type="datetimeyyyy">
              <a:rPr lang="en-US" smtClean="0"/>
              <a:pPr/>
              <a:t>2026</a:t>
            </a:fld>
            <a:r>
              <a:rPr lang="en-US"/>
              <a:t> NTT DATA Business Solutions</a:t>
            </a:r>
          </a:p>
        </p:txBody>
      </p:sp>
      <p:sp>
        <p:nvSpPr>
          <p:cNvPr id="9" name="Slide Number Placeholder 5">
            <a:extLst>
              <a:ext uri="{FF2B5EF4-FFF2-40B4-BE49-F238E27FC236}">
                <a16:creationId xmlns:a16="http://schemas.microsoft.com/office/drawing/2014/main" id="{BFC1EFC3-6CA1-181A-9D7F-24D4581B2107}"/>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pic>
        <p:nvPicPr>
          <p:cNvPr id="2" name="Grafik 1" descr="NTT DATA Logo">
            <a:extLst>
              <a:ext uri="{FF2B5EF4-FFF2-40B4-BE49-F238E27FC236}">
                <a16:creationId xmlns:a16="http://schemas.microsoft.com/office/drawing/2014/main" id="{606C5735-0DE1-D835-F22E-85B5242ECC6B}"/>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66997"/>
            <a:ext cx="1288971" cy="262800"/>
          </a:xfrm>
          <a:prstGeom prst="rect">
            <a:avLst/>
          </a:prstGeom>
        </p:spPr>
      </p:pic>
    </p:spTree>
    <p:extLst>
      <p:ext uri="{BB962C8B-B14F-4D97-AF65-F5344CB8AC3E}">
        <p14:creationId xmlns:p14="http://schemas.microsoft.com/office/powerpoint/2010/main" val="31657593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_Contact_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C3BB7C-B4A7-41A4-8C5A-903570B6070B}"/>
              </a:ext>
            </a:extLst>
          </p:cNvPr>
          <p:cNvSpPr>
            <a:spLocks noGrp="1"/>
          </p:cNvSpPr>
          <p:nvPr>
            <p:ph type="title" hasCustomPrompt="1"/>
          </p:nvPr>
        </p:nvSpPr>
        <p:spPr bwMode="gray"/>
        <p:txBody>
          <a:bodyPr vert="horz"/>
          <a:lstStyle/>
          <a:p>
            <a:r>
              <a:rPr lang="en-US"/>
              <a:t>Click to edit Master title style</a:t>
            </a:r>
          </a:p>
        </p:txBody>
      </p:sp>
      <p:sp>
        <p:nvSpPr>
          <p:cNvPr id="10" name="Footer Placeholder 4">
            <a:extLst>
              <a:ext uri="{FF2B5EF4-FFF2-40B4-BE49-F238E27FC236}">
                <a16:creationId xmlns:a16="http://schemas.microsoft.com/office/drawing/2014/main" id="{A9C53063-1F58-BE27-2E94-7E00DE772613}"/>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a:t>
            </a:r>
            <a:fld id="{35A113EA-7070-4043-8632-2E74A3B33FF7}" type="datetimeyyyy">
              <a:rPr lang="en-US" smtClean="0"/>
              <a:pPr/>
              <a:t>2026</a:t>
            </a:fld>
            <a:r>
              <a:rPr lang="en-US"/>
              <a:t> NTT DATA Business Solutions</a:t>
            </a:r>
          </a:p>
        </p:txBody>
      </p:sp>
      <p:sp>
        <p:nvSpPr>
          <p:cNvPr id="11" name="Slide Number Placeholder 5">
            <a:extLst>
              <a:ext uri="{FF2B5EF4-FFF2-40B4-BE49-F238E27FC236}">
                <a16:creationId xmlns:a16="http://schemas.microsoft.com/office/drawing/2014/main" id="{AF1EE05E-1EF3-FA88-09CC-87DB6B58184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sp>
        <p:nvSpPr>
          <p:cNvPr id="2" name="Bild">
            <a:extLst>
              <a:ext uri="{FF2B5EF4-FFF2-40B4-BE49-F238E27FC236}">
                <a16:creationId xmlns:a16="http://schemas.microsoft.com/office/drawing/2014/main" id="{9948B5AA-38C9-B8A3-3B71-91B71CEE405B}"/>
              </a:ext>
            </a:extLst>
          </p:cNvPr>
          <p:cNvSpPr>
            <a:spLocks noGrp="1"/>
          </p:cNvSpPr>
          <p:nvPr>
            <p:ph type="pic" sz="quarter" idx="18"/>
          </p:nvPr>
        </p:nvSpPr>
        <p:spPr bwMode="gray">
          <a:xfrm>
            <a:off x="2267270" y="2011950"/>
            <a:ext cx="3488705" cy="3488400"/>
          </a:xfrm>
          <a:prstGeom prst="ellipse">
            <a:avLst/>
          </a:prstGeom>
          <a:solidFill>
            <a:schemeClr val="accent6"/>
          </a:solidFill>
        </p:spPr>
        <p:txBody>
          <a:bodyPr lIns="144000" tIns="144000" rIns="144000" bIns="144000"/>
          <a:lstStyle>
            <a:lvl1pPr marL="0" indent="0">
              <a:buNone/>
              <a:defRPr sz="1400"/>
            </a:lvl1pPr>
          </a:lstStyle>
          <a:p>
            <a:r>
              <a:rPr lang="en-US" noProof="0"/>
              <a:t>Click icon to add picture</a:t>
            </a:r>
            <a:endParaRPr lang="de-DE" noProof="0"/>
          </a:p>
        </p:txBody>
      </p:sp>
      <p:sp>
        <p:nvSpPr>
          <p:cNvPr id="3" name="Textplatzhalter 19">
            <a:extLst>
              <a:ext uri="{FF2B5EF4-FFF2-40B4-BE49-F238E27FC236}">
                <a16:creationId xmlns:a16="http://schemas.microsoft.com/office/drawing/2014/main" id="{FA68653F-43DC-95F4-8019-D687C49DF208}"/>
              </a:ext>
            </a:extLst>
          </p:cNvPr>
          <p:cNvSpPr>
            <a:spLocks noGrp="1"/>
          </p:cNvSpPr>
          <p:nvPr>
            <p:ph type="body" sz="quarter" idx="20" hasCustomPrompt="1"/>
          </p:nvPr>
        </p:nvSpPr>
        <p:spPr bwMode="gray">
          <a:xfrm>
            <a:off x="6426199" y="2972822"/>
            <a:ext cx="5394325" cy="256154"/>
          </a:xfrm>
        </p:spPr>
        <p:txBody>
          <a:bodyPr/>
          <a:lstStyle>
            <a:lvl1pPr marL="0" indent="0">
              <a:buNone/>
              <a:defRPr sz="2000">
                <a:solidFill>
                  <a:schemeClr val="bg1"/>
                </a:solidFill>
              </a:defRPr>
            </a:lvl1pPr>
          </a:lstStyle>
          <a:p>
            <a:pPr lvl="0"/>
            <a:r>
              <a:rPr lang="de-DE"/>
              <a:t>Position</a:t>
            </a:r>
          </a:p>
        </p:txBody>
      </p:sp>
      <p:sp>
        <p:nvSpPr>
          <p:cNvPr id="4" name="Textplatzhalter 19">
            <a:extLst>
              <a:ext uri="{FF2B5EF4-FFF2-40B4-BE49-F238E27FC236}">
                <a16:creationId xmlns:a16="http://schemas.microsoft.com/office/drawing/2014/main" id="{EF2ADD26-2918-0B9D-FD8C-C82739487398}"/>
              </a:ext>
            </a:extLst>
          </p:cNvPr>
          <p:cNvSpPr>
            <a:spLocks noGrp="1"/>
          </p:cNvSpPr>
          <p:nvPr>
            <p:ph type="body" sz="quarter" idx="24" hasCustomPrompt="1"/>
          </p:nvPr>
        </p:nvSpPr>
        <p:spPr bwMode="gray">
          <a:xfrm>
            <a:off x="6426199" y="3246666"/>
            <a:ext cx="5394325" cy="256154"/>
          </a:xfrm>
        </p:spPr>
        <p:txBody>
          <a:bodyPr/>
          <a:lstStyle>
            <a:lvl1pPr marL="0" indent="0">
              <a:buNone/>
              <a:defRPr sz="2000">
                <a:solidFill>
                  <a:schemeClr val="bg1"/>
                </a:solidFill>
              </a:defRPr>
            </a:lvl1pPr>
          </a:lstStyle>
          <a:p>
            <a:pPr lvl="0"/>
            <a:r>
              <a:rPr lang="de-DE" err="1"/>
              <a:t>Section</a:t>
            </a:r>
            <a:endParaRPr lang="de-DE"/>
          </a:p>
        </p:txBody>
      </p:sp>
      <p:sp>
        <p:nvSpPr>
          <p:cNvPr id="5" name="Textplatzhalter 19">
            <a:extLst>
              <a:ext uri="{FF2B5EF4-FFF2-40B4-BE49-F238E27FC236}">
                <a16:creationId xmlns:a16="http://schemas.microsoft.com/office/drawing/2014/main" id="{9EC91858-6461-F85C-95CE-7518EFFFDC02}"/>
              </a:ext>
            </a:extLst>
          </p:cNvPr>
          <p:cNvSpPr>
            <a:spLocks noGrp="1"/>
          </p:cNvSpPr>
          <p:nvPr>
            <p:ph type="body" sz="quarter" idx="25" hasCustomPrompt="1"/>
          </p:nvPr>
        </p:nvSpPr>
        <p:spPr bwMode="gray">
          <a:xfrm>
            <a:off x="6426199" y="2589435"/>
            <a:ext cx="5394325" cy="368078"/>
          </a:xfrm>
        </p:spPr>
        <p:txBody>
          <a:bodyPr/>
          <a:lstStyle>
            <a:lvl1pPr marL="0" indent="0">
              <a:buNone/>
              <a:defRPr sz="2800" b="1">
                <a:solidFill>
                  <a:schemeClr val="accent1"/>
                </a:solidFill>
                <a:latin typeface="+mn-lt"/>
              </a:defRPr>
            </a:lvl1pPr>
          </a:lstStyle>
          <a:p>
            <a:pPr lvl="0"/>
            <a:r>
              <a:rPr lang="de-DE"/>
              <a:t>John </a:t>
            </a:r>
            <a:r>
              <a:rPr lang="de-DE" err="1"/>
              <a:t>Doe</a:t>
            </a:r>
            <a:endParaRPr lang="de-DE"/>
          </a:p>
        </p:txBody>
      </p:sp>
      <p:sp>
        <p:nvSpPr>
          <p:cNvPr id="7" name="Textplatzhalter 19">
            <a:extLst>
              <a:ext uri="{FF2B5EF4-FFF2-40B4-BE49-F238E27FC236}">
                <a16:creationId xmlns:a16="http://schemas.microsoft.com/office/drawing/2014/main" id="{7DD02888-CBDA-F97C-A43C-E0268623CAF4}"/>
              </a:ext>
            </a:extLst>
          </p:cNvPr>
          <p:cNvSpPr>
            <a:spLocks noGrp="1"/>
          </p:cNvSpPr>
          <p:nvPr>
            <p:ph type="body" sz="quarter" idx="26" hasCustomPrompt="1"/>
          </p:nvPr>
        </p:nvSpPr>
        <p:spPr bwMode="gray">
          <a:xfrm>
            <a:off x="6426199" y="4178440"/>
            <a:ext cx="5394325" cy="187184"/>
          </a:xfrm>
        </p:spPr>
        <p:txBody>
          <a:bodyPr/>
          <a:lstStyle>
            <a:lvl1pPr marL="0" indent="0">
              <a:buNone/>
              <a:defRPr sz="1600">
                <a:solidFill>
                  <a:schemeClr val="bg1"/>
                </a:solidFill>
              </a:defRPr>
            </a:lvl1pPr>
          </a:lstStyle>
          <a:p>
            <a:pPr lvl="0"/>
            <a:r>
              <a:rPr lang="de-DE"/>
              <a:t>Web</a:t>
            </a:r>
          </a:p>
        </p:txBody>
      </p:sp>
      <p:sp>
        <p:nvSpPr>
          <p:cNvPr id="8" name="Textplatzhalter 19">
            <a:extLst>
              <a:ext uri="{FF2B5EF4-FFF2-40B4-BE49-F238E27FC236}">
                <a16:creationId xmlns:a16="http://schemas.microsoft.com/office/drawing/2014/main" id="{8D088A0B-0BA4-2E4D-A19C-6319AF5B53ED}"/>
              </a:ext>
            </a:extLst>
          </p:cNvPr>
          <p:cNvSpPr>
            <a:spLocks noGrp="1"/>
          </p:cNvSpPr>
          <p:nvPr>
            <p:ph type="body" sz="quarter" idx="27" hasCustomPrompt="1"/>
          </p:nvPr>
        </p:nvSpPr>
        <p:spPr bwMode="gray">
          <a:xfrm>
            <a:off x="6426199" y="4397515"/>
            <a:ext cx="5394325" cy="187184"/>
          </a:xfrm>
        </p:spPr>
        <p:txBody>
          <a:bodyPr/>
          <a:lstStyle>
            <a:lvl1pPr marL="0" indent="0">
              <a:buNone/>
              <a:defRPr sz="1600">
                <a:solidFill>
                  <a:schemeClr val="bg1"/>
                </a:solidFill>
              </a:defRPr>
            </a:lvl1pPr>
          </a:lstStyle>
          <a:p>
            <a:pPr lvl="0"/>
            <a:r>
              <a:rPr lang="de-DE"/>
              <a:t>E-Mail</a:t>
            </a:r>
          </a:p>
        </p:txBody>
      </p:sp>
      <p:sp>
        <p:nvSpPr>
          <p:cNvPr id="9" name="Textplatzhalter 19">
            <a:extLst>
              <a:ext uri="{FF2B5EF4-FFF2-40B4-BE49-F238E27FC236}">
                <a16:creationId xmlns:a16="http://schemas.microsoft.com/office/drawing/2014/main" id="{1EEE35C9-767B-D99D-39BB-49CBA3F84283}"/>
              </a:ext>
            </a:extLst>
          </p:cNvPr>
          <p:cNvSpPr>
            <a:spLocks noGrp="1"/>
          </p:cNvSpPr>
          <p:nvPr>
            <p:ph type="body" sz="quarter" idx="28" hasCustomPrompt="1"/>
          </p:nvPr>
        </p:nvSpPr>
        <p:spPr bwMode="gray">
          <a:xfrm>
            <a:off x="6426199" y="4616591"/>
            <a:ext cx="5394325" cy="187184"/>
          </a:xfrm>
        </p:spPr>
        <p:txBody>
          <a:bodyPr/>
          <a:lstStyle>
            <a:lvl1pPr marL="0" indent="0">
              <a:buNone/>
              <a:defRPr sz="1600">
                <a:solidFill>
                  <a:schemeClr val="bg1"/>
                </a:solidFill>
              </a:defRPr>
            </a:lvl1pPr>
          </a:lstStyle>
          <a:p>
            <a:pPr lvl="0"/>
            <a:r>
              <a:rPr lang="de-DE"/>
              <a:t>Phone</a:t>
            </a:r>
          </a:p>
        </p:txBody>
      </p:sp>
      <p:cxnSp>
        <p:nvCxnSpPr>
          <p:cNvPr id="12" name="Gerader Verbinder 11">
            <a:extLst>
              <a:ext uri="{FF2B5EF4-FFF2-40B4-BE49-F238E27FC236}">
                <a16:creationId xmlns:a16="http://schemas.microsoft.com/office/drawing/2014/main" id="{1D833AD2-88EE-469C-7682-57A4D65529E7}"/>
              </a:ext>
            </a:extLst>
          </p:cNvPr>
          <p:cNvCxnSpPr>
            <a:cxnSpLocks/>
          </p:cNvCxnSpPr>
          <p:nvPr userDrawn="1"/>
        </p:nvCxnSpPr>
        <p:spPr bwMode="gray">
          <a:xfrm flipH="1">
            <a:off x="6426199" y="384063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3" name="Grafik 12" descr="NTT DATA Logo">
            <a:extLst>
              <a:ext uri="{FF2B5EF4-FFF2-40B4-BE49-F238E27FC236}">
                <a16:creationId xmlns:a16="http://schemas.microsoft.com/office/drawing/2014/main" id="{3CA5F31C-F5BF-2134-5216-2B15EFDE73C8}"/>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66997"/>
            <a:ext cx="1288971" cy="262800"/>
          </a:xfrm>
          <a:prstGeom prst="rect">
            <a:avLst/>
          </a:prstGeom>
        </p:spPr>
      </p:pic>
    </p:spTree>
    <p:extLst>
      <p:ext uri="{BB962C8B-B14F-4D97-AF65-F5344CB8AC3E}">
        <p14:creationId xmlns:p14="http://schemas.microsoft.com/office/powerpoint/2010/main" val="31972637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_Contact_2">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C3BB7C-B4A7-41A4-8C5A-903570B6070B}"/>
              </a:ext>
            </a:extLst>
          </p:cNvPr>
          <p:cNvSpPr>
            <a:spLocks noGrp="1"/>
          </p:cNvSpPr>
          <p:nvPr>
            <p:ph type="title" hasCustomPrompt="1"/>
          </p:nvPr>
        </p:nvSpPr>
        <p:spPr bwMode="gray"/>
        <p:txBody>
          <a:bodyPr vert="horz"/>
          <a:lstStyle/>
          <a:p>
            <a:r>
              <a:rPr lang="en-US"/>
              <a:t>Click to edit Master title style</a:t>
            </a:r>
          </a:p>
        </p:txBody>
      </p:sp>
      <p:sp>
        <p:nvSpPr>
          <p:cNvPr id="10" name="Footer Placeholder 4">
            <a:extLst>
              <a:ext uri="{FF2B5EF4-FFF2-40B4-BE49-F238E27FC236}">
                <a16:creationId xmlns:a16="http://schemas.microsoft.com/office/drawing/2014/main" id="{A9C53063-1F58-BE27-2E94-7E00DE772613}"/>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a:t>
            </a:r>
            <a:fld id="{DD6564D6-910B-4CB5-A86E-CED67E932BEE}" type="datetimeyyyy">
              <a:rPr lang="en-US" smtClean="0"/>
              <a:pPr/>
              <a:t>2026</a:t>
            </a:fld>
            <a:r>
              <a:rPr lang="en-US"/>
              <a:t> NTT DATA Business Solutions</a:t>
            </a:r>
          </a:p>
        </p:txBody>
      </p:sp>
      <p:sp>
        <p:nvSpPr>
          <p:cNvPr id="11" name="Slide Number Placeholder 5">
            <a:extLst>
              <a:ext uri="{FF2B5EF4-FFF2-40B4-BE49-F238E27FC236}">
                <a16:creationId xmlns:a16="http://schemas.microsoft.com/office/drawing/2014/main" id="{AF1EE05E-1EF3-FA88-09CC-87DB6B58184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sp>
        <p:nvSpPr>
          <p:cNvPr id="12" name="Bild">
            <a:extLst>
              <a:ext uri="{FF2B5EF4-FFF2-40B4-BE49-F238E27FC236}">
                <a16:creationId xmlns:a16="http://schemas.microsoft.com/office/drawing/2014/main" id="{28FFDF24-CEC1-8F04-920F-C95EB4279D4E}"/>
              </a:ext>
            </a:extLst>
          </p:cNvPr>
          <p:cNvSpPr>
            <a:spLocks noGrp="1"/>
          </p:cNvSpPr>
          <p:nvPr>
            <p:ph type="pic" sz="quarter" idx="18"/>
          </p:nvPr>
        </p:nvSpPr>
        <p:spPr bwMode="gray">
          <a:xfrm>
            <a:off x="2889419" y="1719468"/>
            <a:ext cx="2158392" cy="2158204"/>
          </a:xfrm>
          <a:prstGeom prst="ellipse">
            <a:avLst/>
          </a:prstGeom>
          <a:solidFill>
            <a:schemeClr val="accent6"/>
          </a:solidFill>
        </p:spPr>
        <p:txBody>
          <a:bodyPr lIns="144000" tIns="144000" rIns="144000" bIns="144000"/>
          <a:lstStyle>
            <a:lvl1pPr marL="0" indent="0">
              <a:buNone/>
              <a:defRPr sz="1400"/>
            </a:lvl1pPr>
          </a:lstStyle>
          <a:p>
            <a:r>
              <a:rPr lang="en-US" noProof="0"/>
              <a:t>Click icon to add picture</a:t>
            </a:r>
            <a:endParaRPr lang="de-DE" noProof="0"/>
          </a:p>
        </p:txBody>
      </p:sp>
      <p:sp>
        <p:nvSpPr>
          <p:cNvPr id="14" name="Textplatzhalter 19">
            <a:extLst>
              <a:ext uri="{FF2B5EF4-FFF2-40B4-BE49-F238E27FC236}">
                <a16:creationId xmlns:a16="http://schemas.microsoft.com/office/drawing/2014/main" id="{1B7E1544-D47A-3A30-5A4C-E95205A3B5B4}"/>
              </a:ext>
            </a:extLst>
          </p:cNvPr>
          <p:cNvSpPr>
            <a:spLocks noGrp="1"/>
          </p:cNvSpPr>
          <p:nvPr>
            <p:ph type="body" sz="quarter" idx="20" hasCustomPrompt="1"/>
          </p:nvPr>
        </p:nvSpPr>
        <p:spPr bwMode="gray">
          <a:xfrm>
            <a:off x="2713041" y="4463802"/>
            <a:ext cx="2511148" cy="199671"/>
          </a:xfrm>
        </p:spPr>
        <p:txBody>
          <a:bodyPr/>
          <a:lstStyle>
            <a:lvl1pPr marL="0" indent="0" algn="ctr">
              <a:buNone/>
              <a:defRPr sz="1600">
                <a:solidFill>
                  <a:schemeClr val="bg1"/>
                </a:solidFill>
              </a:defRPr>
            </a:lvl1pPr>
          </a:lstStyle>
          <a:p>
            <a:pPr lvl="0"/>
            <a:r>
              <a:rPr lang="de-DE"/>
              <a:t>Position</a:t>
            </a:r>
          </a:p>
        </p:txBody>
      </p:sp>
      <p:sp>
        <p:nvSpPr>
          <p:cNvPr id="15" name="Textplatzhalter 19">
            <a:extLst>
              <a:ext uri="{FF2B5EF4-FFF2-40B4-BE49-F238E27FC236}">
                <a16:creationId xmlns:a16="http://schemas.microsoft.com/office/drawing/2014/main" id="{9076DBF6-D36A-6E5A-3EFD-C4C38456B80D}"/>
              </a:ext>
            </a:extLst>
          </p:cNvPr>
          <p:cNvSpPr>
            <a:spLocks noGrp="1"/>
          </p:cNvSpPr>
          <p:nvPr>
            <p:ph type="body" sz="quarter" idx="24" hasCustomPrompt="1"/>
          </p:nvPr>
        </p:nvSpPr>
        <p:spPr bwMode="gray">
          <a:xfrm>
            <a:off x="2713041" y="4686846"/>
            <a:ext cx="2511148" cy="199671"/>
          </a:xfrm>
        </p:spPr>
        <p:txBody>
          <a:bodyPr/>
          <a:lstStyle>
            <a:lvl1pPr marL="0" indent="0" algn="ctr">
              <a:buNone/>
              <a:defRPr sz="1600">
                <a:solidFill>
                  <a:schemeClr val="bg1"/>
                </a:solidFill>
              </a:defRPr>
            </a:lvl1pPr>
          </a:lstStyle>
          <a:p>
            <a:pPr lvl="0"/>
            <a:r>
              <a:rPr lang="de-DE" err="1"/>
              <a:t>Section</a:t>
            </a:r>
            <a:endParaRPr lang="de-DE"/>
          </a:p>
        </p:txBody>
      </p:sp>
      <p:sp>
        <p:nvSpPr>
          <p:cNvPr id="16" name="Textplatzhalter 19">
            <a:extLst>
              <a:ext uri="{FF2B5EF4-FFF2-40B4-BE49-F238E27FC236}">
                <a16:creationId xmlns:a16="http://schemas.microsoft.com/office/drawing/2014/main" id="{70474D20-DAC8-4E03-D93A-5E336E2DBC3D}"/>
              </a:ext>
            </a:extLst>
          </p:cNvPr>
          <p:cNvSpPr>
            <a:spLocks noGrp="1"/>
          </p:cNvSpPr>
          <p:nvPr>
            <p:ph type="body" sz="quarter" idx="25" hasCustomPrompt="1"/>
          </p:nvPr>
        </p:nvSpPr>
        <p:spPr bwMode="gray">
          <a:xfrm>
            <a:off x="2713041"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17" name="Textplatzhalter 19">
            <a:extLst>
              <a:ext uri="{FF2B5EF4-FFF2-40B4-BE49-F238E27FC236}">
                <a16:creationId xmlns:a16="http://schemas.microsoft.com/office/drawing/2014/main" id="{7DF1E395-B606-BCBA-6897-2E0A34464E4A}"/>
              </a:ext>
            </a:extLst>
          </p:cNvPr>
          <p:cNvSpPr>
            <a:spLocks noGrp="1"/>
          </p:cNvSpPr>
          <p:nvPr>
            <p:ph type="body" sz="quarter" idx="26" hasCustomPrompt="1"/>
          </p:nvPr>
        </p:nvSpPr>
        <p:spPr bwMode="gray">
          <a:xfrm>
            <a:off x="2713041" y="5401450"/>
            <a:ext cx="2511148" cy="145909"/>
          </a:xfrm>
        </p:spPr>
        <p:txBody>
          <a:bodyPr/>
          <a:lstStyle>
            <a:lvl1pPr marL="0" indent="0" algn="ctr">
              <a:buNone/>
              <a:defRPr sz="1200">
                <a:solidFill>
                  <a:schemeClr val="bg1"/>
                </a:solidFill>
              </a:defRPr>
            </a:lvl1pPr>
          </a:lstStyle>
          <a:p>
            <a:pPr lvl="0"/>
            <a:r>
              <a:rPr lang="de-DE"/>
              <a:t>Web</a:t>
            </a:r>
          </a:p>
        </p:txBody>
      </p:sp>
      <p:sp>
        <p:nvSpPr>
          <p:cNvPr id="18" name="Textplatzhalter 19">
            <a:extLst>
              <a:ext uri="{FF2B5EF4-FFF2-40B4-BE49-F238E27FC236}">
                <a16:creationId xmlns:a16="http://schemas.microsoft.com/office/drawing/2014/main" id="{8B685D0D-BA9D-5ED6-0996-C304842E3E01}"/>
              </a:ext>
            </a:extLst>
          </p:cNvPr>
          <p:cNvSpPr>
            <a:spLocks noGrp="1"/>
          </p:cNvSpPr>
          <p:nvPr>
            <p:ph type="body" sz="quarter" idx="27" hasCustomPrompt="1"/>
          </p:nvPr>
        </p:nvSpPr>
        <p:spPr bwMode="gray">
          <a:xfrm>
            <a:off x="2713041" y="5566551"/>
            <a:ext cx="2511148" cy="145909"/>
          </a:xfrm>
        </p:spPr>
        <p:txBody>
          <a:bodyPr/>
          <a:lstStyle>
            <a:lvl1pPr marL="0" indent="0" algn="ctr">
              <a:buNone/>
              <a:defRPr sz="1200">
                <a:solidFill>
                  <a:schemeClr val="bg1"/>
                </a:solidFill>
              </a:defRPr>
            </a:lvl1pPr>
          </a:lstStyle>
          <a:p>
            <a:pPr lvl="0"/>
            <a:r>
              <a:rPr lang="de-DE"/>
              <a:t>E-Mail</a:t>
            </a:r>
          </a:p>
        </p:txBody>
      </p:sp>
      <p:sp>
        <p:nvSpPr>
          <p:cNvPr id="19" name="Textplatzhalter 19">
            <a:extLst>
              <a:ext uri="{FF2B5EF4-FFF2-40B4-BE49-F238E27FC236}">
                <a16:creationId xmlns:a16="http://schemas.microsoft.com/office/drawing/2014/main" id="{C4594950-DD09-2E36-A783-CF3B1013F6CA}"/>
              </a:ext>
            </a:extLst>
          </p:cNvPr>
          <p:cNvSpPr>
            <a:spLocks noGrp="1"/>
          </p:cNvSpPr>
          <p:nvPr>
            <p:ph type="body" sz="quarter" idx="28" hasCustomPrompt="1"/>
          </p:nvPr>
        </p:nvSpPr>
        <p:spPr bwMode="gray">
          <a:xfrm>
            <a:off x="2713041" y="5731651"/>
            <a:ext cx="2511148" cy="145909"/>
          </a:xfrm>
        </p:spPr>
        <p:txBody>
          <a:bodyPr/>
          <a:lstStyle>
            <a:lvl1pPr marL="0" indent="0" algn="ctr">
              <a:buNone/>
              <a:defRPr sz="1200">
                <a:solidFill>
                  <a:schemeClr val="bg1"/>
                </a:solidFill>
              </a:defRPr>
            </a:lvl1pPr>
          </a:lstStyle>
          <a:p>
            <a:pPr lvl="0"/>
            <a:r>
              <a:rPr lang="de-DE"/>
              <a:t>Phone</a:t>
            </a:r>
          </a:p>
        </p:txBody>
      </p:sp>
      <p:sp>
        <p:nvSpPr>
          <p:cNvPr id="20" name="Bild">
            <a:extLst>
              <a:ext uri="{FF2B5EF4-FFF2-40B4-BE49-F238E27FC236}">
                <a16:creationId xmlns:a16="http://schemas.microsoft.com/office/drawing/2014/main" id="{F36317AB-AE94-D498-F8F6-3450467715D9}"/>
              </a:ext>
            </a:extLst>
          </p:cNvPr>
          <p:cNvSpPr>
            <a:spLocks noGrp="1"/>
          </p:cNvSpPr>
          <p:nvPr>
            <p:ph type="pic" sz="quarter" idx="37"/>
          </p:nvPr>
        </p:nvSpPr>
        <p:spPr bwMode="gray">
          <a:xfrm>
            <a:off x="7144188" y="1719468"/>
            <a:ext cx="2158392" cy="2158204"/>
          </a:xfrm>
          <a:prstGeom prst="ellipse">
            <a:avLst/>
          </a:prstGeom>
          <a:solidFill>
            <a:schemeClr val="accent6"/>
          </a:solidFill>
        </p:spPr>
        <p:txBody>
          <a:bodyPr lIns="144000" tIns="144000" rIns="144000" bIns="144000"/>
          <a:lstStyle>
            <a:lvl1pPr marL="0" indent="0">
              <a:buNone/>
              <a:defRPr sz="1100"/>
            </a:lvl1pPr>
          </a:lstStyle>
          <a:p>
            <a:r>
              <a:rPr lang="en-US" noProof="0"/>
              <a:t>Click icon to add picture</a:t>
            </a:r>
            <a:endParaRPr lang="de-DE" noProof="0"/>
          </a:p>
        </p:txBody>
      </p:sp>
      <p:sp>
        <p:nvSpPr>
          <p:cNvPr id="21" name="Textplatzhalter 19">
            <a:extLst>
              <a:ext uri="{FF2B5EF4-FFF2-40B4-BE49-F238E27FC236}">
                <a16:creationId xmlns:a16="http://schemas.microsoft.com/office/drawing/2014/main" id="{F01F2DA8-007D-3C82-B8BA-4DF26F5CD2A5}"/>
              </a:ext>
            </a:extLst>
          </p:cNvPr>
          <p:cNvSpPr>
            <a:spLocks noGrp="1"/>
          </p:cNvSpPr>
          <p:nvPr>
            <p:ph type="body" sz="quarter" idx="50" hasCustomPrompt="1"/>
          </p:nvPr>
        </p:nvSpPr>
        <p:spPr bwMode="gray">
          <a:xfrm>
            <a:off x="6967810" y="4463802"/>
            <a:ext cx="2511148" cy="199671"/>
          </a:xfrm>
        </p:spPr>
        <p:txBody>
          <a:bodyPr/>
          <a:lstStyle>
            <a:lvl1pPr marL="0" indent="0" algn="ctr">
              <a:buNone/>
              <a:defRPr sz="1600">
                <a:solidFill>
                  <a:schemeClr val="bg1"/>
                </a:solidFill>
              </a:defRPr>
            </a:lvl1pPr>
          </a:lstStyle>
          <a:p>
            <a:pPr lvl="0"/>
            <a:r>
              <a:rPr lang="de-DE"/>
              <a:t>Position</a:t>
            </a:r>
          </a:p>
        </p:txBody>
      </p:sp>
      <p:sp>
        <p:nvSpPr>
          <p:cNvPr id="22" name="Textplatzhalter 19">
            <a:extLst>
              <a:ext uri="{FF2B5EF4-FFF2-40B4-BE49-F238E27FC236}">
                <a16:creationId xmlns:a16="http://schemas.microsoft.com/office/drawing/2014/main" id="{B2142F0D-3C5A-85B4-5E2A-8D0308F9D41E}"/>
              </a:ext>
            </a:extLst>
          </p:cNvPr>
          <p:cNvSpPr>
            <a:spLocks noGrp="1"/>
          </p:cNvSpPr>
          <p:nvPr>
            <p:ph type="body" sz="quarter" idx="51" hasCustomPrompt="1"/>
          </p:nvPr>
        </p:nvSpPr>
        <p:spPr bwMode="gray">
          <a:xfrm>
            <a:off x="6967810" y="4686846"/>
            <a:ext cx="2511148" cy="199671"/>
          </a:xfrm>
        </p:spPr>
        <p:txBody>
          <a:bodyPr/>
          <a:lstStyle>
            <a:lvl1pPr marL="0" indent="0" algn="ctr">
              <a:buNone/>
              <a:defRPr sz="1600">
                <a:solidFill>
                  <a:schemeClr val="bg1"/>
                </a:solidFill>
              </a:defRPr>
            </a:lvl1pPr>
          </a:lstStyle>
          <a:p>
            <a:pPr lvl="0"/>
            <a:r>
              <a:rPr lang="de-DE" err="1"/>
              <a:t>Section</a:t>
            </a:r>
            <a:endParaRPr lang="de-DE"/>
          </a:p>
        </p:txBody>
      </p:sp>
      <p:sp>
        <p:nvSpPr>
          <p:cNvPr id="23" name="Textplatzhalter 19">
            <a:extLst>
              <a:ext uri="{FF2B5EF4-FFF2-40B4-BE49-F238E27FC236}">
                <a16:creationId xmlns:a16="http://schemas.microsoft.com/office/drawing/2014/main" id="{6AD99CAC-851D-F368-5CAF-F0E29A293444}"/>
              </a:ext>
            </a:extLst>
          </p:cNvPr>
          <p:cNvSpPr>
            <a:spLocks noGrp="1"/>
          </p:cNvSpPr>
          <p:nvPr>
            <p:ph type="body" sz="quarter" idx="52" hasCustomPrompt="1"/>
          </p:nvPr>
        </p:nvSpPr>
        <p:spPr bwMode="gray">
          <a:xfrm>
            <a:off x="6967810"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24" name="Textplatzhalter 19">
            <a:extLst>
              <a:ext uri="{FF2B5EF4-FFF2-40B4-BE49-F238E27FC236}">
                <a16:creationId xmlns:a16="http://schemas.microsoft.com/office/drawing/2014/main" id="{D6B1D9BE-B0D3-503A-B043-9F88ED11D6A0}"/>
              </a:ext>
            </a:extLst>
          </p:cNvPr>
          <p:cNvSpPr>
            <a:spLocks noGrp="1"/>
          </p:cNvSpPr>
          <p:nvPr>
            <p:ph type="body" sz="quarter" idx="53" hasCustomPrompt="1"/>
          </p:nvPr>
        </p:nvSpPr>
        <p:spPr bwMode="gray">
          <a:xfrm>
            <a:off x="6967810" y="5401450"/>
            <a:ext cx="2511148" cy="145909"/>
          </a:xfrm>
        </p:spPr>
        <p:txBody>
          <a:bodyPr/>
          <a:lstStyle>
            <a:lvl1pPr marL="0" indent="0" algn="ctr">
              <a:buNone/>
              <a:defRPr sz="1200">
                <a:solidFill>
                  <a:schemeClr val="bg1"/>
                </a:solidFill>
              </a:defRPr>
            </a:lvl1pPr>
          </a:lstStyle>
          <a:p>
            <a:pPr lvl="0"/>
            <a:r>
              <a:rPr lang="de-DE"/>
              <a:t>Web</a:t>
            </a:r>
          </a:p>
        </p:txBody>
      </p:sp>
      <p:sp>
        <p:nvSpPr>
          <p:cNvPr id="25" name="Textplatzhalter 19">
            <a:extLst>
              <a:ext uri="{FF2B5EF4-FFF2-40B4-BE49-F238E27FC236}">
                <a16:creationId xmlns:a16="http://schemas.microsoft.com/office/drawing/2014/main" id="{2802FA9B-84F3-7129-C6F5-215B812BAD2F}"/>
              </a:ext>
            </a:extLst>
          </p:cNvPr>
          <p:cNvSpPr>
            <a:spLocks noGrp="1"/>
          </p:cNvSpPr>
          <p:nvPr>
            <p:ph type="body" sz="quarter" idx="54" hasCustomPrompt="1"/>
          </p:nvPr>
        </p:nvSpPr>
        <p:spPr bwMode="gray">
          <a:xfrm>
            <a:off x="6967810" y="5566551"/>
            <a:ext cx="2511148" cy="145909"/>
          </a:xfrm>
        </p:spPr>
        <p:txBody>
          <a:bodyPr/>
          <a:lstStyle>
            <a:lvl1pPr marL="0" indent="0" algn="ctr">
              <a:buNone/>
              <a:defRPr sz="1200">
                <a:solidFill>
                  <a:schemeClr val="bg1"/>
                </a:solidFill>
              </a:defRPr>
            </a:lvl1pPr>
          </a:lstStyle>
          <a:p>
            <a:pPr lvl="0"/>
            <a:r>
              <a:rPr lang="de-DE"/>
              <a:t>E-Mail</a:t>
            </a:r>
          </a:p>
        </p:txBody>
      </p:sp>
      <p:sp>
        <p:nvSpPr>
          <p:cNvPr id="26" name="Textplatzhalter 19">
            <a:extLst>
              <a:ext uri="{FF2B5EF4-FFF2-40B4-BE49-F238E27FC236}">
                <a16:creationId xmlns:a16="http://schemas.microsoft.com/office/drawing/2014/main" id="{BB21797B-8CFE-485B-E4ED-DD6453B0EE71}"/>
              </a:ext>
            </a:extLst>
          </p:cNvPr>
          <p:cNvSpPr>
            <a:spLocks noGrp="1"/>
          </p:cNvSpPr>
          <p:nvPr>
            <p:ph type="body" sz="quarter" idx="55" hasCustomPrompt="1"/>
          </p:nvPr>
        </p:nvSpPr>
        <p:spPr bwMode="gray">
          <a:xfrm>
            <a:off x="6967810" y="5731651"/>
            <a:ext cx="2511148" cy="145909"/>
          </a:xfrm>
        </p:spPr>
        <p:txBody>
          <a:bodyPr/>
          <a:lstStyle>
            <a:lvl1pPr marL="0" indent="0" algn="ctr">
              <a:buNone/>
              <a:defRPr sz="1200">
                <a:solidFill>
                  <a:schemeClr val="bg1"/>
                </a:solidFill>
              </a:defRPr>
            </a:lvl1pPr>
          </a:lstStyle>
          <a:p>
            <a:pPr lvl="0"/>
            <a:r>
              <a:rPr lang="de-DE"/>
              <a:t>Phone</a:t>
            </a:r>
          </a:p>
        </p:txBody>
      </p:sp>
      <p:cxnSp>
        <p:nvCxnSpPr>
          <p:cNvPr id="28" name="Gerader Verbinder 27">
            <a:extLst>
              <a:ext uri="{FF2B5EF4-FFF2-40B4-BE49-F238E27FC236}">
                <a16:creationId xmlns:a16="http://schemas.microsoft.com/office/drawing/2014/main" id="{36BB2330-FD87-F1F5-420C-96EEFA7D5EEE}"/>
              </a:ext>
            </a:extLst>
          </p:cNvPr>
          <p:cNvCxnSpPr>
            <a:cxnSpLocks/>
          </p:cNvCxnSpPr>
          <p:nvPr userDrawn="1"/>
        </p:nvCxnSpPr>
        <p:spPr bwMode="gray">
          <a:xfrm flipH="1">
            <a:off x="3703185"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 name="Gerader Verbinder 1">
            <a:extLst>
              <a:ext uri="{FF2B5EF4-FFF2-40B4-BE49-F238E27FC236}">
                <a16:creationId xmlns:a16="http://schemas.microsoft.com/office/drawing/2014/main" id="{0ED6F201-F5A5-9A94-DF70-734B4C585AED}"/>
              </a:ext>
            </a:extLst>
          </p:cNvPr>
          <p:cNvCxnSpPr>
            <a:cxnSpLocks/>
          </p:cNvCxnSpPr>
          <p:nvPr userDrawn="1"/>
        </p:nvCxnSpPr>
        <p:spPr bwMode="gray">
          <a:xfrm flipH="1">
            <a:off x="7957954"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3" name="Grafik 2" descr="NTT DATA Logo">
            <a:extLst>
              <a:ext uri="{FF2B5EF4-FFF2-40B4-BE49-F238E27FC236}">
                <a16:creationId xmlns:a16="http://schemas.microsoft.com/office/drawing/2014/main" id="{3471706D-A8B7-5E19-B529-966C15192C3B}"/>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66997"/>
            <a:ext cx="1288971" cy="262800"/>
          </a:xfrm>
          <a:prstGeom prst="rect">
            <a:avLst/>
          </a:prstGeom>
        </p:spPr>
      </p:pic>
    </p:spTree>
    <p:extLst>
      <p:ext uri="{BB962C8B-B14F-4D97-AF65-F5344CB8AC3E}">
        <p14:creationId xmlns:p14="http://schemas.microsoft.com/office/powerpoint/2010/main" val="41300437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_Contact_3">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C3BB7C-B4A7-41A4-8C5A-903570B6070B}"/>
              </a:ext>
            </a:extLst>
          </p:cNvPr>
          <p:cNvSpPr>
            <a:spLocks noGrp="1"/>
          </p:cNvSpPr>
          <p:nvPr>
            <p:ph type="title" hasCustomPrompt="1"/>
          </p:nvPr>
        </p:nvSpPr>
        <p:spPr bwMode="gray"/>
        <p:txBody>
          <a:bodyPr vert="horz"/>
          <a:lstStyle/>
          <a:p>
            <a:r>
              <a:rPr lang="en-US"/>
              <a:t>Click to edit Master title style</a:t>
            </a:r>
          </a:p>
        </p:txBody>
      </p:sp>
      <p:sp>
        <p:nvSpPr>
          <p:cNvPr id="10" name="Footer Placeholder 4">
            <a:extLst>
              <a:ext uri="{FF2B5EF4-FFF2-40B4-BE49-F238E27FC236}">
                <a16:creationId xmlns:a16="http://schemas.microsoft.com/office/drawing/2014/main" id="{A9C53063-1F58-BE27-2E94-7E00DE772613}"/>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a:t>
            </a:r>
            <a:fld id="{8E907605-6A7C-4297-9EA0-F0AC6D846A91}" type="datetimeyyyy">
              <a:rPr lang="en-US" smtClean="0"/>
              <a:pPr/>
              <a:t>2026</a:t>
            </a:fld>
            <a:r>
              <a:rPr lang="en-US"/>
              <a:t> NTT DATA Business Solutions</a:t>
            </a:r>
          </a:p>
        </p:txBody>
      </p:sp>
      <p:sp>
        <p:nvSpPr>
          <p:cNvPr id="11" name="Slide Number Placeholder 5">
            <a:extLst>
              <a:ext uri="{FF2B5EF4-FFF2-40B4-BE49-F238E27FC236}">
                <a16:creationId xmlns:a16="http://schemas.microsoft.com/office/drawing/2014/main" id="{AF1EE05E-1EF3-FA88-09CC-87DB6B58184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sp>
        <p:nvSpPr>
          <p:cNvPr id="2" name="Bild">
            <a:extLst>
              <a:ext uri="{FF2B5EF4-FFF2-40B4-BE49-F238E27FC236}">
                <a16:creationId xmlns:a16="http://schemas.microsoft.com/office/drawing/2014/main" id="{39AEFD9F-70E6-5C57-9436-1749177EF001}"/>
              </a:ext>
            </a:extLst>
          </p:cNvPr>
          <p:cNvSpPr>
            <a:spLocks noGrp="1"/>
          </p:cNvSpPr>
          <p:nvPr>
            <p:ph type="pic" sz="quarter" idx="18"/>
          </p:nvPr>
        </p:nvSpPr>
        <p:spPr bwMode="gray">
          <a:xfrm>
            <a:off x="1502898" y="1719468"/>
            <a:ext cx="2158392" cy="2158204"/>
          </a:xfrm>
          <a:prstGeom prst="ellipse">
            <a:avLst/>
          </a:prstGeom>
          <a:solidFill>
            <a:schemeClr val="accent6"/>
          </a:solidFill>
        </p:spPr>
        <p:txBody>
          <a:bodyPr lIns="144000" tIns="144000" rIns="144000" bIns="144000"/>
          <a:lstStyle>
            <a:lvl1pPr marL="0" indent="0">
              <a:buNone/>
              <a:defRPr sz="1400"/>
            </a:lvl1pPr>
          </a:lstStyle>
          <a:p>
            <a:r>
              <a:rPr lang="en-US" noProof="0"/>
              <a:t>Click icon to add picture</a:t>
            </a:r>
            <a:endParaRPr lang="de-DE" noProof="0"/>
          </a:p>
        </p:txBody>
      </p:sp>
      <p:sp>
        <p:nvSpPr>
          <p:cNvPr id="4" name="Textplatzhalter 19">
            <a:extLst>
              <a:ext uri="{FF2B5EF4-FFF2-40B4-BE49-F238E27FC236}">
                <a16:creationId xmlns:a16="http://schemas.microsoft.com/office/drawing/2014/main" id="{7C1C95DB-5597-0591-2531-E1B3711EA916}"/>
              </a:ext>
            </a:extLst>
          </p:cNvPr>
          <p:cNvSpPr>
            <a:spLocks noGrp="1"/>
          </p:cNvSpPr>
          <p:nvPr>
            <p:ph type="body" sz="quarter" idx="20" hasCustomPrompt="1"/>
          </p:nvPr>
        </p:nvSpPr>
        <p:spPr bwMode="gray">
          <a:xfrm>
            <a:off x="1326520" y="4463802"/>
            <a:ext cx="2511148" cy="199671"/>
          </a:xfrm>
        </p:spPr>
        <p:txBody>
          <a:bodyPr/>
          <a:lstStyle>
            <a:lvl1pPr marL="0" indent="0" algn="ctr">
              <a:buNone/>
              <a:defRPr sz="1600">
                <a:solidFill>
                  <a:schemeClr val="bg1"/>
                </a:solidFill>
              </a:defRPr>
            </a:lvl1pPr>
          </a:lstStyle>
          <a:p>
            <a:pPr lvl="0"/>
            <a:r>
              <a:rPr lang="de-DE"/>
              <a:t>Position</a:t>
            </a:r>
          </a:p>
        </p:txBody>
      </p:sp>
      <p:sp>
        <p:nvSpPr>
          <p:cNvPr id="5" name="Textplatzhalter 19">
            <a:extLst>
              <a:ext uri="{FF2B5EF4-FFF2-40B4-BE49-F238E27FC236}">
                <a16:creationId xmlns:a16="http://schemas.microsoft.com/office/drawing/2014/main" id="{B3ABC7FD-E9DD-2056-C2DD-E029D9AA2E54}"/>
              </a:ext>
            </a:extLst>
          </p:cNvPr>
          <p:cNvSpPr>
            <a:spLocks noGrp="1"/>
          </p:cNvSpPr>
          <p:nvPr>
            <p:ph type="body" sz="quarter" idx="24" hasCustomPrompt="1"/>
          </p:nvPr>
        </p:nvSpPr>
        <p:spPr bwMode="gray">
          <a:xfrm>
            <a:off x="1326520" y="4686846"/>
            <a:ext cx="2511148" cy="199671"/>
          </a:xfrm>
        </p:spPr>
        <p:txBody>
          <a:bodyPr/>
          <a:lstStyle>
            <a:lvl1pPr marL="0" indent="0" algn="ctr">
              <a:buNone/>
              <a:defRPr sz="1600">
                <a:solidFill>
                  <a:schemeClr val="bg1"/>
                </a:solidFill>
              </a:defRPr>
            </a:lvl1pPr>
          </a:lstStyle>
          <a:p>
            <a:pPr lvl="0"/>
            <a:r>
              <a:rPr lang="de-DE" err="1"/>
              <a:t>Section</a:t>
            </a:r>
            <a:endParaRPr lang="de-DE"/>
          </a:p>
        </p:txBody>
      </p:sp>
      <p:sp>
        <p:nvSpPr>
          <p:cNvPr id="7" name="Textplatzhalter 19">
            <a:extLst>
              <a:ext uri="{FF2B5EF4-FFF2-40B4-BE49-F238E27FC236}">
                <a16:creationId xmlns:a16="http://schemas.microsoft.com/office/drawing/2014/main" id="{FE51A178-72AA-A0DC-0AA4-A9E969630EC2}"/>
              </a:ext>
            </a:extLst>
          </p:cNvPr>
          <p:cNvSpPr>
            <a:spLocks noGrp="1"/>
          </p:cNvSpPr>
          <p:nvPr>
            <p:ph type="body" sz="quarter" idx="25" hasCustomPrompt="1"/>
          </p:nvPr>
        </p:nvSpPr>
        <p:spPr bwMode="gray">
          <a:xfrm>
            <a:off x="1326520"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8" name="Textplatzhalter 19">
            <a:extLst>
              <a:ext uri="{FF2B5EF4-FFF2-40B4-BE49-F238E27FC236}">
                <a16:creationId xmlns:a16="http://schemas.microsoft.com/office/drawing/2014/main" id="{BCC91446-93DE-E095-F1D5-359F929FBF33}"/>
              </a:ext>
            </a:extLst>
          </p:cNvPr>
          <p:cNvSpPr>
            <a:spLocks noGrp="1"/>
          </p:cNvSpPr>
          <p:nvPr>
            <p:ph type="body" sz="quarter" idx="26" hasCustomPrompt="1"/>
          </p:nvPr>
        </p:nvSpPr>
        <p:spPr bwMode="gray">
          <a:xfrm>
            <a:off x="1326520" y="5401450"/>
            <a:ext cx="2511148" cy="145909"/>
          </a:xfrm>
        </p:spPr>
        <p:txBody>
          <a:bodyPr/>
          <a:lstStyle>
            <a:lvl1pPr marL="0" indent="0" algn="ctr">
              <a:buNone/>
              <a:defRPr sz="1200">
                <a:solidFill>
                  <a:schemeClr val="bg1"/>
                </a:solidFill>
              </a:defRPr>
            </a:lvl1pPr>
          </a:lstStyle>
          <a:p>
            <a:pPr lvl="0"/>
            <a:r>
              <a:rPr lang="de-DE"/>
              <a:t>Web</a:t>
            </a:r>
          </a:p>
        </p:txBody>
      </p:sp>
      <p:sp>
        <p:nvSpPr>
          <p:cNvPr id="9" name="Textplatzhalter 19">
            <a:extLst>
              <a:ext uri="{FF2B5EF4-FFF2-40B4-BE49-F238E27FC236}">
                <a16:creationId xmlns:a16="http://schemas.microsoft.com/office/drawing/2014/main" id="{3C0201BE-12D7-CB4E-1E31-0B52B5F8D25D}"/>
              </a:ext>
            </a:extLst>
          </p:cNvPr>
          <p:cNvSpPr>
            <a:spLocks noGrp="1"/>
          </p:cNvSpPr>
          <p:nvPr>
            <p:ph type="body" sz="quarter" idx="27" hasCustomPrompt="1"/>
          </p:nvPr>
        </p:nvSpPr>
        <p:spPr bwMode="gray">
          <a:xfrm>
            <a:off x="1326520" y="5566551"/>
            <a:ext cx="2511148" cy="145909"/>
          </a:xfrm>
        </p:spPr>
        <p:txBody>
          <a:bodyPr/>
          <a:lstStyle>
            <a:lvl1pPr marL="0" indent="0" algn="ctr">
              <a:buNone/>
              <a:defRPr sz="1200">
                <a:solidFill>
                  <a:schemeClr val="bg1"/>
                </a:solidFill>
              </a:defRPr>
            </a:lvl1pPr>
          </a:lstStyle>
          <a:p>
            <a:pPr lvl="0"/>
            <a:r>
              <a:rPr lang="de-DE"/>
              <a:t>E-Mail</a:t>
            </a:r>
          </a:p>
        </p:txBody>
      </p:sp>
      <p:sp>
        <p:nvSpPr>
          <p:cNvPr id="13" name="Textplatzhalter 19">
            <a:extLst>
              <a:ext uri="{FF2B5EF4-FFF2-40B4-BE49-F238E27FC236}">
                <a16:creationId xmlns:a16="http://schemas.microsoft.com/office/drawing/2014/main" id="{E8AAF35B-5ABC-EA43-39C8-033629111AA6}"/>
              </a:ext>
            </a:extLst>
          </p:cNvPr>
          <p:cNvSpPr>
            <a:spLocks noGrp="1"/>
          </p:cNvSpPr>
          <p:nvPr>
            <p:ph type="body" sz="quarter" idx="28" hasCustomPrompt="1"/>
          </p:nvPr>
        </p:nvSpPr>
        <p:spPr bwMode="gray">
          <a:xfrm>
            <a:off x="1326520" y="5731651"/>
            <a:ext cx="2511148" cy="145909"/>
          </a:xfrm>
        </p:spPr>
        <p:txBody>
          <a:bodyPr/>
          <a:lstStyle>
            <a:lvl1pPr marL="0" indent="0" algn="ctr">
              <a:buNone/>
              <a:defRPr sz="1200">
                <a:solidFill>
                  <a:schemeClr val="bg1"/>
                </a:solidFill>
              </a:defRPr>
            </a:lvl1pPr>
          </a:lstStyle>
          <a:p>
            <a:pPr lvl="0"/>
            <a:r>
              <a:rPr lang="de-DE"/>
              <a:t>Phone</a:t>
            </a:r>
          </a:p>
        </p:txBody>
      </p:sp>
      <p:sp>
        <p:nvSpPr>
          <p:cNvPr id="27" name="Bild">
            <a:extLst>
              <a:ext uri="{FF2B5EF4-FFF2-40B4-BE49-F238E27FC236}">
                <a16:creationId xmlns:a16="http://schemas.microsoft.com/office/drawing/2014/main" id="{DD7FE38A-51E1-4E43-BB57-1664A248CB82}"/>
              </a:ext>
            </a:extLst>
          </p:cNvPr>
          <p:cNvSpPr>
            <a:spLocks noGrp="1"/>
          </p:cNvSpPr>
          <p:nvPr>
            <p:ph type="pic" sz="quarter" idx="29"/>
          </p:nvPr>
        </p:nvSpPr>
        <p:spPr bwMode="gray">
          <a:xfrm>
            <a:off x="5016397" y="1719468"/>
            <a:ext cx="2158392" cy="2158204"/>
          </a:xfrm>
          <a:prstGeom prst="ellipse">
            <a:avLst/>
          </a:prstGeom>
          <a:solidFill>
            <a:schemeClr val="accent6"/>
          </a:solidFill>
        </p:spPr>
        <p:txBody>
          <a:bodyPr lIns="144000" tIns="144000" rIns="144000" bIns="144000"/>
          <a:lstStyle>
            <a:lvl1pPr marL="0" indent="0">
              <a:buNone/>
              <a:defRPr sz="1100"/>
            </a:lvl1pPr>
          </a:lstStyle>
          <a:p>
            <a:r>
              <a:rPr lang="en-US" noProof="0"/>
              <a:t>Click icon to add picture</a:t>
            </a:r>
            <a:endParaRPr lang="de-DE" noProof="0"/>
          </a:p>
        </p:txBody>
      </p:sp>
      <p:sp>
        <p:nvSpPr>
          <p:cNvPr id="28" name="Bild">
            <a:extLst>
              <a:ext uri="{FF2B5EF4-FFF2-40B4-BE49-F238E27FC236}">
                <a16:creationId xmlns:a16="http://schemas.microsoft.com/office/drawing/2014/main" id="{51BA8FB0-222A-0F16-0114-3BB853F45628}"/>
              </a:ext>
            </a:extLst>
          </p:cNvPr>
          <p:cNvSpPr>
            <a:spLocks noGrp="1"/>
          </p:cNvSpPr>
          <p:nvPr>
            <p:ph type="pic" sz="quarter" idx="37"/>
          </p:nvPr>
        </p:nvSpPr>
        <p:spPr bwMode="gray">
          <a:xfrm>
            <a:off x="8529896" y="1719468"/>
            <a:ext cx="2158392" cy="2158204"/>
          </a:xfrm>
          <a:prstGeom prst="ellipse">
            <a:avLst/>
          </a:prstGeom>
          <a:solidFill>
            <a:schemeClr val="accent6"/>
          </a:solidFill>
        </p:spPr>
        <p:txBody>
          <a:bodyPr lIns="144000" tIns="144000" rIns="144000" bIns="144000"/>
          <a:lstStyle>
            <a:lvl1pPr marL="0" indent="0">
              <a:buNone/>
              <a:defRPr sz="1100"/>
            </a:lvl1pPr>
          </a:lstStyle>
          <a:p>
            <a:r>
              <a:rPr lang="en-US" noProof="0"/>
              <a:t>Click icon to add picture</a:t>
            </a:r>
            <a:endParaRPr lang="de-DE" noProof="0"/>
          </a:p>
        </p:txBody>
      </p:sp>
      <p:sp>
        <p:nvSpPr>
          <p:cNvPr id="29" name="Textplatzhalter 19">
            <a:extLst>
              <a:ext uri="{FF2B5EF4-FFF2-40B4-BE49-F238E27FC236}">
                <a16:creationId xmlns:a16="http://schemas.microsoft.com/office/drawing/2014/main" id="{2FC1F118-28C7-4937-8FA8-52653C8B7B85}"/>
              </a:ext>
            </a:extLst>
          </p:cNvPr>
          <p:cNvSpPr>
            <a:spLocks noGrp="1"/>
          </p:cNvSpPr>
          <p:nvPr>
            <p:ph type="body" sz="quarter" idx="44" hasCustomPrompt="1"/>
          </p:nvPr>
        </p:nvSpPr>
        <p:spPr bwMode="gray">
          <a:xfrm>
            <a:off x="4840019" y="4463802"/>
            <a:ext cx="2511148" cy="199671"/>
          </a:xfrm>
        </p:spPr>
        <p:txBody>
          <a:bodyPr/>
          <a:lstStyle>
            <a:lvl1pPr marL="0" indent="0" algn="ctr">
              <a:buNone/>
              <a:defRPr sz="1600">
                <a:solidFill>
                  <a:schemeClr val="bg1"/>
                </a:solidFill>
              </a:defRPr>
            </a:lvl1pPr>
          </a:lstStyle>
          <a:p>
            <a:pPr lvl="0"/>
            <a:r>
              <a:rPr lang="de-DE"/>
              <a:t>Position</a:t>
            </a:r>
          </a:p>
        </p:txBody>
      </p:sp>
      <p:sp>
        <p:nvSpPr>
          <p:cNvPr id="30" name="Textplatzhalter 19">
            <a:extLst>
              <a:ext uri="{FF2B5EF4-FFF2-40B4-BE49-F238E27FC236}">
                <a16:creationId xmlns:a16="http://schemas.microsoft.com/office/drawing/2014/main" id="{9956C4FB-FC8C-0A01-8FBD-746ACAC51DFA}"/>
              </a:ext>
            </a:extLst>
          </p:cNvPr>
          <p:cNvSpPr>
            <a:spLocks noGrp="1"/>
          </p:cNvSpPr>
          <p:nvPr>
            <p:ph type="body" sz="quarter" idx="45" hasCustomPrompt="1"/>
          </p:nvPr>
        </p:nvSpPr>
        <p:spPr bwMode="gray">
          <a:xfrm>
            <a:off x="4840019" y="4686846"/>
            <a:ext cx="2511148" cy="199671"/>
          </a:xfrm>
        </p:spPr>
        <p:txBody>
          <a:bodyPr/>
          <a:lstStyle>
            <a:lvl1pPr marL="0" indent="0" algn="ctr">
              <a:buNone/>
              <a:defRPr sz="1600">
                <a:solidFill>
                  <a:schemeClr val="bg1"/>
                </a:solidFill>
              </a:defRPr>
            </a:lvl1pPr>
          </a:lstStyle>
          <a:p>
            <a:pPr lvl="0"/>
            <a:r>
              <a:rPr lang="de-DE" err="1"/>
              <a:t>Section</a:t>
            </a:r>
            <a:endParaRPr lang="de-DE"/>
          </a:p>
        </p:txBody>
      </p:sp>
      <p:sp>
        <p:nvSpPr>
          <p:cNvPr id="31" name="Textplatzhalter 19">
            <a:extLst>
              <a:ext uri="{FF2B5EF4-FFF2-40B4-BE49-F238E27FC236}">
                <a16:creationId xmlns:a16="http://schemas.microsoft.com/office/drawing/2014/main" id="{970BB876-E1DE-3E78-7E09-2CAA27FA90F2}"/>
              </a:ext>
            </a:extLst>
          </p:cNvPr>
          <p:cNvSpPr>
            <a:spLocks noGrp="1"/>
          </p:cNvSpPr>
          <p:nvPr>
            <p:ph type="body" sz="quarter" idx="46" hasCustomPrompt="1"/>
          </p:nvPr>
        </p:nvSpPr>
        <p:spPr bwMode="gray">
          <a:xfrm>
            <a:off x="4840019"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32" name="Textplatzhalter 19">
            <a:extLst>
              <a:ext uri="{FF2B5EF4-FFF2-40B4-BE49-F238E27FC236}">
                <a16:creationId xmlns:a16="http://schemas.microsoft.com/office/drawing/2014/main" id="{D9A2957C-6E58-625D-F432-838F79B9CE77}"/>
              </a:ext>
            </a:extLst>
          </p:cNvPr>
          <p:cNvSpPr>
            <a:spLocks noGrp="1"/>
          </p:cNvSpPr>
          <p:nvPr>
            <p:ph type="body" sz="quarter" idx="47" hasCustomPrompt="1"/>
          </p:nvPr>
        </p:nvSpPr>
        <p:spPr bwMode="gray">
          <a:xfrm>
            <a:off x="4840019" y="5401450"/>
            <a:ext cx="2511148" cy="145909"/>
          </a:xfrm>
        </p:spPr>
        <p:txBody>
          <a:bodyPr/>
          <a:lstStyle>
            <a:lvl1pPr marL="0" indent="0" algn="ctr">
              <a:buNone/>
              <a:defRPr sz="1200">
                <a:solidFill>
                  <a:schemeClr val="bg1"/>
                </a:solidFill>
              </a:defRPr>
            </a:lvl1pPr>
          </a:lstStyle>
          <a:p>
            <a:pPr lvl="0"/>
            <a:r>
              <a:rPr lang="de-DE"/>
              <a:t>Web</a:t>
            </a:r>
          </a:p>
        </p:txBody>
      </p:sp>
      <p:sp>
        <p:nvSpPr>
          <p:cNvPr id="33" name="Textplatzhalter 19">
            <a:extLst>
              <a:ext uri="{FF2B5EF4-FFF2-40B4-BE49-F238E27FC236}">
                <a16:creationId xmlns:a16="http://schemas.microsoft.com/office/drawing/2014/main" id="{74BEB116-9F3B-9EFD-DC83-6B0730E8AD65}"/>
              </a:ext>
            </a:extLst>
          </p:cNvPr>
          <p:cNvSpPr>
            <a:spLocks noGrp="1"/>
          </p:cNvSpPr>
          <p:nvPr>
            <p:ph type="body" sz="quarter" idx="48" hasCustomPrompt="1"/>
          </p:nvPr>
        </p:nvSpPr>
        <p:spPr bwMode="gray">
          <a:xfrm>
            <a:off x="4840019" y="5566551"/>
            <a:ext cx="2511148" cy="145909"/>
          </a:xfrm>
        </p:spPr>
        <p:txBody>
          <a:bodyPr/>
          <a:lstStyle>
            <a:lvl1pPr marL="0" indent="0" algn="ctr">
              <a:buNone/>
              <a:defRPr sz="1200">
                <a:solidFill>
                  <a:schemeClr val="bg1"/>
                </a:solidFill>
              </a:defRPr>
            </a:lvl1pPr>
          </a:lstStyle>
          <a:p>
            <a:pPr lvl="0"/>
            <a:r>
              <a:rPr lang="de-DE"/>
              <a:t>E-Mail</a:t>
            </a:r>
          </a:p>
        </p:txBody>
      </p:sp>
      <p:sp>
        <p:nvSpPr>
          <p:cNvPr id="34" name="Textplatzhalter 19">
            <a:extLst>
              <a:ext uri="{FF2B5EF4-FFF2-40B4-BE49-F238E27FC236}">
                <a16:creationId xmlns:a16="http://schemas.microsoft.com/office/drawing/2014/main" id="{4CB43218-24DA-32A8-D5BE-9A424D0A36C5}"/>
              </a:ext>
            </a:extLst>
          </p:cNvPr>
          <p:cNvSpPr>
            <a:spLocks noGrp="1"/>
          </p:cNvSpPr>
          <p:nvPr>
            <p:ph type="body" sz="quarter" idx="49" hasCustomPrompt="1"/>
          </p:nvPr>
        </p:nvSpPr>
        <p:spPr bwMode="gray">
          <a:xfrm>
            <a:off x="4840019" y="5731651"/>
            <a:ext cx="2511148" cy="145909"/>
          </a:xfrm>
        </p:spPr>
        <p:txBody>
          <a:bodyPr/>
          <a:lstStyle>
            <a:lvl1pPr marL="0" indent="0" algn="ctr">
              <a:buNone/>
              <a:defRPr sz="1200">
                <a:solidFill>
                  <a:schemeClr val="bg1"/>
                </a:solidFill>
              </a:defRPr>
            </a:lvl1pPr>
          </a:lstStyle>
          <a:p>
            <a:pPr lvl="0"/>
            <a:r>
              <a:rPr lang="de-DE"/>
              <a:t>Phone</a:t>
            </a:r>
          </a:p>
        </p:txBody>
      </p:sp>
      <p:sp>
        <p:nvSpPr>
          <p:cNvPr id="35" name="Textplatzhalter 19">
            <a:extLst>
              <a:ext uri="{FF2B5EF4-FFF2-40B4-BE49-F238E27FC236}">
                <a16:creationId xmlns:a16="http://schemas.microsoft.com/office/drawing/2014/main" id="{E81E8992-8200-DACF-50F0-649AF690BCC1}"/>
              </a:ext>
            </a:extLst>
          </p:cNvPr>
          <p:cNvSpPr>
            <a:spLocks noGrp="1"/>
          </p:cNvSpPr>
          <p:nvPr>
            <p:ph type="body" sz="quarter" idx="50" hasCustomPrompt="1"/>
          </p:nvPr>
        </p:nvSpPr>
        <p:spPr bwMode="gray">
          <a:xfrm>
            <a:off x="8353518" y="4463802"/>
            <a:ext cx="2511148" cy="199671"/>
          </a:xfrm>
        </p:spPr>
        <p:txBody>
          <a:bodyPr/>
          <a:lstStyle>
            <a:lvl1pPr marL="0" indent="0" algn="ctr">
              <a:buNone/>
              <a:defRPr sz="1600">
                <a:solidFill>
                  <a:schemeClr val="bg1"/>
                </a:solidFill>
              </a:defRPr>
            </a:lvl1pPr>
          </a:lstStyle>
          <a:p>
            <a:pPr lvl="0"/>
            <a:r>
              <a:rPr lang="de-DE"/>
              <a:t>Position</a:t>
            </a:r>
          </a:p>
        </p:txBody>
      </p:sp>
      <p:sp>
        <p:nvSpPr>
          <p:cNvPr id="36" name="Textplatzhalter 19">
            <a:extLst>
              <a:ext uri="{FF2B5EF4-FFF2-40B4-BE49-F238E27FC236}">
                <a16:creationId xmlns:a16="http://schemas.microsoft.com/office/drawing/2014/main" id="{FE10506F-CB8E-5C2C-268B-4C764467679E}"/>
              </a:ext>
            </a:extLst>
          </p:cNvPr>
          <p:cNvSpPr>
            <a:spLocks noGrp="1"/>
          </p:cNvSpPr>
          <p:nvPr>
            <p:ph type="body" sz="quarter" idx="51" hasCustomPrompt="1"/>
          </p:nvPr>
        </p:nvSpPr>
        <p:spPr bwMode="gray">
          <a:xfrm>
            <a:off x="8353518" y="4686846"/>
            <a:ext cx="2511148" cy="199671"/>
          </a:xfrm>
        </p:spPr>
        <p:txBody>
          <a:bodyPr/>
          <a:lstStyle>
            <a:lvl1pPr marL="0" indent="0" algn="ctr">
              <a:buNone/>
              <a:defRPr sz="1600">
                <a:solidFill>
                  <a:schemeClr val="bg1"/>
                </a:solidFill>
              </a:defRPr>
            </a:lvl1pPr>
          </a:lstStyle>
          <a:p>
            <a:pPr lvl="0"/>
            <a:r>
              <a:rPr lang="de-DE" err="1"/>
              <a:t>Section</a:t>
            </a:r>
            <a:endParaRPr lang="de-DE"/>
          </a:p>
        </p:txBody>
      </p:sp>
      <p:sp>
        <p:nvSpPr>
          <p:cNvPr id="37" name="Textplatzhalter 19">
            <a:extLst>
              <a:ext uri="{FF2B5EF4-FFF2-40B4-BE49-F238E27FC236}">
                <a16:creationId xmlns:a16="http://schemas.microsoft.com/office/drawing/2014/main" id="{A71613BB-31C5-D570-5383-46C9D241237C}"/>
              </a:ext>
            </a:extLst>
          </p:cNvPr>
          <p:cNvSpPr>
            <a:spLocks noGrp="1"/>
          </p:cNvSpPr>
          <p:nvPr>
            <p:ph type="body" sz="quarter" idx="52" hasCustomPrompt="1"/>
          </p:nvPr>
        </p:nvSpPr>
        <p:spPr bwMode="gray">
          <a:xfrm>
            <a:off x="8353518"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38" name="Textplatzhalter 19">
            <a:extLst>
              <a:ext uri="{FF2B5EF4-FFF2-40B4-BE49-F238E27FC236}">
                <a16:creationId xmlns:a16="http://schemas.microsoft.com/office/drawing/2014/main" id="{12B33152-4061-29D7-B525-D62B4334363A}"/>
              </a:ext>
            </a:extLst>
          </p:cNvPr>
          <p:cNvSpPr>
            <a:spLocks noGrp="1"/>
          </p:cNvSpPr>
          <p:nvPr>
            <p:ph type="body" sz="quarter" idx="53" hasCustomPrompt="1"/>
          </p:nvPr>
        </p:nvSpPr>
        <p:spPr bwMode="gray">
          <a:xfrm>
            <a:off x="8353518" y="5401450"/>
            <a:ext cx="2511148" cy="145909"/>
          </a:xfrm>
        </p:spPr>
        <p:txBody>
          <a:bodyPr/>
          <a:lstStyle>
            <a:lvl1pPr marL="0" indent="0" algn="ctr">
              <a:buNone/>
              <a:defRPr sz="1200">
                <a:solidFill>
                  <a:schemeClr val="bg1"/>
                </a:solidFill>
              </a:defRPr>
            </a:lvl1pPr>
          </a:lstStyle>
          <a:p>
            <a:pPr lvl="0"/>
            <a:r>
              <a:rPr lang="de-DE"/>
              <a:t>Web</a:t>
            </a:r>
          </a:p>
        </p:txBody>
      </p:sp>
      <p:sp>
        <p:nvSpPr>
          <p:cNvPr id="39" name="Textplatzhalter 19">
            <a:extLst>
              <a:ext uri="{FF2B5EF4-FFF2-40B4-BE49-F238E27FC236}">
                <a16:creationId xmlns:a16="http://schemas.microsoft.com/office/drawing/2014/main" id="{37EE4F2D-7C8F-4CB3-34E5-18895BF5B401}"/>
              </a:ext>
            </a:extLst>
          </p:cNvPr>
          <p:cNvSpPr>
            <a:spLocks noGrp="1"/>
          </p:cNvSpPr>
          <p:nvPr>
            <p:ph type="body" sz="quarter" idx="54" hasCustomPrompt="1"/>
          </p:nvPr>
        </p:nvSpPr>
        <p:spPr bwMode="gray">
          <a:xfrm>
            <a:off x="8353518" y="5566551"/>
            <a:ext cx="2511148" cy="145909"/>
          </a:xfrm>
        </p:spPr>
        <p:txBody>
          <a:bodyPr/>
          <a:lstStyle>
            <a:lvl1pPr marL="0" indent="0" algn="ctr">
              <a:buNone/>
              <a:defRPr sz="1200">
                <a:solidFill>
                  <a:schemeClr val="bg1"/>
                </a:solidFill>
              </a:defRPr>
            </a:lvl1pPr>
          </a:lstStyle>
          <a:p>
            <a:pPr lvl="0"/>
            <a:r>
              <a:rPr lang="de-DE"/>
              <a:t>E-Mail</a:t>
            </a:r>
          </a:p>
        </p:txBody>
      </p:sp>
      <p:sp>
        <p:nvSpPr>
          <p:cNvPr id="40" name="Textplatzhalter 19">
            <a:extLst>
              <a:ext uri="{FF2B5EF4-FFF2-40B4-BE49-F238E27FC236}">
                <a16:creationId xmlns:a16="http://schemas.microsoft.com/office/drawing/2014/main" id="{A171BA9E-108C-6597-2BE9-C9463EA96A99}"/>
              </a:ext>
            </a:extLst>
          </p:cNvPr>
          <p:cNvSpPr>
            <a:spLocks noGrp="1"/>
          </p:cNvSpPr>
          <p:nvPr>
            <p:ph type="body" sz="quarter" idx="55" hasCustomPrompt="1"/>
          </p:nvPr>
        </p:nvSpPr>
        <p:spPr bwMode="gray">
          <a:xfrm>
            <a:off x="8353518" y="5731651"/>
            <a:ext cx="2511148" cy="145909"/>
          </a:xfrm>
        </p:spPr>
        <p:txBody>
          <a:bodyPr/>
          <a:lstStyle>
            <a:lvl1pPr marL="0" indent="0" algn="ctr">
              <a:buNone/>
              <a:defRPr sz="1200">
                <a:solidFill>
                  <a:schemeClr val="bg1"/>
                </a:solidFill>
              </a:defRPr>
            </a:lvl1pPr>
          </a:lstStyle>
          <a:p>
            <a:pPr lvl="0"/>
            <a:r>
              <a:rPr lang="de-DE"/>
              <a:t>Phone</a:t>
            </a:r>
          </a:p>
        </p:txBody>
      </p:sp>
      <p:cxnSp>
        <p:nvCxnSpPr>
          <p:cNvPr id="3" name="Gerader Verbinder 2">
            <a:extLst>
              <a:ext uri="{FF2B5EF4-FFF2-40B4-BE49-F238E27FC236}">
                <a16:creationId xmlns:a16="http://schemas.microsoft.com/office/drawing/2014/main" id="{D7355B3D-D952-564D-F6B5-38C981C2232A}"/>
              </a:ext>
            </a:extLst>
          </p:cNvPr>
          <p:cNvCxnSpPr>
            <a:cxnSpLocks/>
          </p:cNvCxnSpPr>
          <p:nvPr userDrawn="1"/>
        </p:nvCxnSpPr>
        <p:spPr bwMode="gray">
          <a:xfrm flipH="1">
            <a:off x="9343662"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Gerader Verbinder 11">
            <a:extLst>
              <a:ext uri="{FF2B5EF4-FFF2-40B4-BE49-F238E27FC236}">
                <a16:creationId xmlns:a16="http://schemas.microsoft.com/office/drawing/2014/main" id="{4AD9BFD0-8B33-C4F2-26EA-F781EC378742}"/>
              </a:ext>
            </a:extLst>
          </p:cNvPr>
          <p:cNvCxnSpPr>
            <a:cxnSpLocks/>
          </p:cNvCxnSpPr>
          <p:nvPr userDrawn="1"/>
        </p:nvCxnSpPr>
        <p:spPr bwMode="gray">
          <a:xfrm flipH="1">
            <a:off x="5830163"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96B9A061-2542-A110-021C-60C378C2E63B}"/>
              </a:ext>
            </a:extLst>
          </p:cNvPr>
          <p:cNvCxnSpPr>
            <a:cxnSpLocks/>
          </p:cNvCxnSpPr>
          <p:nvPr userDrawn="1"/>
        </p:nvCxnSpPr>
        <p:spPr bwMode="gray">
          <a:xfrm flipH="1">
            <a:off x="2316664"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5" name="Grafik 14" descr="NTT DATA Logo">
            <a:extLst>
              <a:ext uri="{FF2B5EF4-FFF2-40B4-BE49-F238E27FC236}">
                <a16:creationId xmlns:a16="http://schemas.microsoft.com/office/drawing/2014/main" id="{9BE7D961-DA80-5A82-4947-59D636E68B9A}"/>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66997"/>
            <a:ext cx="1288971" cy="262800"/>
          </a:xfrm>
          <a:prstGeom prst="rect">
            <a:avLst/>
          </a:prstGeom>
        </p:spPr>
      </p:pic>
    </p:spTree>
    <p:extLst>
      <p:ext uri="{BB962C8B-B14F-4D97-AF65-F5344CB8AC3E}">
        <p14:creationId xmlns:p14="http://schemas.microsoft.com/office/powerpoint/2010/main" val="393485144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_Contact_4">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C3BB7C-B4A7-41A4-8C5A-903570B6070B}"/>
              </a:ext>
            </a:extLst>
          </p:cNvPr>
          <p:cNvSpPr>
            <a:spLocks noGrp="1"/>
          </p:cNvSpPr>
          <p:nvPr>
            <p:ph type="title" hasCustomPrompt="1"/>
          </p:nvPr>
        </p:nvSpPr>
        <p:spPr bwMode="gray"/>
        <p:txBody>
          <a:bodyPr vert="horz"/>
          <a:lstStyle/>
          <a:p>
            <a:r>
              <a:rPr lang="en-US"/>
              <a:t>Click to edit Master title style</a:t>
            </a:r>
          </a:p>
        </p:txBody>
      </p:sp>
      <p:sp>
        <p:nvSpPr>
          <p:cNvPr id="10" name="Footer Placeholder 4">
            <a:extLst>
              <a:ext uri="{FF2B5EF4-FFF2-40B4-BE49-F238E27FC236}">
                <a16:creationId xmlns:a16="http://schemas.microsoft.com/office/drawing/2014/main" id="{A9C53063-1F58-BE27-2E94-7E00DE772613}"/>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a:t>
            </a:r>
            <a:fld id="{0CDBEC1D-DF2D-4080-B448-33A8A7F069A3}" type="datetimeyyyy">
              <a:rPr lang="en-US" smtClean="0"/>
              <a:pPr/>
              <a:t>2026</a:t>
            </a:fld>
            <a:r>
              <a:rPr lang="en-US"/>
              <a:t> NTT DATA Business Solutions</a:t>
            </a:r>
          </a:p>
        </p:txBody>
      </p:sp>
      <p:sp>
        <p:nvSpPr>
          <p:cNvPr id="11" name="Slide Number Placeholder 5">
            <a:extLst>
              <a:ext uri="{FF2B5EF4-FFF2-40B4-BE49-F238E27FC236}">
                <a16:creationId xmlns:a16="http://schemas.microsoft.com/office/drawing/2014/main" id="{AF1EE05E-1EF3-FA88-09CC-87DB6B58184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sp>
        <p:nvSpPr>
          <p:cNvPr id="3" name="Bild">
            <a:extLst>
              <a:ext uri="{FF2B5EF4-FFF2-40B4-BE49-F238E27FC236}">
                <a16:creationId xmlns:a16="http://schemas.microsoft.com/office/drawing/2014/main" id="{2A5B58F7-6571-4DC4-52C5-89B52F0B8122}"/>
              </a:ext>
            </a:extLst>
          </p:cNvPr>
          <p:cNvSpPr>
            <a:spLocks noGrp="1"/>
          </p:cNvSpPr>
          <p:nvPr>
            <p:ph type="pic" sz="quarter" idx="18"/>
          </p:nvPr>
        </p:nvSpPr>
        <p:spPr bwMode="gray">
          <a:xfrm>
            <a:off x="849755" y="1719468"/>
            <a:ext cx="2158392" cy="2158204"/>
          </a:xfrm>
          <a:prstGeom prst="ellipse">
            <a:avLst/>
          </a:prstGeom>
          <a:solidFill>
            <a:schemeClr val="accent6"/>
          </a:solidFill>
        </p:spPr>
        <p:txBody>
          <a:bodyPr lIns="144000" tIns="144000" rIns="144000" bIns="144000"/>
          <a:lstStyle>
            <a:lvl1pPr marL="0" indent="0">
              <a:buNone/>
              <a:defRPr sz="1400"/>
            </a:lvl1pPr>
          </a:lstStyle>
          <a:p>
            <a:r>
              <a:rPr lang="en-US" noProof="0"/>
              <a:t>Click icon to add picture</a:t>
            </a:r>
            <a:endParaRPr lang="de-DE" noProof="0"/>
          </a:p>
        </p:txBody>
      </p:sp>
      <p:sp>
        <p:nvSpPr>
          <p:cNvPr id="14" name="Textplatzhalter 19">
            <a:extLst>
              <a:ext uri="{FF2B5EF4-FFF2-40B4-BE49-F238E27FC236}">
                <a16:creationId xmlns:a16="http://schemas.microsoft.com/office/drawing/2014/main" id="{1BC2DEA3-6146-E2B7-B8EF-0A098B405B6F}"/>
              </a:ext>
            </a:extLst>
          </p:cNvPr>
          <p:cNvSpPr>
            <a:spLocks noGrp="1"/>
          </p:cNvSpPr>
          <p:nvPr>
            <p:ph type="body" sz="quarter" idx="20" hasCustomPrompt="1"/>
          </p:nvPr>
        </p:nvSpPr>
        <p:spPr bwMode="gray">
          <a:xfrm>
            <a:off x="673377" y="4463802"/>
            <a:ext cx="2511148" cy="199671"/>
          </a:xfrm>
        </p:spPr>
        <p:txBody>
          <a:bodyPr/>
          <a:lstStyle>
            <a:lvl1pPr marL="0" indent="0" algn="ctr">
              <a:buNone/>
              <a:defRPr sz="1600">
                <a:solidFill>
                  <a:schemeClr val="bg1"/>
                </a:solidFill>
              </a:defRPr>
            </a:lvl1pPr>
          </a:lstStyle>
          <a:p>
            <a:pPr lvl="0"/>
            <a:r>
              <a:rPr lang="de-DE"/>
              <a:t>Position</a:t>
            </a:r>
          </a:p>
        </p:txBody>
      </p:sp>
      <p:sp>
        <p:nvSpPr>
          <p:cNvPr id="15" name="Textplatzhalter 19">
            <a:extLst>
              <a:ext uri="{FF2B5EF4-FFF2-40B4-BE49-F238E27FC236}">
                <a16:creationId xmlns:a16="http://schemas.microsoft.com/office/drawing/2014/main" id="{B8E80BF5-8647-E0C4-2C30-BE556DB9B8A2}"/>
              </a:ext>
            </a:extLst>
          </p:cNvPr>
          <p:cNvSpPr>
            <a:spLocks noGrp="1"/>
          </p:cNvSpPr>
          <p:nvPr>
            <p:ph type="body" sz="quarter" idx="24" hasCustomPrompt="1"/>
          </p:nvPr>
        </p:nvSpPr>
        <p:spPr bwMode="gray">
          <a:xfrm>
            <a:off x="673377" y="4686846"/>
            <a:ext cx="2511148" cy="199671"/>
          </a:xfrm>
        </p:spPr>
        <p:txBody>
          <a:bodyPr/>
          <a:lstStyle>
            <a:lvl1pPr marL="0" indent="0" algn="ctr">
              <a:buNone/>
              <a:defRPr sz="1600">
                <a:solidFill>
                  <a:schemeClr val="bg1"/>
                </a:solidFill>
              </a:defRPr>
            </a:lvl1pPr>
          </a:lstStyle>
          <a:p>
            <a:pPr lvl="0"/>
            <a:r>
              <a:rPr lang="de-DE" err="1"/>
              <a:t>Section</a:t>
            </a:r>
            <a:endParaRPr lang="de-DE"/>
          </a:p>
        </p:txBody>
      </p:sp>
      <p:sp>
        <p:nvSpPr>
          <p:cNvPr id="16" name="Textplatzhalter 19">
            <a:extLst>
              <a:ext uri="{FF2B5EF4-FFF2-40B4-BE49-F238E27FC236}">
                <a16:creationId xmlns:a16="http://schemas.microsoft.com/office/drawing/2014/main" id="{358C96F8-4CBF-4103-655D-C3EEC238DEE1}"/>
              </a:ext>
            </a:extLst>
          </p:cNvPr>
          <p:cNvSpPr>
            <a:spLocks noGrp="1"/>
          </p:cNvSpPr>
          <p:nvPr>
            <p:ph type="body" sz="quarter" idx="25" hasCustomPrompt="1"/>
          </p:nvPr>
        </p:nvSpPr>
        <p:spPr bwMode="gray">
          <a:xfrm>
            <a:off x="673377"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17" name="Textplatzhalter 19">
            <a:extLst>
              <a:ext uri="{FF2B5EF4-FFF2-40B4-BE49-F238E27FC236}">
                <a16:creationId xmlns:a16="http://schemas.microsoft.com/office/drawing/2014/main" id="{9FB3B7BA-84AB-767A-6945-047A5BC05E76}"/>
              </a:ext>
            </a:extLst>
          </p:cNvPr>
          <p:cNvSpPr>
            <a:spLocks noGrp="1"/>
          </p:cNvSpPr>
          <p:nvPr>
            <p:ph type="body" sz="quarter" idx="26" hasCustomPrompt="1"/>
          </p:nvPr>
        </p:nvSpPr>
        <p:spPr bwMode="gray">
          <a:xfrm>
            <a:off x="673377" y="5401450"/>
            <a:ext cx="2511148" cy="145909"/>
          </a:xfrm>
        </p:spPr>
        <p:txBody>
          <a:bodyPr/>
          <a:lstStyle>
            <a:lvl1pPr marL="0" indent="0" algn="ctr">
              <a:buNone/>
              <a:defRPr sz="1200">
                <a:solidFill>
                  <a:schemeClr val="bg1"/>
                </a:solidFill>
              </a:defRPr>
            </a:lvl1pPr>
          </a:lstStyle>
          <a:p>
            <a:pPr lvl="0"/>
            <a:r>
              <a:rPr lang="de-DE"/>
              <a:t>Web</a:t>
            </a:r>
          </a:p>
        </p:txBody>
      </p:sp>
      <p:sp>
        <p:nvSpPr>
          <p:cNvPr id="18" name="Textplatzhalter 19">
            <a:extLst>
              <a:ext uri="{FF2B5EF4-FFF2-40B4-BE49-F238E27FC236}">
                <a16:creationId xmlns:a16="http://schemas.microsoft.com/office/drawing/2014/main" id="{5B477043-CC96-8DC5-1C2C-C3700FC5F86F}"/>
              </a:ext>
            </a:extLst>
          </p:cNvPr>
          <p:cNvSpPr>
            <a:spLocks noGrp="1"/>
          </p:cNvSpPr>
          <p:nvPr>
            <p:ph type="body" sz="quarter" idx="27" hasCustomPrompt="1"/>
          </p:nvPr>
        </p:nvSpPr>
        <p:spPr bwMode="gray">
          <a:xfrm>
            <a:off x="673377" y="5566551"/>
            <a:ext cx="2511148" cy="145909"/>
          </a:xfrm>
        </p:spPr>
        <p:txBody>
          <a:bodyPr/>
          <a:lstStyle>
            <a:lvl1pPr marL="0" indent="0" algn="ctr">
              <a:buNone/>
              <a:defRPr sz="1200">
                <a:solidFill>
                  <a:schemeClr val="bg1"/>
                </a:solidFill>
              </a:defRPr>
            </a:lvl1pPr>
          </a:lstStyle>
          <a:p>
            <a:pPr lvl="0"/>
            <a:r>
              <a:rPr lang="de-DE"/>
              <a:t>E-Mail</a:t>
            </a:r>
          </a:p>
        </p:txBody>
      </p:sp>
      <p:sp>
        <p:nvSpPr>
          <p:cNvPr id="19" name="Textplatzhalter 19">
            <a:extLst>
              <a:ext uri="{FF2B5EF4-FFF2-40B4-BE49-F238E27FC236}">
                <a16:creationId xmlns:a16="http://schemas.microsoft.com/office/drawing/2014/main" id="{14E53D44-2EB1-DE97-3776-CB86868FFB3C}"/>
              </a:ext>
            </a:extLst>
          </p:cNvPr>
          <p:cNvSpPr>
            <a:spLocks noGrp="1"/>
          </p:cNvSpPr>
          <p:nvPr>
            <p:ph type="body" sz="quarter" idx="28" hasCustomPrompt="1"/>
          </p:nvPr>
        </p:nvSpPr>
        <p:spPr bwMode="gray">
          <a:xfrm>
            <a:off x="673377" y="5731651"/>
            <a:ext cx="2511148" cy="145909"/>
          </a:xfrm>
        </p:spPr>
        <p:txBody>
          <a:bodyPr/>
          <a:lstStyle>
            <a:lvl1pPr marL="0" indent="0" algn="ctr">
              <a:buNone/>
              <a:defRPr sz="1200">
                <a:solidFill>
                  <a:schemeClr val="bg1"/>
                </a:solidFill>
              </a:defRPr>
            </a:lvl1pPr>
          </a:lstStyle>
          <a:p>
            <a:pPr lvl="0"/>
            <a:r>
              <a:rPr lang="de-DE"/>
              <a:t>Phone</a:t>
            </a:r>
          </a:p>
        </p:txBody>
      </p:sp>
      <p:sp>
        <p:nvSpPr>
          <p:cNvPr id="20" name="Bild">
            <a:extLst>
              <a:ext uri="{FF2B5EF4-FFF2-40B4-BE49-F238E27FC236}">
                <a16:creationId xmlns:a16="http://schemas.microsoft.com/office/drawing/2014/main" id="{679554FC-C9C0-481C-A95E-C08D8D61BD9D}"/>
              </a:ext>
            </a:extLst>
          </p:cNvPr>
          <p:cNvSpPr>
            <a:spLocks noGrp="1"/>
          </p:cNvSpPr>
          <p:nvPr>
            <p:ph type="pic" sz="quarter" idx="29"/>
          </p:nvPr>
        </p:nvSpPr>
        <p:spPr bwMode="gray">
          <a:xfrm>
            <a:off x="6405279" y="1719468"/>
            <a:ext cx="2158392" cy="2158204"/>
          </a:xfrm>
          <a:prstGeom prst="ellipse">
            <a:avLst/>
          </a:prstGeom>
          <a:solidFill>
            <a:schemeClr val="accent6"/>
          </a:solidFill>
        </p:spPr>
        <p:txBody>
          <a:bodyPr lIns="144000" tIns="144000" rIns="144000" bIns="144000"/>
          <a:lstStyle>
            <a:lvl1pPr marL="0" indent="0">
              <a:buNone/>
              <a:defRPr sz="1100"/>
            </a:lvl1pPr>
          </a:lstStyle>
          <a:p>
            <a:r>
              <a:rPr lang="en-US" noProof="0"/>
              <a:t>Click icon to add picture</a:t>
            </a:r>
            <a:endParaRPr lang="de-DE" noProof="0"/>
          </a:p>
        </p:txBody>
      </p:sp>
      <p:sp>
        <p:nvSpPr>
          <p:cNvPr id="21" name="Bild">
            <a:extLst>
              <a:ext uri="{FF2B5EF4-FFF2-40B4-BE49-F238E27FC236}">
                <a16:creationId xmlns:a16="http://schemas.microsoft.com/office/drawing/2014/main" id="{E5FC9244-6206-AE10-AE4D-CEABAC3D8DE5}"/>
              </a:ext>
            </a:extLst>
          </p:cNvPr>
          <p:cNvSpPr>
            <a:spLocks noGrp="1"/>
          </p:cNvSpPr>
          <p:nvPr>
            <p:ph type="pic" sz="quarter" idx="36"/>
          </p:nvPr>
        </p:nvSpPr>
        <p:spPr bwMode="gray">
          <a:xfrm>
            <a:off x="3627517" y="1719468"/>
            <a:ext cx="2158392" cy="2158204"/>
          </a:xfrm>
          <a:prstGeom prst="ellipse">
            <a:avLst/>
          </a:prstGeom>
          <a:solidFill>
            <a:schemeClr val="accent6"/>
          </a:solidFill>
        </p:spPr>
        <p:txBody>
          <a:bodyPr lIns="144000" tIns="144000" rIns="144000" bIns="144000"/>
          <a:lstStyle>
            <a:lvl1pPr marL="0" indent="0">
              <a:buNone/>
              <a:defRPr sz="1400"/>
            </a:lvl1pPr>
          </a:lstStyle>
          <a:p>
            <a:r>
              <a:rPr lang="en-US" noProof="0"/>
              <a:t>Click icon to add picture</a:t>
            </a:r>
            <a:endParaRPr lang="de-DE" noProof="0"/>
          </a:p>
        </p:txBody>
      </p:sp>
      <p:sp>
        <p:nvSpPr>
          <p:cNvPr id="22" name="Bild">
            <a:extLst>
              <a:ext uri="{FF2B5EF4-FFF2-40B4-BE49-F238E27FC236}">
                <a16:creationId xmlns:a16="http://schemas.microsoft.com/office/drawing/2014/main" id="{43603E40-2CF2-F812-F348-AD05E8CED302}"/>
              </a:ext>
            </a:extLst>
          </p:cNvPr>
          <p:cNvSpPr>
            <a:spLocks noGrp="1"/>
          </p:cNvSpPr>
          <p:nvPr>
            <p:ph type="pic" sz="quarter" idx="37"/>
          </p:nvPr>
        </p:nvSpPr>
        <p:spPr bwMode="gray">
          <a:xfrm>
            <a:off x="9183040" y="1719468"/>
            <a:ext cx="2158392" cy="2158204"/>
          </a:xfrm>
          <a:prstGeom prst="ellipse">
            <a:avLst/>
          </a:prstGeom>
          <a:solidFill>
            <a:schemeClr val="accent6"/>
          </a:solidFill>
        </p:spPr>
        <p:txBody>
          <a:bodyPr lIns="144000" tIns="144000" rIns="144000" bIns="144000"/>
          <a:lstStyle>
            <a:lvl1pPr marL="0" indent="0">
              <a:buNone/>
              <a:defRPr sz="1100"/>
            </a:lvl1pPr>
          </a:lstStyle>
          <a:p>
            <a:r>
              <a:rPr lang="en-US" noProof="0"/>
              <a:t>Click icon to add picture</a:t>
            </a:r>
            <a:endParaRPr lang="de-DE" noProof="0"/>
          </a:p>
        </p:txBody>
      </p:sp>
      <p:sp>
        <p:nvSpPr>
          <p:cNvPr id="23" name="Textplatzhalter 19">
            <a:extLst>
              <a:ext uri="{FF2B5EF4-FFF2-40B4-BE49-F238E27FC236}">
                <a16:creationId xmlns:a16="http://schemas.microsoft.com/office/drawing/2014/main" id="{6A54E0CE-F3C1-3C72-6B0B-2E3525AE191B}"/>
              </a:ext>
            </a:extLst>
          </p:cNvPr>
          <p:cNvSpPr>
            <a:spLocks noGrp="1"/>
          </p:cNvSpPr>
          <p:nvPr>
            <p:ph type="body" sz="quarter" idx="38" hasCustomPrompt="1"/>
          </p:nvPr>
        </p:nvSpPr>
        <p:spPr bwMode="gray">
          <a:xfrm>
            <a:off x="3451139" y="4463802"/>
            <a:ext cx="2511148" cy="199671"/>
          </a:xfrm>
        </p:spPr>
        <p:txBody>
          <a:bodyPr/>
          <a:lstStyle>
            <a:lvl1pPr marL="0" indent="0" algn="ctr">
              <a:buNone/>
              <a:defRPr sz="1600">
                <a:solidFill>
                  <a:schemeClr val="bg1"/>
                </a:solidFill>
              </a:defRPr>
            </a:lvl1pPr>
          </a:lstStyle>
          <a:p>
            <a:pPr lvl="0"/>
            <a:r>
              <a:rPr lang="de-DE"/>
              <a:t>Position</a:t>
            </a:r>
          </a:p>
        </p:txBody>
      </p:sp>
      <p:sp>
        <p:nvSpPr>
          <p:cNvPr id="24" name="Textplatzhalter 19">
            <a:extLst>
              <a:ext uri="{FF2B5EF4-FFF2-40B4-BE49-F238E27FC236}">
                <a16:creationId xmlns:a16="http://schemas.microsoft.com/office/drawing/2014/main" id="{91E2F9BC-0D27-4B03-A91F-BA3418D3F143}"/>
              </a:ext>
            </a:extLst>
          </p:cNvPr>
          <p:cNvSpPr>
            <a:spLocks noGrp="1"/>
          </p:cNvSpPr>
          <p:nvPr>
            <p:ph type="body" sz="quarter" idx="39" hasCustomPrompt="1"/>
          </p:nvPr>
        </p:nvSpPr>
        <p:spPr bwMode="gray">
          <a:xfrm>
            <a:off x="3451139" y="4686846"/>
            <a:ext cx="2511148" cy="199671"/>
          </a:xfrm>
        </p:spPr>
        <p:txBody>
          <a:bodyPr/>
          <a:lstStyle>
            <a:lvl1pPr marL="0" indent="0" algn="ctr">
              <a:buNone/>
              <a:defRPr sz="1600">
                <a:solidFill>
                  <a:schemeClr val="bg1"/>
                </a:solidFill>
              </a:defRPr>
            </a:lvl1pPr>
          </a:lstStyle>
          <a:p>
            <a:pPr lvl="0"/>
            <a:r>
              <a:rPr lang="de-DE" err="1"/>
              <a:t>Section</a:t>
            </a:r>
            <a:endParaRPr lang="de-DE"/>
          </a:p>
        </p:txBody>
      </p:sp>
      <p:sp>
        <p:nvSpPr>
          <p:cNvPr id="25" name="Textplatzhalter 19">
            <a:extLst>
              <a:ext uri="{FF2B5EF4-FFF2-40B4-BE49-F238E27FC236}">
                <a16:creationId xmlns:a16="http://schemas.microsoft.com/office/drawing/2014/main" id="{B19C57C2-CEFF-904C-F57F-98CB3CB83ED6}"/>
              </a:ext>
            </a:extLst>
          </p:cNvPr>
          <p:cNvSpPr>
            <a:spLocks noGrp="1"/>
          </p:cNvSpPr>
          <p:nvPr>
            <p:ph type="body" sz="quarter" idx="40" hasCustomPrompt="1"/>
          </p:nvPr>
        </p:nvSpPr>
        <p:spPr bwMode="gray">
          <a:xfrm>
            <a:off x="3451139"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26" name="Textplatzhalter 19">
            <a:extLst>
              <a:ext uri="{FF2B5EF4-FFF2-40B4-BE49-F238E27FC236}">
                <a16:creationId xmlns:a16="http://schemas.microsoft.com/office/drawing/2014/main" id="{D4A631FC-276C-6317-C57C-DBF382524413}"/>
              </a:ext>
            </a:extLst>
          </p:cNvPr>
          <p:cNvSpPr>
            <a:spLocks noGrp="1"/>
          </p:cNvSpPr>
          <p:nvPr>
            <p:ph type="body" sz="quarter" idx="41" hasCustomPrompt="1"/>
          </p:nvPr>
        </p:nvSpPr>
        <p:spPr bwMode="gray">
          <a:xfrm>
            <a:off x="3451139" y="5401450"/>
            <a:ext cx="2511148" cy="145909"/>
          </a:xfrm>
        </p:spPr>
        <p:txBody>
          <a:bodyPr/>
          <a:lstStyle>
            <a:lvl1pPr marL="0" indent="0" algn="ctr">
              <a:buNone/>
              <a:defRPr sz="1200">
                <a:solidFill>
                  <a:schemeClr val="bg1"/>
                </a:solidFill>
              </a:defRPr>
            </a:lvl1pPr>
          </a:lstStyle>
          <a:p>
            <a:pPr lvl="0"/>
            <a:r>
              <a:rPr lang="de-DE"/>
              <a:t>Web</a:t>
            </a:r>
          </a:p>
        </p:txBody>
      </p:sp>
      <p:sp>
        <p:nvSpPr>
          <p:cNvPr id="41" name="Textplatzhalter 19">
            <a:extLst>
              <a:ext uri="{FF2B5EF4-FFF2-40B4-BE49-F238E27FC236}">
                <a16:creationId xmlns:a16="http://schemas.microsoft.com/office/drawing/2014/main" id="{5C5A3CF2-D46D-F6E8-1B26-D5561C1E7AD7}"/>
              </a:ext>
            </a:extLst>
          </p:cNvPr>
          <p:cNvSpPr>
            <a:spLocks noGrp="1"/>
          </p:cNvSpPr>
          <p:nvPr>
            <p:ph type="body" sz="quarter" idx="42" hasCustomPrompt="1"/>
          </p:nvPr>
        </p:nvSpPr>
        <p:spPr bwMode="gray">
          <a:xfrm>
            <a:off x="3451139" y="5566551"/>
            <a:ext cx="2511148" cy="145909"/>
          </a:xfrm>
        </p:spPr>
        <p:txBody>
          <a:bodyPr/>
          <a:lstStyle>
            <a:lvl1pPr marL="0" indent="0" algn="ctr">
              <a:buNone/>
              <a:defRPr sz="1200">
                <a:solidFill>
                  <a:schemeClr val="bg1"/>
                </a:solidFill>
              </a:defRPr>
            </a:lvl1pPr>
          </a:lstStyle>
          <a:p>
            <a:pPr lvl="0"/>
            <a:r>
              <a:rPr lang="de-DE"/>
              <a:t>E-Mail</a:t>
            </a:r>
          </a:p>
        </p:txBody>
      </p:sp>
      <p:sp>
        <p:nvSpPr>
          <p:cNvPr id="42" name="Textplatzhalter 19">
            <a:extLst>
              <a:ext uri="{FF2B5EF4-FFF2-40B4-BE49-F238E27FC236}">
                <a16:creationId xmlns:a16="http://schemas.microsoft.com/office/drawing/2014/main" id="{67F71007-B96D-0098-ECE9-140939362478}"/>
              </a:ext>
            </a:extLst>
          </p:cNvPr>
          <p:cNvSpPr>
            <a:spLocks noGrp="1"/>
          </p:cNvSpPr>
          <p:nvPr>
            <p:ph type="body" sz="quarter" idx="43" hasCustomPrompt="1"/>
          </p:nvPr>
        </p:nvSpPr>
        <p:spPr bwMode="gray">
          <a:xfrm>
            <a:off x="3451139" y="5731651"/>
            <a:ext cx="2511148" cy="145909"/>
          </a:xfrm>
        </p:spPr>
        <p:txBody>
          <a:bodyPr/>
          <a:lstStyle>
            <a:lvl1pPr marL="0" indent="0" algn="ctr">
              <a:buNone/>
              <a:defRPr sz="1200">
                <a:solidFill>
                  <a:schemeClr val="bg1"/>
                </a:solidFill>
              </a:defRPr>
            </a:lvl1pPr>
          </a:lstStyle>
          <a:p>
            <a:pPr lvl="0"/>
            <a:r>
              <a:rPr lang="de-DE"/>
              <a:t>Phone</a:t>
            </a:r>
          </a:p>
        </p:txBody>
      </p:sp>
      <p:sp>
        <p:nvSpPr>
          <p:cNvPr id="43" name="Textplatzhalter 19">
            <a:extLst>
              <a:ext uri="{FF2B5EF4-FFF2-40B4-BE49-F238E27FC236}">
                <a16:creationId xmlns:a16="http://schemas.microsoft.com/office/drawing/2014/main" id="{0E48DE33-97F5-F8DA-6613-F0B97BE8F4B6}"/>
              </a:ext>
            </a:extLst>
          </p:cNvPr>
          <p:cNvSpPr>
            <a:spLocks noGrp="1"/>
          </p:cNvSpPr>
          <p:nvPr>
            <p:ph type="body" sz="quarter" idx="44" hasCustomPrompt="1"/>
          </p:nvPr>
        </p:nvSpPr>
        <p:spPr bwMode="gray">
          <a:xfrm>
            <a:off x="6228901" y="4463802"/>
            <a:ext cx="2511148" cy="199671"/>
          </a:xfrm>
        </p:spPr>
        <p:txBody>
          <a:bodyPr/>
          <a:lstStyle>
            <a:lvl1pPr marL="0" indent="0" algn="ctr">
              <a:buNone/>
              <a:defRPr sz="1600">
                <a:solidFill>
                  <a:schemeClr val="bg1"/>
                </a:solidFill>
              </a:defRPr>
            </a:lvl1pPr>
          </a:lstStyle>
          <a:p>
            <a:pPr lvl="0"/>
            <a:r>
              <a:rPr lang="de-DE"/>
              <a:t>Position</a:t>
            </a:r>
          </a:p>
        </p:txBody>
      </p:sp>
      <p:sp>
        <p:nvSpPr>
          <p:cNvPr id="44" name="Textplatzhalter 19">
            <a:extLst>
              <a:ext uri="{FF2B5EF4-FFF2-40B4-BE49-F238E27FC236}">
                <a16:creationId xmlns:a16="http://schemas.microsoft.com/office/drawing/2014/main" id="{8845C0FD-9FB9-7487-76A8-6BE7FD80151C}"/>
              </a:ext>
            </a:extLst>
          </p:cNvPr>
          <p:cNvSpPr>
            <a:spLocks noGrp="1"/>
          </p:cNvSpPr>
          <p:nvPr>
            <p:ph type="body" sz="quarter" idx="45" hasCustomPrompt="1"/>
          </p:nvPr>
        </p:nvSpPr>
        <p:spPr bwMode="gray">
          <a:xfrm>
            <a:off x="6228901" y="4686846"/>
            <a:ext cx="2511148" cy="199671"/>
          </a:xfrm>
        </p:spPr>
        <p:txBody>
          <a:bodyPr/>
          <a:lstStyle>
            <a:lvl1pPr marL="0" indent="0" algn="ctr">
              <a:buNone/>
              <a:defRPr sz="1600">
                <a:solidFill>
                  <a:schemeClr val="bg1"/>
                </a:solidFill>
              </a:defRPr>
            </a:lvl1pPr>
          </a:lstStyle>
          <a:p>
            <a:pPr lvl="0"/>
            <a:r>
              <a:rPr lang="de-DE" err="1"/>
              <a:t>Section</a:t>
            </a:r>
            <a:endParaRPr lang="de-DE"/>
          </a:p>
        </p:txBody>
      </p:sp>
      <p:sp>
        <p:nvSpPr>
          <p:cNvPr id="45" name="Textplatzhalter 19">
            <a:extLst>
              <a:ext uri="{FF2B5EF4-FFF2-40B4-BE49-F238E27FC236}">
                <a16:creationId xmlns:a16="http://schemas.microsoft.com/office/drawing/2014/main" id="{6AA843EA-66C9-C7F9-45EC-A18E7D27C2A1}"/>
              </a:ext>
            </a:extLst>
          </p:cNvPr>
          <p:cNvSpPr>
            <a:spLocks noGrp="1"/>
          </p:cNvSpPr>
          <p:nvPr>
            <p:ph type="body" sz="quarter" idx="46" hasCustomPrompt="1"/>
          </p:nvPr>
        </p:nvSpPr>
        <p:spPr bwMode="gray">
          <a:xfrm>
            <a:off x="6228901"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46" name="Textplatzhalter 19">
            <a:extLst>
              <a:ext uri="{FF2B5EF4-FFF2-40B4-BE49-F238E27FC236}">
                <a16:creationId xmlns:a16="http://schemas.microsoft.com/office/drawing/2014/main" id="{2FB8C341-EEED-B1B1-4144-6806EC67046F}"/>
              </a:ext>
            </a:extLst>
          </p:cNvPr>
          <p:cNvSpPr>
            <a:spLocks noGrp="1"/>
          </p:cNvSpPr>
          <p:nvPr>
            <p:ph type="body" sz="quarter" idx="47" hasCustomPrompt="1"/>
          </p:nvPr>
        </p:nvSpPr>
        <p:spPr bwMode="gray">
          <a:xfrm>
            <a:off x="6228901" y="5401450"/>
            <a:ext cx="2511148" cy="145909"/>
          </a:xfrm>
        </p:spPr>
        <p:txBody>
          <a:bodyPr/>
          <a:lstStyle>
            <a:lvl1pPr marL="0" indent="0" algn="ctr">
              <a:buNone/>
              <a:defRPr sz="1200">
                <a:solidFill>
                  <a:schemeClr val="bg1"/>
                </a:solidFill>
              </a:defRPr>
            </a:lvl1pPr>
          </a:lstStyle>
          <a:p>
            <a:pPr lvl="0"/>
            <a:r>
              <a:rPr lang="de-DE"/>
              <a:t>Web</a:t>
            </a:r>
          </a:p>
        </p:txBody>
      </p:sp>
      <p:sp>
        <p:nvSpPr>
          <p:cNvPr id="47" name="Textplatzhalter 19">
            <a:extLst>
              <a:ext uri="{FF2B5EF4-FFF2-40B4-BE49-F238E27FC236}">
                <a16:creationId xmlns:a16="http://schemas.microsoft.com/office/drawing/2014/main" id="{47AF57AA-E604-29E8-C184-EAC74301823B}"/>
              </a:ext>
            </a:extLst>
          </p:cNvPr>
          <p:cNvSpPr>
            <a:spLocks noGrp="1"/>
          </p:cNvSpPr>
          <p:nvPr>
            <p:ph type="body" sz="quarter" idx="48" hasCustomPrompt="1"/>
          </p:nvPr>
        </p:nvSpPr>
        <p:spPr bwMode="gray">
          <a:xfrm>
            <a:off x="6228901" y="5566551"/>
            <a:ext cx="2511148" cy="145909"/>
          </a:xfrm>
        </p:spPr>
        <p:txBody>
          <a:bodyPr/>
          <a:lstStyle>
            <a:lvl1pPr marL="0" indent="0" algn="ctr">
              <a:buNone/>
              <a:defRPr sz="1200">
                <a:solidFill>
                  <a:schemeClr val="bg1"/>
                </a:solidFill>
              </a:defRPr>
            </a:lvl1pPr>
          </a:lstStyle>
          <a:p>
            <a:pPr lvl="0"/>
            <a:r>
              <a:rPr lang="de-DE"/>
              <a:t>E-Mail</a:t>
            </a:r>
          </a:p>
        </p:txBody>
      </p:sp>
      <p:sp>
        <p:nvSpPr>
          <p:cNvPr id="48" name="Textplatzhalter 19">
            <a:extLst>
              <a:ext uri="{FF2B5EF4-FFF2-40B4-BE49-F238E27FC236}">
                <a16:creationId xmlns:a16="http://schemas.microsoft.com/office/drawing/2014/main" id="{CF9B4E59-0310-6D96-2553-D144860A5CE5}"/>
              </a:ext>
            </a:extLst>
          </p:cNvPr>
          <p:cNvSpPr>
            <a:spLocks noGrp="1"/>
          </p:cNvSpPr>
          <p:nvPr>
            <p:ph type="body" sz="quarter" idx="49" hasCustomPrompt="1"/>
          </p:nvPr>
        </p:nvSpPr>
        <p:spPr bwMode="gray">
          <a:xfrm>
            <a:off x="6228901" y="5731651"/>
            <a:ext cx="2511148" cy="145909"/>
          </a:xfrm>
        </p:spPr>
        <p:txBody>
          <a:bodyPr/>
          <a:lstStyle>
            <a:lvl1pPr marL="0" indent="0" algn="ctr">
              <a:buNone/>
              <a:defRPr sz="1200">
                <a:solidFill>
                  <a:schemeClr val="bg1"/>
                </a:solidFill>
              </a:defRPr>
            </a:lvl1pPr>
          </a:lstStyle>
          <a:p>
            <a:pPr lvl="0"/>
            <a:r>
              <a:rPr lang="de-DE"/>
              <a:t>Phone</a:t>
            </a:r>
          </a:p>
        </p:txBody>
      </p:sp>
      <p:sp>
        <p:nvSpPr>
          <p:cNvPr id="49" name="Textplatzhalter 19">
            <a:extLst>
              <a:ext uri="{FF2B5EF4-FFF2-40B4-BE49-F238E27FC236}">
                <a16:creationId xmlns:a16="http://schemas.microsoft.com/office/drawing/2014/main" id="{CF1502FD-D684-00B7-9E51-E9FE8ADB1B1C}"/>
              </a:ext>
            </a:extLst>
          </p:cNvPr>
          <p:cNvSpPr>
            <a:spLocks noGrp="1"/>
          </p:cNvSpPr>
          <p:nvPr>
            <p:ph type="body" sz="quarter" idx="50" hasCustomPrompt="1"/>
          </p:nvPr>
        </p:nvSpPr>
        <p:spPr bwMode="gray">
          <a:xfrm>
            <a:off x="9006662" y="4463802"/>
            <a:ext cx="2511148" cy="199671"/>
          </a:xfrm>
        </p:spPr>
        <p:txBody>
          <a:bodyPr/>
          <a:lstStyle>
            <a:lvl1pPr marL="0" indent="0" algn="ctr">
              <a:buNone/>
              <a:defRPr sz="1600">
                <a:solidFill>
                  <a:schemeClr val="bg1"/>
                </a:solidFill>
              </a:defRPr>
            </a:lvl1pPr>
          </a:lstStyle>
          <a:p>
            <a:pPr lvl="0"/>
            <a:r>
              <a:rPr lang="de-DE"/>
              <a:t>Position</a:t>
            </a:r>
          </a:p>
        </p:txBody>
      </p:sp>
      <p:sp>
        <p:nvSpPr>
          <p:cNvPr id="50" name="Textplatzhalter 19">
            <a:extLst>
              <a:ext uri="{FF2B5EF4-FFF2-40B4-BE49-F238E27FC236}">
                <a16:creationId xmlns:a16="http://schemas.microsoft.com/office/drawing/2014/main" id="{1596965F-0530-28D7-8AF3-E511601A9C23}"/>
              </a:ext>
            </a:extLst>
          </p:cNvPr>
          <p:cNvSpPr>
            <a:spLocks noGrp="1"/>
          </p:cNvSpPr>
          <p:nvPr>
            <p:ph type="body" sz="quarter" idx="51" hasCustomPrompt="1"/>
          </p:nvPr>
        </p:nvSpPr>
        <p:spPr bwMode="gray">
          <a:xfrm>
            <a:off x="9006662" y="4686846"/>
            <a:ext cx="2511148" cy="199671"/>
          </a:xfrm>
        </p:spPr>
        <p:txBody>
          <a:bodyPr/>
          <a:lstStyle>
            <a:lvl1pPr marL="0" indent="0" algn="ctr">
              <a:buNone/>
              <a:defRPr sz="1600">
                <a:solidFill>
                  <a:schemeClr val="bg1"/>
                </a:solidFill>
              </a:defRPr>
            </a:lvl1pPr>
          </a:lstStyle>
          <a:p>
            <a:pPr lvl="0"/>
            <a:r>
              <a:rPr lang="de-DE" err="1"/>
              <a:t>Section</a:t>
            </a:r>
            <a:endParaRPr lang="de-DE"/>
          </a:p>
        </p:txBody>
      </p:sp>
      <p:sp>
        <p:nvSpPr>
          <p:cNvPr id="51" name="Textplatzhalter 19">
            <a:extLst>
              <a:ext uri="{FF2B5EF4-FFF2-40B4-BE49-F238E27FC236}">
                <a16:creationId xmlns:a16="http://schemas.microsoft.com/office/drawing/2014/main" id="{1E71F1B8-36E5-A354-55CB-E901006317A1}"/>
              </a:ext>
            </a:extLst>
          </p:cNvPr>
          <p:cNvSpPr>
            <a:spLocks noGrp="1"/>
          </p:cNvSpPr>
          <p:nvPr>
            <p:ph type="body" sz="quarter" idx="52" hasCustomPrompt="1"/>
          </p:nvPr>
        </p:nvSpPr>
        <p:spPr bwMode="gray">
          <a:xfrm>
            <a:off x="9006662"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52" name="Textplatzhalter 19">
            <a:extLst>
              <a:ext uri="{FF2B5EF4-FFF2-40B4-BE49-F238E27FC236}">
                <a16:creationId xmlns:a16="http://schemas.microsoft.com/office/drawing/2014/main" id="{FE15675C-3EC1-F9A4-94F4-BCE068E0CC3D}"/>
              </a:ext>
            </a:extLst>
          </p:cNvPr>
          <p:cNvSpPr>
            <a:spLocks noGrp="1"/>
          </p:cNvSpPr>
          <p:nvPr>
            <p:ph type="body" sz="quarter" idx="53" hasCustomPrompt="1"/>
          </p:nvPr>
        </p:nvSpPr>
        <p:spPr bwMode="gray">
          <a:xfrm>
            <a:off x="9006662" y="5401450"/>
            <a:ext cx="2511148" cy="145909"/>
          </a:xfrm>
        </p:spPr>
        <p:txBody>
          <a:bodyPr/>
          <a:lstStyle>
            <a:lvl1pPr marL="0" indent="0" algn="ctr">
              <a:buNone/>
              <a:defRPr sz="1200">
                <a:solidFill>
                  <a:schemeClr val="bg1"/>
                </a:solidFill>
              </a:defRPr>
            </a:lvl1pPr>
          </a:lstStyle>
          <a:p>
            <a:pPr lvl="0"/>
            <a:r>
              <a:rPr lang="de-DE"/>
              <a:t>Web</a:t>
            </a:r>
          </a:p>
        </p:txBody>
      </p:sp>
      <p:sp>
        <p:nvSpPr>
          <p:cNvPr id="53" name="Textplatzhalter 19">
            <a:extLst>
              <a:ext uri="{FF2B5EF4-FFF2-40B4-BE49-F238E27FC236}">
                <a16:creationId xmlns:a16="http://schemas.microsoft.com/office/drawing/2014/main" id="{1A7EEACF-9147-9705-A666-5D2C04D784FB}"/>
              </a:ext>
            </a:extLst>
          </p:cNvPr>
          <p:cNvSpPr>
            <a:spLocks noGrp="1"/>
          </p:cNvSpPr>
          <p:nvPr>
            <p:ph type="body" sz="quarter" idx="54" hasCustomPrompt="1"/>
          </p:nvPr>
        </p:nvSpPr>
        <p:spPr bwMode="gray">
          <a:xfrm>
            <a:off x="9006662" y="5566551"/>
            <a:ext cx="2511148" cy="145909"/>
          </a:xfrm>
        </p:spPr>
        <p:txBody>
          <a:bodyPr/>
          <a:lstStyle>
            <a:lvl1pPr marL="0" indent="0" algn="ctr">
              <a:buNone/>
              <a:defRPr sz="1200">
                <a:solidFill>
                  <a:schemeClr val="bg1"/>
                </a:solidFill>
              </a:defRPr>
            </a:lvl1pPr>
          </a:lstStyle>
          <a:p>
            <a:pPr lvl="0"/>
            <a:r>
              <a:rPr lang="de-DE"/>
              <a:t>E-Mail</a:t>
            </a:r>
          </a:p>
        </p:txBody>
      </p:sp>
      <p:sp>
        <p:nvSpPr>
          <p:cNvPr id="54" name="Textplatzhalter 19">
            <a:extLst>
              <a:ext uri="{FF2B5EF4-FFF2-40B4-BE49-F238E27FC236}">
                <a16:creationId xmlns:a16="http://schemas.microsoft.com/office/drawing/2014/main" id="{1DA0D8FD-3459-9438-20CF-47A634A12C7D}"/>
              </a:ext>
            </a:extLst>
          </p:cNvPr>
          <p:cNvSpPr>
            <a:spLocks noGrp="1"/>
          </p:cNvSpPr>
          <p:nvPr>
            <p:ph type="body" sz="quarter" idx="55" hasCustomPrompt="1"/>
          </p:nvPr>
        </p:nvSpPr>
        <p:spPr bwMode="gray">
          <a:xfrm>
            <a:off x="9006662" y="5731651"/>
            <a:ext cx="2511148" cy="145909"/>
          </a:xfrm>
        </p:spPr>
        <p:txBody>
          <a:bodyPr/>
          <a:lstStyle>
            <a:lvl1pPr marL="0" indent="0" algn="ctr">
              <a:buNone/>
              <a:defRPr sz="1200">
                <a:solidFill>
                  <a:schemeClr val="bg1"/>
                </a:solidFill>
              </a:defRPr>
            </a:lvl1pPr>
          </a:lstStyle>
          <a:p>
            <a:pPr lvl="0"/>
            <a:r>
              <a:rPr lang="de-DE"/>
              <a:t>Phone</a:t>
            </a:r>
          </a:p>
        </p:txBody>
      </p:sp>
      <p:cxnSp>
        <p:nvCxnSpPr>
          <p:cNvPr id="2" name="Gerader Verbinder 1">
            <a:extLst>
              <a:ext uri="{FF2B5EF4-FFF2-40B4-BE49-F238E27FC236}">
                <a16:creationId xmlns:a16="http://schemas.microsoft.com/office/drawing/2014/main" id="{F71352BF-4D2F-D352-E8E5-FC8E96936F08}"/>
              </a:ext>
            </a:extLst>
          </p:cNvPr>
          <p:cNvCxnSpPr>
            <a:cxnSpLocks/>
          </p:cNvCxnSpPr>
          <p:nvPr userDrawn="1"/>
        </p:nvCxnSpPr>
        <p:spPr bwMode="gray">
          <a:xfrm flipH="1">
            <a:off x="4441283"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 name="Gerader Verbinder 3">
            <a:extLst>
              <a:ext uri="{FF2B5EF4-FFF2-40B4-BE49-F238E27FC236}">
                <a16:creationId xmlns:a16="http://schemas.microsoft.com/office/drawing/2014/main" id="{BE78E666-91DF-A384-7FF9-6B46FF0AB3B3}"/>
              </a:ext>
            </a:extLst>
          </p:cNvPr>
          <p:cNvCxnSpPr>
            <a:cxnSpLocks/>
          </p:cNvCxnSpPr>
          <p:nvPr userDrawn="1"/>
        </p:nvCxnSpPr>
        <p:spPr bwMode="gray">
          <a:xfrm flipH="1">
            <a:off x="1663521"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 name="Gerader Verbinder 4">
            <a:extLst>
              <a:ext uri="{FF2B5EF4-FFF2-40B4-BE49-F238E27FC236}">
                <a16:creationId xmlns:a16="http://schemas.microsoft.com/office/drawing/2014/main" id="{3F9AE90A-3D19-C42F-D463-9F70B664F524}"/>
              </a:ext>
            </a:extLst>
          </p:cNvPr>
          <p:cNvCxnSpPr>
            <a:cxnSpLocks/>
          </p:cNvCxnSpPr>
          <p:nvPr userDrawn="1"/>
        </p:nvCxnSpPr>
        <p:spPr bwMode="gray">
          <a:xfrm flipH="1">
            <a:off x="7219045"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 name="Gerader Verbinder 6">
            <a:extLst>
              <a:ext uri="{FF2B5EF4-FFF2-40B4-BE49-F238E27FC236}">
                <a16:creationId xmlns:a16="http://schemas.microsoft.com/office/drawing/2014/main" id="{31BB3CEE-CB0F-A50B-C004-4CF41520D8AC}"/>
              </a:ext>
            </a:extLst>
          </p:cNvPr>
          <p:cNvCxnSpPr>
            <a:cxnSpLocks/>
          </p:cNvCxnSpPr>
          <p:nvPr userDrawn="1"/>
        </p:nvCxnSpPr>
        <p:spPr bwMode="gray">
          <a:xfrm flipH="1">
            <a:off x="9996806"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8" name="Grafik 7" descr="NTT DATA Logo">
            <a:extLst>
              <a:ext uri="{FF2B5EF4-FFF2-40B4-BE49-F238E27FC236}">
                <a16:creationId xmlns:a16="http://schemas.microsoft.com/office/drawing/2014/main" id="{9D048711-65BD-8E39-E959-7A18411DEC75}"/>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66997"/>
            <a:ext cx="1288971" cy="262800"/>
          </a:xfrm>
          <a:prstGeom prst="rect">
            <a:avLst/>
          </a:prstGeom>
        </p:spPr>
      </p:pic>
    </p:spTree>
    <p:extLst>
      <p:ext uri="{BB962C8B-B14F-4D97-AF65-F5344CB8AC3E}">
        <p14:creationId xmlns:p14="http://schemas.microsoft.com/office/powerpoint/2010/main" val="107331045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_Closing Slide White Light">
    <p:spTree>
      <p:nvGrpSpPr>
        <p:cNvPr id="1" name=""/>
        <p:cNvGrpSpPr/>
        <p:nvPr/>
      </p:nvGrpSpPr>
      <p:grpSpPr>
        <a:xfrm>
          <a:off x="0" y="0"/>
          <a:ext cx="0" cy="0"/>
          <a:chOff x="0" y="0"/>
          <a:chExt cx="0" cy="0"/>
        </a:xfrm>
      </p:grpSpPr>
      <p:pic>
        <p:nvPicPr>
          <p:cNvPr id="3" name="NTT DATA Global Logo">
            <a:extLst>
              <a:ext uri="{FF2B5EF4-FFF2-40B4-BE49-F238E27FC236}">
                <a16:creationId xmlns:a16="http://schemas.microsoft.com/office/drawing/2014/main" id="{01F40004-0B55-0534-B49E-3160E9FA2E10}"/>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403287" y="2880000"/>
            <a:ext cx="5385427" cy="1098000"/>
          </a:xfrm>
          <a:prstGeom prst="rect">
            <a:avLst/>
          </a:prstGeom>
        </p:spPr>
      </p:pic>
    </p:spTree>
    <p:extLst>
      <p:ext uri="{BB962C8B-B14F-4D97-AF65-F5344CB8AC3E}">
        <p14:creationId xmlns:p14="http://schemas.microsoft.com/office/powerpoint/2010/main" val="8831969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E_Closing Slide Future Blue with Picture Light">
    <p:bg>
      <p:bgPr>
        <a:solidFill>
          <a:schemeClr val="bg2"/>
        </a:solidFill>
        <a:effectLst/>
      </p:bgPr>
    </p:bg>
    <p:spTree>
      <p:nvGrpSpPr>
        <p:cNvPr id="1" name=""/>
        <p:cNvGrpSpPr/>
        <p:nvPr/>
      </p:nvGrpSpPr>
      <p:grpSpPr>
        <a:xfrm>
          <a:off x="0" y="0"/>
          <a:ext cx="0" cy="0"/>
          <a:chOff x="0" y="0"/>
          <a:chExt cx="0" cy="0"/>
        </a:xfrm>
      </p:grpSpPr>
      <p:sp>
        <p:nvSpPr>
          <p:cNvPr id="2" name="NTT DATA Global Logo" descr="NTT DATA Global Logo">
            <a:extLst>
              <a:ext uri="{FF2B5EF4-FFF2-40B4-BE49-F238E27FC236}">
                <a16:creationId xmlns:a16="http://schemas.microsoft.com/office/drawing/2014/main" id="{98CC4E28-4615-54DE-9A23-19AE8504C324}"/>
              </a:ext>
            </a:extLst>
          </p:cNvPr>
          <p:cNvSpPr>
            <a:spLocks noGrp="1" noChangeAspect="1"/>
          </p:cNvSpPr>
          <p:nvPr>
            <p:ph type="body" sz="quarter" idx="17" hasCustomPrompt="1"/>
          </p:nvPr>
        </p:nvSpPr>
        <p:spPr bwMode="gray">
          <a:xfrm>
            <a:off x="3403200" y="2879266"/>
            <a:ext cx="5385600" cy="1099468"/>
          </a:xfrm>
          <a:prstGeom prst="rect">
            <a:avLst/>
          </a:prstGeom>
          <a:blipFill dpi="0" rotWithShape="1">
            <a:blip r:embed="rId2"/>
            <a:srcRect/>
            <a:stretch>
              <a:fillRect/>
            </a:stretch>
          </a:blipFill>
        </p:spPr>
        <p:txBody>
          <a:bodyPr wrap="none" lIns="0" tIns="0" rIns="0" bIns="0"/>
          <a:lstStyle>
            <a:lvl1pPr>
              <a:defRPr sz="200">
                <a:solidFill>
                  <a:schemeClr val="accent2"/>
                </a:solidFill>
              </a:defRPr>
            </a:lvl1pPr>
            <a:lvl2pPr>
              <a:defRPr>
                <a:noFill/>
              </a:defRPr>
            </a:lvl2pPr>
            <a:lvl3pPr>
              <a:defRPr>
                <a:noFill/>
              </a:defRPr>
            </a:lvl3pPr>
            <a:lvl4pPr>
              <a:defRPr>
                <a:noFill/>
              </a:defRPr>
            </a:lvl4pPr>
            <a:lvl5pPr>
              <a:defRPr>
                <a:noFill/>
              </a:defRPr>
            </a:lvl5pPr>
          </a:lstStyle>
          <a:p>
            <a:pPr lvl="0"/>
            <a:r>
              <a:rPr lang="en-US"/>
              <a:t> </a:t>
            </a:r>
          </a:p>
        </p:txBody>
      </p:sp>
      <p:sp>
        <p:nvSpPr>
          <p:cNvPr id="3" name="Picture Placeholder 4">
            <a:extLst>
              <a:ext uri="{FF2B5EF4-FFF2-40B4-BE49-F238E27FC236}">
                <a16:creationId xmlns:a16="http://schemas.microsoft.com/office/drawing/2014/main" id="{FB17ABEB-CE11-6DFE-1EDF-82662ED8C955}"/>
              </a:ext>
            </a:extLst>
          </p:cNvPr>
          <p:cNvSpPr>
            <a:spLocks noGrp="1"/>
          </p:cNvSpPr>
          <p:nvPr>
            <p:ph type="pic" sz="quarter" idx="13" hasCustomPrompt="1"/>
          </p:nvPr>
        </p:nvSpPr>
        <p:spPr bwMode="gray">
          <a:xfrm>
            <a:off x="0" y="0"/>
            <a:ext cx="12192000" cy="6860241"/>
          </a:xfrm>
          <a:prstGeom prst="rect">
            <a:avLst/>
          </a:prstGeom>
          <a:noFill/>
        </p:spPr>
        <p:txBody>
          <a:bodyPr tIns="2743200" bIns="0" anchor="ctr"/>
          <a:lstStyle>
            <a:lvl1pPr marL="0" indent="0" algn="ctr">
              <a:buFontTx/>
              <a:buNone/>
              <a:defRPr sz="2400">
                <a:solidFill>
                  <a:schemeClr val="tx1"/>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a:t>Click to add image. Then reorder: Send to back</a:t>
            </a:r>
          </a:p>
        </p:txBody>
      </p:sp>
    </p:spTree>
    <p:extLst>
      <p:ext uri="{BB962C8B-B14F-4D97-AF65-F5344CB8AC3E}">
        <p14:creationId xmlns:p14="http://schemas.microsoft.com/office/powerpoint/2010/main" val="216958621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_Cover_Full Image, Full Innovation Curve">
    <p:bg>
      <p:bgPr>
        <a:solidFill>
          <a:schemeClr val="bg1"/>
        </a:solidFill>
        <a:effectLst/>
      </p:bgPr>
    </p:bg>
    <p:spTree>
      <p:nvGrpSpPr>
        <p:cNvPr id="1" name=""/>
        <p:cNvGrpSpPr/>
        <p:nvPr/>
      </p:nvGrpSpPr>
      <p:grpSpPr>
        <a:xfrm>
          <a:off x="0" y="0"/>
          <a:ext cx="0" cy="0"/>
          <a:chOff x="0" y="0"/>
          <a:chExt cx="0" cy="0"/>
        </a:xfrm>
      </p:grpSpPr>
      <p:sp>
        <p:nvSpPr>
          <p:cNvPr id="6" name="Smart Navy SemiTrans Overlay">
            <a:extLst>
              <a:ext uri="{FF2B5EF4-FFF2-40B4-BE49-F238E27FC236}">
                <a16:creationId xmlns:a16="http://schemas.microsoft.com/office/drawing/2014/main" id="{39BA9756-44A4-AC93-1405-84B020B6F46B}"/>
              </a:ext>
            </a:extLst>
          </p:cNvPr>
          <p:cNvSpPr>
            <a:spLocks noGrp="1"/>
          </p:cNvSpPr>
          <p:nvPr>
            <p:ph type="body" sz="quarter" idx="16" hasCustomPrompt="1"/>
          </p:nvPr>
        </p:nvSpPr>
        <p:spPr bwMode="gray">
          <a:xfrm>
            <a:off x="0" y="0"/>
            <a:ext cx="12192000" cy="6857999"/>
          </a:xfrm>
          <a:prstGeom prst="rect">
            <a:avLst/>
          </a:prstGeom>
          <a:solidFill>
            <a:srgbClr val="050D24">
              <a:alpha val="57647"/>
            </a:srgbClr>
          </a:solidFill>
        </p:spPr>
        <p:txBody>
          <a:bodyPr/>
          <a:lstStyle>
            <a:lvl1pPr>
              <a:defRPr>
                <a:solidFill>
                  <a:schemeClr val="bg1"/>
                </a:solidFill>
              </a:defRPr>
            </a:lvl1pPr>
            <a:lvl2pPr marL="0" indent="0">
              <a:buNone/>
              <a:defRPr>
                <a:noFill/>
              </a:defRPr>
            </a:lvl2pPr>
            <a:lvl3pPr marL="216000" indent="0">
              <a:buFont typeface="Arial" panose="020B0604020202020204" pitchFamily="34" charset="0"/>
              <a:buNone/>
              <a:defRPr>
                <a:noFill/>
              </a:defRPr>
            </a:lvl3pPr>
            <a:lvl4pPr>
              <a:defRPr>
                <a:noFill/>
              </a:defRPr>
            </a:lvl4pPr>
            <a:lvl5pPr>
              <a:defRPr>
                <a:noFill/>
              </a:defRPr>
            </a:lvl5pPr>
          </a:lstStyle>
          <a:p>
            <a:pPr lvl="2"/>
            <a:r>
              <a:rPr lang="en-US" noProof="0"/>
              <a:t> </a:t>
            </a:r>
          </a:p>
        </p:txBody>
      </p:sp>
      <p:sp>
        <p:nvSpPr>
          <p:cNvPr id="8" name="Footer Placeholder 4">
            <a:extLst>
              <a:ext uri="{FF2B5EF4-FFF2-40B4-BE49-F238E27FC236}">
                <a16:creationId xmlns:a16="http://schemas.microsoft.com/office/drawing/2014/main" id="{5E9A5FE8-62E3-0D2E-834A-D1F1B8269B75}"/>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1000">
                <a:solidFill>
                  <a:schemeClr val="tx1"/>
                </a:solidFill>
              </a:defRPr>
            </a:lvl1pPr>
          </a:lstStyle>
          <a:p>
            <a:r>
              <a:rPr lang="en-US"/>
              <a:t>© </a:t>
            </a:r>
            <a:fld id="{75ED45EB-D3D8-4D7D-8E36-58101285DD3F}" type="datetimeyyyy">
              <a:rPr lang="en-US" smtClean="0"/>
              <a:pPr/>
              <a:t>2026</a:t>
            </a:fld>
            <a:r>
              <a:rPr lang="en-US"/>
              <a:t> NTT DATA Business Solutions</a:t>
            </a:r>
          </a:p>
        </p:txBody>
      </p:sp>
      <p:sp>
        <p:nvSpPr>
          <p:cNvPr id="3" name="Innovation Curve">
            <a:extLst>
              <a:ext uri="{FF2B5EF4-FFF2-40B4-BE49-F238E27FC236}">
                <a16:creationId xmlns:a16="http://schemas.microsoft.com/office/drawing/2014/main" id="{18332D96-F8AA-AD1E-863A-6EA58DA26D4A}"/>
              </a:ext>
            </a:extLst>
          </p:cNvPr>
          <p:cNvSpPr>
            <a:spLocks noGrp="1"/>
          </p:cNvSpPr>
          <p:nvPr>
            <p:ph type="body" sz="quarter" idx="21" hasCustomPrompt="1"/>
          </p:nvPr>
        </p:nvSpPr>
        <p:spPr bwMode="gray">
          <a:xfrm>
            <a:off x="5365655" y="0"/>
            <a:ext cx="6835842" cy="6858000"/>
          </a:xfrm>
          <a:blipFill>
            <a:blip r:embed="rId2"/>
            <a:stretch>
              <a:fillRect/>
            </a:stretch>
          </a:blipFill>
        </p:spPr>
        <p:txBody>
          <a:bodyPr/>
          <a:lstStyle>
            <a:lvl1pPr>
              <a:defRPr sz="200"/>
            </a:lvl1pPr>
          </a:lstStyle>
          <a:p>
            <a:pPr lvl="0"/>
            <a:r>
              <a:rPr lang="de-DE"/>
              <a:t>. </a:t>
            </a:r>
          </a:p>
        </p:txBody>
      </p:sp>
      <p:sp>
        <p:nvSpPr>
          <p:cNvPr id="7" name="Cover Photo Placeholder">
            <a:extLst>
              <a:ext uri="{FF2B5EF4-FFF2-40B4-BE49-F238E27FC236}">
                <a16:creationId xmlns:a16="http://schemas.microsoft.com/office/drawing/2014/main" id="{47AACDBA-727E-B7AC-B9F8-A809F3406830}"/>
              </a:ext>
              <a:ext uri="{C183D7F6-B498-43B3-948B-1728B52AA6E4}">
                <adec:decorative xmlns:adec="http://schemas.microsoft.com/office/drawing/2017/decorative" val="1"/>
              </a:ext>
            </a:extLst>
          </p:cNvPr>
          <p:cNvSpPr>
            <a:spLocks noGrp="1"/>
          </p:cNvSpPr>
          <p:nvPr>
            <p:ph type="pic" sz="quarter" idx="13" hasCustomPrompt="1"/>
          </p:nvPr>
        </p:nvSpPr>
        <p:spPr bwMode="gray">
          <a:xfrm>
            <a:off x="9498" y="0"/>
            <a:ext cx="12191999" cy="6860241"/>
          </a:xfrm>
          <a:prstGeom prst="rect">
            <a:avLst/>
          </a:prstGeom>
          <a:noFill/>
        </p:spPr>
        <p:txBody>
          <a:bodyPr tIns="2743200" bIns="0" anchor="ctr"/>
          <a:lstStyle>
            <a:lvl1pPr marL="0" indent="0" algn="ctr">
              <a:buFontTx/>
              <a:buNone/>
              <a:defRPr sz="2400">
                <a:solidFill>
                  <a:srgbClr val="FF7A00"/>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noProof="0"/>
              <a:t>Click to add image. Then Reorder: Send to back </a:t>
            </a:r>
          </a:p>
        </p:txBody>
      </p:sp>
      <p:sp>
        <p:nvSpPr>
          <p:cNvPr id="2" name="Info box">
            <a:extLst>
              <a:ext uri="{FF2B5EF4-FFF2-40B4-BE49-F238E27FC236}">
                <a16:creationId xmlns:a16="http://schemas.microsoft.com/office/drawing/2014/main" id="{CDC6CD3E-31EA-EA2F-BE3B-37D4E6526A11}"/>
              </a:ext>
            </a:extLst>
          </p:cNvPr>
          <p:cNvSpPr>
            <a:spLocks noGrp="1"/>
          </p:cNvSpPr>
          <p:nvPr>
            <p:ph sz="quarter" idx="18" hasCustomPrompt="1"/>
          </p:nvPr>
        </p:nvSpPr>
        <p:spPr bwMode="gray">
          <a:xfrm>
            <a:off x="10176832" y="333376"/>
            <a:ext cx="1868023" cy="395869"/>
          </a:xfrm>
          <a:prstGeom prst="rect">
            <a:avLst/>
          </a:prstGeom>
          <a:ln>
            <a:noFill/>
          </a:ln>
        </p:spPr>
        <p:txBody>
          <a:bodyPr wrap="square" lIns="36000" tIns="36000" rIns="36000" bIns="36000">
            <a:spAutoFit/>
          </a:bodyPr>
          <a:lstStyle>
            <a:lvl1pPr>
              <a:lnSpc>
                <a:spcPct val="100000"/>
              </a:lnSpc>
              <a:spcBef>
                <a:spcPts val="0"/>
              </a:spcBef>
              <a:spcAft>
                <a:spcPts val="0"/>
              </a:spcAft>
              <a:defRPr sz="700">
                <a:solidFill>
                  <a:schemeClr val="tx1"/>
                </a:solidFill>
              </a:defRPr>
            </a:lvl1pPr>
          </a:lstStyle>
          <a:p>
            <a:pPr lvl="0"/>
            <a:r>
              <a:rPr lang="en-US" noProof="0"/>
              <a:t>Information Type:</a:t>
            </a:r>
            <a:br>
              <a:rPr lang="en-US" noProof="0"/>
            </a:br>
            <a:r>
              <a:rPr lang="en-US" noProof="0"/>
              <a:t>Company:  </a:t>
            </a:r>
            <a:br>
              <a:rPr lang="en-US" noProof="0"/>
            </a:br>
            <a:r>
              <a:rPr lang="en-US" noProof="0"/>
              <a:t>Information Owner:</a:t>
            </a:r>
          </a:p>
        </p:txBody>
      </p:sp>
      <p:sp>
        <p:nvSpPr>
          <p:cNvPr id="4" name="Date Placeholder 3">
            <a:extLst>
              <a:ext uri="{FF2B5EF4-FFF2-40B4-BE49-F238E27FC236}">
                <a16:creationId xmlns:a16="http://schemas.microsoft.com/office/drawing/2014/main" id="{C81BBD22-02FF-5EAB-ABA3-3C0BB396027D}"/>
              </a:ext>
            </a:extLst>
          </p:cNvPr>
          <p:cNvSpPr>
            <a:spLocks noGrp="1"/>
          </p:cNvSpPr>
          <p:nvPr>
            <p:ph type="dt" sz="half" idx="2"/>
          </p:nvPr>
        </p:nvSpPr>
        <p:spPr bwMode="gray">
          <a:xfrm>
            <a:off x="10898505" y="6563358"/>
            <a:ext cx="922020" cy="88901"/>
          </a:xfrm>
          <a:prstGeom prst="rect">
            <a:avLst/>
          </a:prstGeom>
          <a:ln>
            <a:noFill/>
          </a:ln>
        </p:spPr>
        <p:txBody>
          <a:bodyPr vert="horz" lIns="0" tIns="0" rIns="0" bIns="0" rtlCol="0" anchor="ctr">
            <a:noAutofit/>
          </a:bodyPr>
          <a:lstStyle>
            <a:lvl1pPr algn="r">
              <a:lnSpc>
                <a:spcPct val="100000"/>
              </a:lnSpc>
              <a:defRPr sz="1000">
                <a:solidFill>
                  <a:schemeClr val="tx1"/>
                </a:solidFill>
              </a:defRPr>
            </a:lvl1pPr>
          </a:lstStyle>
          <a:p>
            <a:endParaRPr lang="en-US"/>
          </a:p>
        </p:txBody>
      </p:sp>
      <p:sp>
        <p:nvSpPr>
          <p:cNvPr id="18" name="Title 1">
            <a:extLst>
              <a:ext uri="{FF2B5EF4-FFF2-40B4-BE49-F238E27FC236}">
                <a16:creationId xmlns:a16="http://schemas.microsoft.com/office/drawing/2014/main" id="{6566C0A6-4FFE-882A-7F2D-B9B9A23AB5FB}"/>
              </a:ext>
            </a:extLst>
          </p:cNvPr>
          <p:cNvSpPr>
            <a:spLocks noGrp="1"/>
          </p:cNvSpPr>
          <p:nvPr>
            <p:ph type="ctrTitle" hasCustomPrompt="1"/>
          </p:nvPr>
        </p:nvSpPr>
        <p:spPr bwMode="gray">
          <a:xfrm>
            <a:off x="380048" y="2438400"/>
            <a:ext cx="4793932" cy="1371600"/>
          </a:xfrm>
        </p:spPr>
        <p:txBody>
          <a:bodyPr vert="horz" lIns="0" tIns="45720" rIns="0" bIns="45720" rtlCol="0" anchor="b">
            <a:noAutofit/>
          </a:bodyPr>
          <a:lstStyle>
            <a:lvl1pPr>
              <a:defRPr lang="en-GB" sz="4400" b="0" i="0" dirty="0">
                <a:solidFill>
                  <a:schemeClr val="tx1"/>
                </a:solidFill>
                <a:latin typeface="+mj-lt"/>
                <a:cs typeface="Times New Roman" panose="02020603050405020304" pitchFamily="18" charset="0"/>
              </a:defRPr>
            </a:lvl1pPr>
          </a:lstStyle>
          <a:p>
            <a:pPr lvl="0">
              <a:lnSpc>
                <a:spcPct val="100000"/>
              </a:lnSpc>
            </a:pPr>
            <a:r>
              <a:rPr lang="en-US" noProof="0"/>
              <a:t>Click to edit Master title Style</a:t>
            </a:r>
          </a:p>
        </p:txBody>
      </p:sp>
      <p:sp>
        <p:nvSpPr>
          <p:cNvPr id="19" name="Subtitle 2">
            <a:extLst>
              <a:ext uri="{FF2B5EF4-FFF2-40B4-BE49-F238E27FC236}">
                <a16:creationId xmlns:a16="http://schemas.microsoft.com/office/drawing/2014/main" id="{4FACCEEE-5469-CC54-C90B-C9C1BF3F2B90}"/>
              </a:ext>
            </a:extLst>
          </p:cNvPr>
          <p:cNvSpPr>
            <a:spLocks noGrp="1"/>
          </p:cNvSpPr>
          <p:nvPr>
            <p:ph type="subTitle" idx="1" hasCustomPrompt="1"/>
          </p:nvPr>
        </p:nvSpPr>
        <p:spPr bwMode="gray">
          <a:xfrm>
            <a:off x="380048" y="3810000"/>
            <a:ext cx="4793932" cy="353943"/>
          </a:xfrm>
          <a:prstGeom prst="rect">
            <a:avLst/>
          </a:prstGeom>
        </p:spPr>
        <p:txBody>
          <a:bodyPr wrap="square" lIns="0" tIns="45720" rIns="0">
            <a:spAutoFit/>
          </a:bodyPr>
          <a:lstStyle>
            <a:lvl1pPr>
              <a:spcBef>
                <a:spcPts val="0"/>
              </a:spcBef>
              <a:spcAft>
                <a:spcPts val="0"/>
              </a:spcAft>
              <a:defRPr lang="en-GB" sz="2000" b="0" i="0" dirty="0">
                <a:solidFill>
                  <a:schemeClr val="tx1"/>
                </a:solidFill>
                <a:latin typeface="+mn-lt"/>
                <a:cs typeface="Arial" panose="020B0604020202020204" pitchFamily="34" charset="0"/>
              </a:defRPr>
            </a:lvl1pPr>
          </a:lstStyle>
          <a:p>
            <a:pPr lvl="0">
              <a:lnSpc>
                <a:spcPct val="100000"/>
              </a:lnSpc>
              <a:spcBef>
                <a:spcPts val="1000"/>
              </a:spcBef>
              <a:buFont typeface="Arial" panose="020B0604020202020204" pitchFamily="34" charset="0"/>
            </a:pPr>
            <a:r>
              <a:rPr lang="en-US" noProof="0"/>
              <a:t>Click to edit Master subtitle style</a:t>
            </a:r>
          </a:p>
        </p:txBody>
      </p:sp>
      <p:sp>
        <p:nvSpPr>
          <p:cNvPr id="13" name="NTT DATA Global Logo" descr="NTT DATA Global Logo">
            <a:extLst>
              <a:ext uri="{FF2B5EF4-FFF2-40B4-BE49-F238E27FC236}">
                <a16:creationId xmlns:a16="http://schemas.microsoft.com/office/drawing/2014/main" id="{A6808F4F-EA69-F71A-723C-E607F8187929}"/>
              </a:ext>
            </a:extLst>
          </p:cNvPr>
          <p:cNvSpPr>
            <a:spLocks noGrp="1" noRot="1" noMove="1" noResize="1" noEditPoints="1" noAdjustHandles="1" noChangeArrowheads="1" noChangeShapeType="1"/>
          </p:cNvSpPr>
          <p:nvPr>
            <p:ph type="body" sz="quarter" idx="15" hasCustomPrompt="1"/>
          </p:nvPr>
        </p:nvSpPr>
        <p:spPr bwMode="gray">
          <a:xfrm>
            <a:off x="371475" y="320040"/>
            <a:ext cx="1959724" cy="400077"/>
          </a:xfrm>
          <a:prstGeom prst="rect">
            <a:avLst/>
          </a:prstGeom>
          <a:blipFill dpi="0" rotWithShape="1">
            <a:blip r:embed="rId3"/>
            <a:srcRect/>
            <a:stretch>
              <a:fillRect/>
            </a:stretch>
          </a:blipFill>
        </p:spPr>
        <p:txBody>
          <a:bodyPr wrap="none" lIns="0" tIns="0" rIns="0" bIns="0"/>
          <a:lstStyle>
            <a:lvl1pPr>
              <a:defRPr sz="200">
                <a:solidFill>
                  <a:schemeClr val="accent2"/>
                </a:solidFill>
              </a:defRPr>
            </a:lvl1pPr>
            <a:lvl2pPr>
              <a:defRPr>
                <a:noFill/>
              </a:defRPr>
            </a:lvl2pPr>
            <a:lvl3pPr>
              <a:defRPr>
                <a:noFill/>
              </a:defRPr>
            </a:lvl3pPr>
            <a:lvl4pPr>
              <a:defRPr>
                <a:noFill/>
              </a:defRPr>
            </a:lvl4pPr>
            <a:lvl5pPr>
              <a:defRPr>
                <a:noFill/>
              </a:defRPr>
            </a:lvl5pPr>
          </a:lstStyle>
          <a:p>
            <a:pPr lvl="0"/>
            <a:r>
              <a:rPr lang="en-US"/>
              <a:t> </a:t>
            </a:r>
          </a:p>
        </p:txBody>
      </p:sp>
    </p:spTree>
    <p:extLst>
      <p:ext uri="{BB962C8B-B14F-4D97-AF65-F5344CB8AC3E}">
        <p14:creationId xmlns:p14="http://schemas.microsoft.com/office/powerpoint/2010/main" val="91707021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_Cover_Full Image, Partial Innovation Curve">
    <p:bg>
      <p:bgPr>
        <a:solidFill>
          <a:schemeClr val="bg1"/>
        </a:solidFill>
        <a:effectLst/>
      </p:bgPr>
    </p:bg>
    <p:spTree>
      <p:nvGrpSpPr>
        <p:cNvPr id="1" name=""/>
        <p:cNvGrpSpPr/>
        <p:nvPr/>
      </p:nvGrpSpPr>
      <p:grpSpPr>
        <a:xfrm>
          <a:off x="0" y="0"/>
          <a:ext cx="0" cy="0"/>
          <a:chOff x="0" y="0"/>
          <a:chExt cx="0" cy="0"/>
        </a:xfrm>
      </p:grpSpPr>
      <p:sp>
        <p:nvSpPr>
          <p:cNvPr id="6" name="Smart Navy SemiTrans Overlay">
            <a:extLst>
              <a:ext uri="{FF2B5EF4-FFF2-40B4-BE49-F238E27FC236}">
                <a16:creationId xmlns:a16="http://schemas.microsoft.com/office/drawing/2014/main" id="{39BA9756-44A4-AC93-1405-84B020B6F46B}"/>
              </a:ext>
            </a:extLst>
          </p:cNvPr>
          <p:cNvSpPr>
            <a:spLocks noGrp="1"/>
          </p:cNvSpPr>
          <p:nvPr>
            <p:ph type="body" sz="quarter" idx="16" hasCustomPrompt="1"/>
          </p:nvPr>
        </p:nvSpPr>
        <p:spPr bwMode="gray">
          <a:xfrm>
            <a:off x="0" y="0"/>
            <a:ext cx="12192000" cy="6857999"/>
          </a:xfrm>
          <a:prstGeom prst="rect">
            <a:avLst/>
          </a:prstGeom>
          <a:solidFill>
            <a:srgbClr val="050D24">
              <a:alpha val="57647"/>
            </a:srgbClr>
          </a:solidFill>
        </p:spPr>
        <p:txBody>
          <a:bodyPr/>
          <a:lstStyle>
            <a:lvl1pPr>
              <a:defRPr>
                <a:solidFill>
                  <a:schemeClr val="bg1"/>
                </a:solidFill>
              </a:defRPr>
            </a:lvl1pPr>
            <a:lvl2pPr marL="0" indent="0">
              <a:buNone/>
              <a:defRPr>
                <a:noFill/>
              </a:defRPr>
            </a:lvl2pPr>
            <a:lvl3pPr marL="216000" indent="0">
              <a:buFont typeface="Arial" panose="020B0604020202020204" pitchFamily="34" charset="0"/>
              <a:buNone/>
              <a:defRPr>
                <a:noFill/>
              </a:defRPr>
            </a:lvl3pPr>
            <a:lvl4pPr>
              <a:defRPr>
                <a:noFill/>
              </a:defRPr>
            </a:lvl4pPr>
            <a:lvl5pPr>
              <a:defRPr>
                <a:noFill/>
              </a:defRPr>
            </a:lvl5pPr>
          </a:lstStyle>
          <a:p>
            <a:pPr lvl="2"/>
            <a:r>
              <a:rPr lang="en-US"/>
              <a:t> </a:t>
            </a:r>
          </a:p>
        </p:txBody>
      </p:sp>
      <p:sp>
        <p:nvSpPr>
          <p:cNvPr id="7" name="Cover Photo Placeholder">
            <a:extLst>
              <a:ext uri="{FF2B5EF4-FFF2-40B4-BE49-F238E27FC236}">
                <a16:creationId xmlns:a16="http://schemas.microsoft.com/office/drawing/2014/main" id="{47AACDBA-727E-B7AC-B9F8-A809F3406830}"/>
              </a:ext>
              <a:ext uri="{C183D7F6-B498-43B3-948B-1728B52AA6E4}">
                <adec:decorative xmlns:adec="http://schemas.microsoft.com/office/drawing/2017/decorative" val="1"/>
              </a:ext>
            </a:extLst>
          </p:cNvPr>
          <p:cNvSpPr>
            <a:spLocks noGrp="1"/>
          </p:cNvSpPr>
          <p:nvPr>
            <p:ph type="pic" sz="quarter" idx="13" hasCustomPrompt="1"/>
          </p:nvPr>
        </p:nvSpPr>
        <p:spPr bwMode="gray">
          <a:xfrm>
            <a:off x="0" y="0"/>
            <a:ext cx="12192000" cy="6860241"/>
          </a:xfrm>
          <a:prstGeom prst="rect">
            <a:avLst/>
          </a:prstGeom>
          <a:noFill/>
        </p:spPr>
        <p:txBody>
          <a:bodyPr tIns="2743200" bIns="0" anchor="ctr"/>
          <a:lstStyle>
            <a:lvl1pPr marL="0" indent="0" algn="ctr">
              <a:buFontTx/>
              <a:buNone/>
              <a:defRPr sz="2400">
                <a:solidFill>
                  <a:srgbClr val="FF7A00"/>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a:t>Click to add image. Then Reorder: Send to back</a:t>
            </a:r>
          </a:p>
        </p:txBody>
      </p:sp>
      <p:sp>
        <p:nvSpPr>
          <p:cNvPr id="12" name="Footer Placeholder 4">
            <a:extLst>
              <a:ext uri="{FF2B5EF4-FFF2-40B4-BE49-F238E27FC236}">
                <a16:creationId xmlns:a16="http://schemas.microsoft.com/office/drawing/2014/main" id="{EB69904B-F3B0-9924-1277-D5E10CC8F93D}"/>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1000">
                <a:solidFill>
                  <a:schemeClr val="tx1"/>
                </a:solidFill>
              </a:defRPr>
            </a:lvl1pPr>
          </a:lstStyle>
          <a:p>
            <a:r>
              <a:rPr lang="en-US"/>
              <a:t>© </a:t>
            </a:r>
            <a:fld id="{CAC54234-1FA8-405C-8808-D7CF2A79BFC4}" type="datetimeyyyy">
              <a:rPr lang="en-US" smtClean="0"/>
              <a:pPr/>
              <a:t>2026</a:t>
            </a:fld>
            <a:r>
              <a:rPr lang="en-US"/>
              <a:t> NTT DATA Business Solutions</a:t>
            </a:r>
          </a:p>
        </p:txBody>
      </p:sp>
      <p:sp>
        <p:nvSpPr>
          <p:cNvPr id="8" name="Innovation Curve">
            <a:extLst>
              <a:ext uri="{FF2B5EF4-FFF2-40B4-BE49-F238E27FC236}">
                <a16:creationId xmlns:a16="http://schemas.microsoft.com/office/drawing/2014/main" id="{F707DE12-3594-93EB-F056-2B2C43B24781}"/>
              </a:ext>
            </a:extLst>
          </p:cNvPr>
          <p:cNvSpPr>
            <a:spLocks noGrp="1"/>
          </p:cNvSpPr>
          <p:nvPr>
            <p:ph type="body" sz="quarter" idx="22" hasCustomPrompt="1"/>
          </p:nvPr>
        </p:nvSpPr>
        <p:spPr bwMode="gray">
          <a:xfrm>
            <a:off x="7637463" y="3175"/>
            <a:ext cx="4554537" cy="6856413"/>
          </a:xfrm>
          <a:blipFill>
            <a:blip r:embed="rId2"/>
            <a:stretch>
              <a:fillRect/>
            </a:stretch>
          </a:blipFill>
        </p:spPr>
        <p:txBody>
          <a:bodyPr/>
          <a:lstStyle>
            <a:lvl1pPr>
              <a:defRPr sz="200"/>
            </a:lvl1pPr>
          </a:lstStyle>
          <a:p>
            <a:pPr lvl="0"/>
            <a:r>
              <a:rPr lang="de-DE"/>
              <a:t>.  </a:t>
            </a:r>
          </a:p>
        </p:txBody>
      </p:sp>
      <p:sp>
        <p:nvSpPr>
          <p:cNvPr id="11" name="Date Placeholder 3">
            <a:extLst>
              <a:ext uri="{FF2B5EF4-FFF2-40B4-BE49-F238E27FC236}">
                <a16:creationId xmlns:a16="http://schemas.microsoft.com/office/drawing/2014/main" id="{612179AF-A82A-2C38-AA6E-ADD8AE770B11}"/>
              </a:ext>
            </a:extLst>
          </p:cNvPr>
          <p:cNvSpPr>
            <a:spLocks noGrp="1"/>
          </p:cNvSpPr>
          <p:nvPr>
            <p:ph type="dt" sz="half" idx="2"/>
          </p:nvPr>
        </p:nvSpPr>
        <p:spPr bwMode="gray">
          <a:xfrm>
            <a:off x="10898505" y="6563358"/>
            <a:ext cx="922020" cy="88901"/>
          </a:xfrm>
          <a:prstGeom prst="rect">
            <a:avLst/>
          </a:prstGeom>
          <a:ln>
            <a:noFill/>
          </a:ln>
        </p:spPr>
        <p:txBody>
          <a:bodyPr vert="horz" lIns="0" tIns="0" rIns="0" bIns="0" rtlCol="0" anchor="ctr">
            <a:noAutofit/>
          </a:bodyPr>
          <a:lstStyle>
            <a:lvl1pPr algn="r">
              <a:lnSpc>
                <a:spcPct val="100000"/>
              </a:lnSpc>
              <a:defRPr sz="1000">
                <a:solidFill>
                  <a:schemeClr val="tx1"/>
                </a:solidFill>
              </a:defRPr>
            </a:lvl1pPr>
          </a:lstStyle>
          <a:p>
            <a:endParaRPr lang="en-US"/>
          </a:p>
        </p:txBody>
      </p:sp>
      <p:sp>
        <p:nvSpPr>
          <p:cNvPr id="16" name="Title 1">
            <a:extLst>
              <a:ext uri="{FF2B5EF4-FFF2-40B4-BE49-F238E27FC236}">
                <a16:creationId xmlns:a16="http://schemas.microsoft.com/office/drawing/2014/main" id="{9C858A80-3045-093E-B563-A7492ACE92AF}"/>
              </a:ext>
            </a:extLst>
          </p:cNvPr>
          <p:cNvSpPr>
            <a:spLocks noGrp="1"/>
          </p:cNvSpPr>
          <p:nvPr>
            <p:ph type="ctrTitle" hasCustomPrompt="1"/>
          </p:nvPr>
        </p:nvSpPr>
        <p:spPr bwMode="gray">
          <a:xfrm>
            <a:off x="380048" y="2438400"/>
            <a:ext cx="6797992" cy="1371600"/>
          </a:xfrm>
        </p:spPr>
        <p:txBody>
          <a:bodyPr vert="horz" lIns="0" tIns="45720" rIns="0" bIns="45720" rtlCol="0" anchor="b">
            <a:noAutofit/>
          </a:bodyPr>
          <a:lstStyle>
            <a:lvl1pPr>
              <a:defRPr lang="en-GB" sz="4400" b="0" i="0" dirty="0">
                <a:solidFill>
                  <a:schemeClr val="tx1"/>
                </a:solidFill>
                <a:latin typeface="+mj-lt"/>
                <a:cs typeface="Times New Roman" panose="02020603050405020304" pitchFamily="18" charset="0"/>
              </a:defRPr>
            </a:lvl1pPr>
          </a:lstStyle>
          <a:p>
            <a:pPr lvl="0">
              <a:lnSpc>
                <a:spcPct val="100000"/>
              </a:lnSpc>
            </a:pPr>
            <a:r>
              <a:rPr lang="en-US"/>
              <a:t>Click to edit Master title Style</a:t>
            </a:r>
          </a:p>
        </p:txBody>
      </p:sp>
      <p:sp>
        <p:nvSpPr>
          <p:cNvPr id="17" name="Subtitle 2">
            <a:extLst>
              <a:ext uri="{FF2B5EF4-FFF2-40B4-BE49-F238E27FC236}">
                <a16:creationId xmlns:a16="http://schemas.microsoft.com/office/drawing/2014/main" id="{CAE6CB7E-3B40-11A3-1BAD-6A73DF9D83C7}"/>
              </a:ext>
            </a:extLst>
          </p:cNvPr>
          <p:cNvSpPr>
            <a:spLocks noGrp="1"/>
          </p:cNvSpPr>
          <p:nvPr>
            <p:ph type="subTitle" idx="1" hasCustomPrompt="1"/>
          </p:nvPr>
        </p:nvSpPr>
        <p:spPr bwMode="gray">
          <a:xfrm>
            <a:off x="380048" y="3810000"/>
            <a:ext cx="6797992" cy="353943"/>
          </a:xfrm>
          <a:prstGeom prst="rect">
            <a:avLst/>
          </a:prstGeom>
        </p:spPr>
        <p:txBody>
          <a:bodyPr wrap="square" lIns="0" tIns="45720" rIns="0">
            <a:spAutoFit/>
          </a:bodyPr>
          <a:lstStyle>
            <a:lvl1pPr>
              <a:spcBef>
                <a:spcPts val="0"/>
              </a:spcBef>
              <a:spcAft>
                <a:spcPts val="0"/>
              </a:spcAft>
              <a:defRPr lang="en-GB" sz="2000" b="0" i="0" dirty="0">
                <a:solidFill>
                  <a:schemeClr val="tx1"/>
                </a:solidFill>
                <a:latin typeface="+mn-lt"/>
                <a:cs typeface="Arial" panose="020B0604020202020204" pitchFamily="34" charset="0"/>
              </a:defRPr>
            </a:lvl1pPr>
          </a:lstStyle>
          <a:p>
            <a:pPr lvl="0">
              <a:lnSpc>
                <a:spcPct val="100000"/>
              </a:lnSpc>
              <a:spcBef>
                <a:spcPts val="1000"/>
              </a:spcBef>
              <a:buFont typeface="Arial" panose="020B0604020202020204" pitchFamily="34" charset="0"/>
            </a:pPr>
            <a:r>
              <a:rPr lang="en-US"/>
              <a:t>Click to edit Master subtitle style</a:t>
            </a:r>
          </a:p>
        </p:txBody>
      </p:sp>
      <p:sp>
        <p:nvSpPr>
          <p:cNvPr id="13" name="NTT DATA Global Logo" descr="NTT DATA Global Logo">
            <a:extLst>
              <a:ext uri="{FF2B5EF4-FFF2-40B4-BE49-F238E27FC236}">
                <a16:creationId xmlns:a16="http://schemas.microsoft.com/office/drawing/2014/main" id="{F1A70F1C-0C1D-4983-5A07-15932C342795}"/>
              </a:ext>
            </a:extLst>
          </p:cNvPr>
          <p:cNvSpPr>
            <a:spLocks noGrp="1" noRot="1" noMove="1" noResize="1" noEditPoints="1" noAdjustHandles="1" noChangeArrowheads="1" noChangeShapeType="1"/>
          </p:cNvSpPr>
          <p:nvPr>
            <p:ph type="body" sz="quarter" idx="15" hasCustomPrompt="1"/>
          </p:nvPr>
        </p:nvSpPr>
        <p:spPr bwMode="gray">
          <a:xfrm>
            <a:off x="371475" y="320040"/>
            <a:ext cx="1959724" cy="400077"/>
          </a:xfrm>
          <a:prstGeom prst="rect">
            <a:avLst/>
          </a:prstGeom>
          <a:blipFill dpi="0" rotWithShape="1">
            <a:blip r:embed="rId3"/>
            <a:srcRect/>
            <a:stretch>
              <a:fillRect/>
            </a:stretch>
          </a:blipFill>
        </p:spPr>
        <p:txBody>
          <a:bodyPr wrap="none" lIns="0" tIns="0" rIns="0" bIns="0"/>
          <a:lstStyle>
            <a:lvl1pPr>
              <a:defRPr sz="200">
                <a:solidFill>
                  <a:schemeClr val="accent2"/>
                </a:solidFill>
              </a:defRPr>
            </a:lvl1pPr>
            <a:lvl2pPr>
              <a:defRPr>
                <a:noFill/>
              </a:defRPr>
            </a:lvl2pPr>
            <a:lvl3pPr>
              <a:defRPr>
                <a:noFill/>
              </a:defRPr>
            </a:lvl3pPr>
            <a:lvl4pPr>
              <a:defRPr>
                <a:noFill/>
              </a:defRPr>
            </a:lvl4pPr>
            <a:lvl5pPr>
              <a:defRPr>
                <a:noFill/>
              </a:defRPr>
            </a:lvl5pPr>
          </a:lstStyle>
          <a:p>
            <a:pPr lvl="0"/>
            <a:r>
              <a:rPr lang="en-US"/>
              <a:t> </a:t>
            </a:r>
          </a:p>
        </p:txBody>
      </p:sp>
      <p:sp>
        <p:nvSpPr>
          <p:cNvPr id="2" name="Info box">
            <a:extLst>
              <a:ext uri="{FF2B5EF4-FFF2-40B4-BE49-F238E27FC236}">
                <a16:creationId xmlns:a16="http://schemas.microsoft.com/office/drawing/2014/main" id="{FEFADB67-55CA-B657-EB4D-19C9E2824C84}"/>
              </a:ext>
            </a:extLst>
          </p:cNvPr>
          <p:cNvSpPr>
            <a:spLocks noGrp="1"/>
          </p:cNvSpPr>
          <p:nvPr>
            <p:ph sz="quarter" idx="18" hasCustomPrompt="1"/>
          </p:nvPr>
        </p:nvSpPr>
        <p:spPr bwMode="gray">
          <a:xfrm>
            <a:off x="371475" y="5875374"/>
            <a:ext cx="2737108" cy="395869"/>
          </a:xfrm>
          <a:prstGeom prst="rect">
            <a:avLst/>
          </a:prstGeom>
          <a:ln>
            <a:noFill/>
          </a:ln>
        </p:spPr>
        <p:txBody>
          <a:bodyPr wrap="square" lIns="0" tIns="36000" rIns="36000" bIns="36000">
            <a:spAutoFit/>
          </a:bodyPr>
          <a:lstStyle>
            <a:lvl1pPr>
              <a:lnSpc>
                <a:spcPct val="100000"/>
              </a:lnSpc>
              <a:spcBef>
                <a:spcPts val="0"/>
              </a:spcBef>
              <a:spcAft>
                <a:spcPts val="0"/>
              </a:spcAft>
              <a:defRPr sz="700">
                <a:solidFill>
                  <a:schemeClr val="tx1"/>
                </a:solidFill>
              </a:defRPr>
            </a:lvl1pPr>
          </a:lstStyle>
          <a:p>
            <a:pPr lvl="0"/>
            <a:r>
              <a:rPr lang="en-US" noProof="0"/>
              <a:t>Information Type:</a:t>
            </a:r>
            <a:br>
              <a:rPr lang="en-US" noProof="0"/>
            </a:br>
            <a:r>
              <a:rPr lang="en-US" noProof="0"/>
              <a:t>Company:  </a:t>
            </a:r>
            <a:br>
              <a:rPr lang="en-US" noProof="0"/>
            </a:br>
            <a:r>
              <a:rPr lang="en-US" noProof="0"/>
              <a:t>Information Owner:</a:t>
            </a:r>
          </a:p>
        </p:txBody>
      </p:sp>
    </p:spTree>
    <p:extLst>
      <p:ext uri="{BB962C8B-B14F-4D97-AF65-F5344CB8AC3E}">
        <p14:creationId xmlns:p14="http://schemas.microsoft.com/office/powerpoint/2010/main" val="87491194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_Cover_Full Image Only">
    <p:bg>
      <p:bgPr>
        <a:solidFill>
          <a:schemeClr val="bg1"/>
        </a:solidFill>
        <a:effectLst/>
      </p:bgPr>
    </p:bg>
    <p:spTree>
      <p:nvGrpSpPr>
        <p:cNvPr id="1" name=""/>
        <p:cNvGrpSpPr/>
        <p:nvPr/>
      </p:nvGrpSpPr>
      <p:grpSpPr>
        <a:xfrm>
          <a:off x="0" y="0"/>
          <a:ext cx="0" cy="0"/>
          <a:chOff x="0" y="0"/>
          <a:chExt cx="0" cy="0"/>
        </a:xfrm>
      </p:grpSpPr>
      <p:sp>
        <p:nvSpPr>
          <p:cNvPr id="6" name="Smart Navy SemiTrans Overlay">
            <a:extLst>
              <a:ext uri="{FF2B5EF4-FFF2-40B4-BE49-F238E27FC236}">
                <a16:creationId xmlns:a16="http://schemas.microsoft.com/office/drawing/2014/main" id="{39BA9756-44A4-AC93-1405-84B020B6F46B}"/>
              </a:ext>
            </a:extLst>
          </p:cNvPr>
          <p:cNvSpPr>
            <a:spLocks noGrp="1"/>
          </p:cNvSpPr>
          <p:nvPr>
            <p:ph type="body" sz="quarter" idx="16" hasCustomPrompt="1"/>
          </p:nvPr>
        </p:nvSpPr>
        <p:spPr bwMode="gray">
          <a:xfrm>
            <a:off x="0" y="0"/>
            <a:ext cx="12192000" cy="6857999"/>
          </a:xfrm>
          <a:prstGeom prst="rect">
            <a:avLst/>
          </a:prstGeom>
          <a:solidFill>
            <a:srgbClr val="050D24">
              <a:alpha val="57647"/>
            </a:srgbClr>
          </a:solidFill>
        </p:spPr>
        <p:txBody>
          <a:bodyPr/>
          <a:lstStyle>
            <a:lvl1pPr>
              <a:defRPr>
                <a:solidFill>
                  <a:schemeClr val="bg1"/>
                </a:solidFill>
              </a:defRPr>
            </a:lvl1pPr>
            <a:lvl2pPr marL="0" indent="0">
              <a:buNone/>
              <a:defRPr>
                <a:noFill/>
              </a:defRPr>
            </a:lvl2pPr>
            <a:lvl3pPr marL="216000" indent="0">
              <a:buFont typeface="Arial" panose="020B0604020202020204" pitchFamily="34" charset="0"/>
              <a:buNone/>
              <a:defRPr>
                <a:noFill/>
              </a:defRPr>
            </a:lvl3pPr>
            <a:lvl4pPr>
              <a:defRPr>
                <a:noFill/>
              </a:defRPr>
            </a:lvl4pPr>
            <a:lvl5pPr>
              <a:defRPr>
                <a:noFill/>
              </a:defRPr>
            </a:lvl5pPr>
          </a:lstStyle>
          <a:p>
            <a:pPr lvl="2"/>
            <a:r>
              <a:rPr lang="en-US"/>
              <a:t> </a:t>
            </a:r>
          </a:p>
        </p:txBody>
      </p:sp>
      <p:sp>
        <p:nvSpPr>
          <p:cNvPr id="7" name="Cover Photo Placeholder">
            <a:extLst>
              <a:ext uri="{FF2B5EF4-FFF2-40B4-BE49-F238E27FC236}">
                <a16:creationId xmlns:a16="http://schemas.microsoft.com/office/drawing/2014/main" id="{47AACDBA-727E-B7AC-B9F8-A809F3406830}"/>
              </a:ext>
              <a:ext uri="{C183D7F6-B498-43B3-948B-1728B52AA6E4}">
                <adec:decorative xmlns:adec="http://schemas.microsoft.com/office/drawing/2017/decorative" val="1"/>
              </a:ext>
            </a:extLst>
          </p:cNvPr>
          <p:cNvSpPr>
            <a:spLocks noGrp="1"/>
          </p:cNvSpPr>
          <p:nvPr>
            <p:ph type="pic" sz="quarter" idx="13" hasCustomPrompt="1"/>
          </p:nvPr>
        </p:nvSpPr>
        <p:spPr bwMode="gray">
          <a:xfrm>
            <a:off x="0" y="0"/>
            <a:ext cx="12192000" cy="6860241"/>
          </a:xfrm>
          <a:prstGeom prst="rect">
            <a:avLst/>
          </a:prstGeom>
          <a:noFill/>
        </p:spPr>
        <p:txBody>
          <a:bodyPr tIns="2743200" bIns="0" anchor="ctr"/>
          <a:lstStyle>
            <a:lvl1pPr marL="0" indent="0" algn="ctr">
              <a:buFontTx/>
              <a:buNone/>
              <a:defRPr sz="2400">
                <a:solidFill>
                  <a:srgbClr val="FF7A00"/>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a:t>Click to add image. Then Reorder: Send to back</a:t>
            </a:r>
          </a:p>
        </p:txBody>
      </p:sp>
      <p:sp>
        <p:nvSpPr>
          <p:cNvPr id="16" name="Title 1">
            <a:extLst>
              <a:ext uri="{FF2B5EF4-FFF2-40B4-BE49-F238E27FC236}">
                <a16:creationId xmlns:a16="http://schemas.microsoft.com/office/drawing/2014/main" id="{9C858A80-3045-093E-B563-A7492ACE92AF}"/>
              </a:ext>
            </a:extLst>
          </p:cNvPr>
          <p:cNvSpPr>
            <a:spLocks noGrp="1"/>
          </p:cNvSpPr>
          <p:nvPr>
            <p:ph type="ctrTitle" hasCustomPrompt="1"/>
          </p:nvPr>
        </p:nvSpPr>
        <p:spPr bwMode="gray">
          <a:xfrm>
            <a:off x="380047" y="2438400"/>
            <a:ext cx="11440477" cy="1371600"/>
          </a:xfrm>
        </p:spPr>
        <p:txBody>
          <a:bodyPr vert="horz" lIns="0" tIns="45720" rIns="0" bIns="45720" rtlCol="0" anchor="b">
            <a:noAutofit/>
          </a:bodyPr>
          <a:lstStyle>
            <a:lvl1pPr>
              <a:defRPr lang="en-GB" sz="4400" b="0" i="0" dirty="0">
                <a:solidFill>
                  <a:schemeClr val="tx1"/>
                </a:solidFill>
                <a:latin typeface="+mj-lt"/>
                <a:cs typeface="Times New Roman" panose="02020603050405020304" pitchFamily="18" charset="0"/>
              </a:defRPr>
            </a:lvl1pPr>
          </a:lstStyle>
          <a:p>
            <a:pPr lvl="0">
              <a:lnSpc>
                <a:spcPct val="100000"/>
              </a:lnSpc>
            </a:pPr>
            <a:r>
              <a:rPr lang="en-US"/>
              <a:t>Click to edit Master title Style</a:t>
            </a:r>
          </a:p>
        </p:txBody>
      </p:sp>
      <p:sp>
        <p:nvSpPr>
          <p:cNvPr id="17" name="Subtitle 2">
            <a:extLst>
              <a:ext uri="{FF2B5EF4-FFF2-40B4-BE49-F238E27FC236}">
                <a16:creationId xmlns:a16="http://schemas.microsoft.com/office/drawing/2014/main" id="{CAE6CB7E-3B40-11A3-1BAD-6A73DF9D83C7}"/>
              </a:ext>
            </a:extLst>
          </p:cNvPr>
          <p:cNvSpPr>
            <a:spLocks noGrp="1"/>
          </p:cNvSpPr>
          <p:nvPr>
            <p:ph type="subTitle" idx="1" hasCustomPrompt="1"/>
          </p:nvPr>
        </p:nvSpPr>
        <p:spPr bwMode="gray">
          <a:xfrm>
            <a:off x="380047" y="3810000"/>
            <a:ext cx="11440477" cy="353943"/>
          </a:xfrm>
          <a:prstGeom prst="rect">
            <a:avLst/>
          </a:prstGeom>
        </p:spPr>
        <p:txBody>
          <a:bodyPr wrap="square" lIns="0" tIns="45720" rIns="0">
            <a:spAutoFit/>
          </a:bodyPr>
          <a:lstStyle>
            <a:lvl1pPr>
              <a:spcBef>
                <a:spcPts val="0"/>
              </a:spcBef>
              <a:spcAft>
                <a:spcPts val="0"/>
              </a:spcAft>
              <a:defRPr lang="en-GB" sz="2000" b="0" i="0" dirty="0">
                <a:solidFill>
                  <a:schemeClr val="tx1"/>
                </a:solidFill>
                <a:latin typeface="+mn-lt"/>
                <a:cs typeface="Arial" panose="020B0604020202020204" pitchFamily="34" charset="0"/>
              </a:defRPr>
            </a:lvl1pPr>
          </a:lstStyle>
          <a:p>
            <a:pPr lvl="0">
              <a:lnSpc>
                <a:spcPct val="100000"/>
              </a:lnSpc>
              <a:spcBef>
                <a:spcPts val="1000"/>
              </a:spcBef>
              <a:buFont typeface="Arial" panose="020B0604020202020204" pitchFamily="34" charset="0"/>
            </a:pPr>
            <a:r>
              <a:rPr lang="en-US"/>
              <a:t>Click to edit Master subtitle style</a:t>
            </a:r>
          </a:p>
        </p:txBody>
      </p:sp>
      <p:sp>
        <p:nvSpPr>
          <p:cNvPr id="8" name="Date Placeholder 3">
            <a:extLst>
              <a:ext uri="{FF2B5EF4-FFF2-40B4-BE49-F238E27FC236}">
                <a16:creationId xmlns:a16="http://schemas.microsoft.com/office/drawing/2014/main" id="{3FF38E4A-7B13-70A1-52C6-61A780336E87}"/>
              </a:ext>
            </a:extLst>
          </p:cNvPr>
          <p:cNvSpPr>
            <a:spLocks noGrp="1"/>
          </p:cNvSpPr>
          <p:nvPr>
            <p:ph type="dt" sz="half" idx="2"/>
          </p:nvPr>
        </p:nvSpPr>
        <p:spPr bwMode="gray">
          <a:xfrm>
            <a:off x="10898505" y="6563358"/>
            <a:ext cx="922020" cy="88901"/>
          </a:xfrm>
          <a:prstGeom prst="rect">
            <a:avLst/>
          </a:prstGeom>
          <a:ln>
            <a:noFill/>
          </a:ln>
        </p:spPr>
        <p:txBody>
          <a:bodyPr vert="horz" lIns="0" tIns="0" rIns="0" bIns="0" rtlCol="0" anchor="ctr">
            <a:noAutofit/>
          </a:bodyPr>
          <a:lstStyle>
            <a:lvl1pPr algn="r">
              <a:lnSpc>
                <a:spcPct val="100000"/>
              </a:lnSpc>
              <a:defRPr sz="1000">
                <a:solidFill>
                  <a:schemeClr val="tx1"/>
                </a:solidFill>
              </a:defRPr>
            </a:lvl1pPr>
          </a:lstStyle>
          <a:p>
            <a:endParaRPr lang="en-US"/>
          </a:p>
        </p:txBody>
      </p:sp>
      <p:sp>
        <p:nvSpPr>
          <p:cNvPr id="9" name="Footer Placeholder 4">
            <a:extLst>
              <a:ext uri="{FF2B5EF4-FFF2-40B4-BE49-F238E27FC236}">
                <a16:creationId xmlns:a16="http://schemas.microsoft.com/office/drawing/2014/main" id="{A3B868D7-8467-2439-DEEF-BBA9DFE908B8}"/>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1000">
                <a:solidFill>
                  <a:schemeClr val="tx1"/>
                </a:solidFill>
              </a:defRPr>
            </a:lvl1pPr>
          </a:lstStyle>
          <a:p>
            <a:r>
              <a:rPr lang="en-US"/>
              <a:t>© </a:t>
            </a:r>
            <a:fld id="{90C8C838-69F1-4A88-83C8-69278B6E8531}" type="datetimeyyyy">
              <a:rPr lang="en-US" smtClean="0"/>
              <a:pPr/>
              <a:t>2026</a:t>
            </a:fld>
            <a:r>
              <a:rPr lang="en-US"/>
              <a:t> NTT DATA Business Solutions</a:t>
            </a:r>
          </a:p>
        </p:txBody>
      </p:sp>
      <p:sp>
        <p:nvSpPr>
          <p:cNvPr id="11" name="NTT DATA Global Logo" descr="NTT DATA Global Logo">
            <a:extLst>
              <a:ext uri="{FF2B5EF4-FFF2-40B4-BE49-F238E27FC236}">
                <a16:creationId xmlns:a16="http://schemas.microsoft.com/office/drawing/2014/main" id="{A2A24C7A-90C2-A7EA-697B-7A559561F657}"/>
              </a:ext>
            </a:extLst>
          </p:cNvPr>
          <p:cNvSpPr>
            <a:spLocks noGrp="1" noRot="1" noMove="1" noResize="1" noEditPoints="1" noAdjustHandles="1" noChangeArrowheads="1" noChangeShapeType="1"/>
          </p:cNvSpPr>
          <p:nvPr>
            <p:ph type="body" sz="quarter" idx="15" hasCustomPrompt="1"/>
          </p:nvPr>
        </p:nvSpPr>
        <p:spPr bwMode="gray">
          <a:xfrm>
            <a:off x="371475" y="320040"/>
            <a:ext cx="1959724" cy="400077"/>
          </a:xfrm>
          <a:prstGeom prst="rect">
            <a:avLst/>
          </a:prstGeom>
          <a:blipFill dpi="0" rotWithShape="1">
            <a:blip r:embed="rId2"/>
            <a:srcRect/>
            <a:stretch>
              <a:fillRect/>
            </a:stretch>
          </a:blipFill>
        </p:spPr>
        <p:txBody>
          <a:bodyPr wrap="none" lIns="0" tIns="0" rIns="0" bIns="0"/>
          <a:lstStyle>
            <a:lvl1pPr>
              <a:defRPr sz="200">
                <a:solidFill>
                  <a:schemeClr val="accent2"/>
                </a:solidFill>
              </a:defRPr>
            </a:lvl1pPr>
            <a:lvl2pPr>
              <a:defRPr>
                <a:noFill/>
              </a:defRPr>
            </a:lvl2pPr>
            <a:lvl3pPr>
              <a:defRPr>
                <a:noFill/>
              </a:defRPr>
            </a:lvl3pPr>
            <a:lvl4pPr>
              <a:defRPr>
                <a:noFill/>
              </a:defRPr>
            </a:lvl4pPr>
            <a:lvl5pPr>
              <a:defRPr>
                <a:noFill/>
              </a:defRPr>
            </a:lvl5pPr>
          </a:lstStyle>
          <a:p>
            <a:pPr lvl="0"/>
            <a:r>
              <a:rPr lang="en-US"/>
              <a:t> </a:t>
            </a:r>
          </a:p>
        </p:txBody>
      </p:sp>
      <p:sp>
        <p:nvSpPr>
          <p:cNvPr id="4" name="Info box">
            <a:extLst>
              <a:ext uri="{FF2B5EF4-FFF2-40B4-BE49-F238E27FC236}">
                <a16:creationId xmlns:a16="http://schemas.microsoft.com/office/drawing/2014/main" id="{4E601763-0A29-584B-E5B8-0EC4B769B754}"/>
              </a:ext>
            </a:extLst>
          </p:cNvPr>
          <p:cNvSpPr>
            <a:spLocks noGrp="1"/>
          </p:cNvSpPr>
          <p:nvPr>
            <p:ph sz="quarter" idx="18" hasCustomPrompt="1"/>
          </p:nvPr>
        </p:nvSpPr>
        <p:spPr bwMode="gray">
          <a:xfrm>
            <a:off x="10176832" y="333376"/>
            <a:ext cx="1868023" cy="395869"/>
          </a:xfrm>
          <a:prstGeom prst="rect">
            <a:avLst/>
          </a:prstGeom>
          <a:ln>
            <a:noFill/>
          </a:ln>
        </p:spPr>
        <p:txBody>
          <a:bodyPr wrap="square" lIns="36000" tIns="36000" rIns="36000" bIns="36000">
            <a:spAutoFit/>
          </a:bodyPr>
          <a:lstStyle>
            <a:lvl1pPr>
              <a:lnSpc>
                <a:spcPct val="100000"/>
              </a:lnSpc>
              <a:spcBef>
                <a:spcPts val="0"/>
              </a:spcBef>
              <a:spcAft>
                <a:spcPts val="0"/>
              </a:spcAft>
              <a:defRPr sz="700">
                <a:solidFill>
                  <a:schemeClr val="tx1"/>
                </a:solidFill>
              </a:defRPr>
            </a:lvl1pPr>
          </a:lstStyle>
          <a:p>
            <a:pPr lvl="0"/>
            <a:r>
              <a:rPr lang="en-US" noProof="0"/>
              <a:t>Information Type:</a:t>
            </a:r>
            <a:br>
              <a:rPr lang="en-US" noProof="0"/>
            </a:br>
            <a:r>
              <a:rPr lang="en-US" noProof="0"/>
              <a:t>Company:  </a:t>
            </a:r>
            <a:br>
              <a:rPr lang="en-US" noProof="0"/>
            </a:br>
            <a:r>
              <a:rPr lang="en-US" noProof="0"/>
              <a:t>Information Owner:</a:t>
            </a:r>
          </a:p>
        </p:txBody>
      </p:sp>
    </p:spTree>
    <p:extLst>
      <p:ext uri="{BB962C8B-B14F-4D97-AF65-F5344CB8AC3E}">
        <p14:creationId xmlns:p14="http://schemas.microsoft.com/office/powerpoint/2010/main" val="247993551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_Cover_Dark_Image Bottom">
    <p:bg>
      <p:bgPr>
        <a:solidFill>
          <a:schemeClr val="bg1"/>
        </a:solidFill>
        <a:effectLst/>
      </p:bgPr>
    </p:bg>
    <p:spTree>
      <p:nvGrpSpPr>
        <p:cNvPr id="1" name=""/>
        <p:cNvGrpSpPr/>
        <p:nvPr/>
      </p:nvGrpSpPr>
      <p:grpSpPr>
        <a:xfrm>
          <a:off x="0" y="0"/>
          <a:ext cx="0" cy="0"/>
          <a:chOff x="0" y="0"/>
          <a:chExt cx="0" cy="0"/>
        </a:xfrm>
      </p:grpSpPr>
      <p:sp>
        <p:nvSpPr>
          <p:cNvPr id="2" name="Smart Navy SemiTrans Overlay">
            <a:extLst>
              <a:ext uri="{FF2B5EF4-FFF2-40B4-BE49-F238E27FC236}">
                <a16:creationId xmlns:a16="http://schemas.microsoft.com/office/drawing/2014/main" id="{814008A9-48D1-A825-2133-305473A22B10}"/>
              </a:ext>
            </a:extLst>
          </p:cNvPr>
          <p:cNvSpPr>
            <a:spLocks noGrp="1"/>
          </p:cNvSpPr>
          <p:nvPr>
            <p:ph type="body" sz="quarter" idx="25" hasCustomPrompt="1"/>
          </p:nvPr>
        </p:nvSpPr>
        <p:spPr bwMode="blackGray">
          <a:xfrm>
            <a:off x="0" y="3348318"/>
            <a:ext cx="12192000" cy="3509682"/>
          </a:xfrm>
          <a:prstGeom prst="rect">
            <a:avLst/>
          </a:prstGeom>
          <a:solidFill>
            <a:srgbClr val="050D24">
              <a:alpha val="57647"/>
            </a:srgbClr>
          </a:solidFill>
        </p:spPr>
        <p:txBody>
          <a:bodyPr/>
          <a:lstStyle>
            <a:lvl1pPr>
              <a:defRPr>
                <a:solidFill>
                  <a:schemeClr val="bg1"/>
                </a:solidFill>
              </a:defRPr>
            </a:lvl1pPr>
            <a:lvl2pPr marL="0" indent="0">
              <a:buNone/>
              <a:defRPr>
                <a:noFill/>
              </a:defRPr>
            </a:lvl2pPr>
            <a:lvl3pPr marL="216000" indent="0">
              <a:buFont typeface="Arial" panose="020B0604020202020204" pitchFamily="34" charset="0"/>
              <a:buNone/>
              <a:defRPr>
                <a:noFill/>
              </a:defRPr>
            </a:lvl3pPr>
            <a:lvl4pPr>
              <a:defRPr>
                <a:noFill/>
              </a:defRPr>
            </a:lvl4pPr>
            <a:lvl5pPr>
              <a:defRPr>
                <a:noFill/>
              </a:defRPr>
            </a:lvl5pPr>
          </a:lstStyle>
          <a:p>
            <a:pPr lvl="2"/>
            <a:r>
              <a:rPr lang="en-US"/>
              <a:t> </a:t>
            </a:r>
          </a:p>
        </p:txBody>
      </p:sp>
      <p:sp>
        <p:nvSpPr>
          <p:cNvPr id="6" name="Picture Placeholder 4">
            <a:extLst>
              <a:ext uri="{FF2B5EF4-FFF2-40B4-BE49-F238E27FC236}">
                <a16:creationId xmlns:a16="http://schemas.microsoft.com/office/drawing/2014/main" id="{64ED725C-5701-90B3-92A2-BAE98517DD4F}"/>
              </a:ext>
            </a:extLst>
          </p:cNvPr>
          <p:cNvSpPr>
            <a:spLocks noGrp="1"/>
          </p:cNvSpPr>
          <p:nvPr>
            <p:ph type="pic" sz="quarter" idx="13" hasCustomPrompt="1"/>
          </p:nvPr>
        </p:nvSpPr>
        <p:spPr bwMode="blackGray">
          <a:xfrm>
            <a:off x="0" y="3348318"/>
            <a:ext cx="12192000" cy="3509682"/>
          </a:xfrm>
          <a:prstGeom prst="rect">
            <a:avLst/>
          </a:prstGeom>
          <a:solidFill>
            <a:schemeClr val="accent6">
              <a:lumMod val="60000"/>
              <a:lumOff val="40000"/>
            </a:schemeClr>
          </a:solidFill>
        </p:spPr>
        <p:txBody>
          <a:bodyPr lIns="0" tIns="0" rIns="0" bIns="0" anchor="ctr"/>
          <a:lstStyle>
            <a:lvl1pPr marL="0" indent="0" algn="ctr">
              <a:buFontTx/>
              <a:buNone/>
              <a:defRPr sz="2400">
                <a:solidFill>
                  <a:schemeClr val="tx2"/>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a:t>Click to add image.</a:t>
            </a:r>
            <a:br>
              <a:rPr lang="en-US"/>
            </a:br>
            <a:r>
              <a:rPr lang="en-US"/>
              <a:t>Then Reorder: Send to back</a:t>
            </a:r>
          </a:p>
        </p:txBody>
      </p:sp>
      <p:sp>
        <p:nvSpPr>
          <p:cNvPr id="9" name="SubTitle">
            <a:extLst>
              <a:ext uri="{FF2B5EF4-FFF2-40B4-BE49-F238E27FC236}">
                <a16:creationId xmlns:a16="http://schemas.microsoft.com/office/drawing/2014/main" id="{F84AF061-2BD7-B395-13B3-8F8BF417226F}"/>
              </a:ext>
            </a:extLst>
          </p:cNvPr>
          <p:cNvSpPr>
            <a:spLocks noGrp="1"/>
          </p:cNvSpPr>
          <p:nvPr>
            <p:ph type="body" sz="quarter" idx="16" hasCustomPrompt="1"/>
          </p:nvPr>
        </p:nvSpPr>
        <p:spPr bwMode="blackGray">
          <a:xfrm>
            <a:off x="371475" y="2096604"/>
            <a:ext cx="11449049" cy="609600"/>
          </a:xfrm>
          <a:prstGeom prst="rect">
            <a:avLst/>
          </a:prstGeom>
        </p:spPr>
        <p:txBody>
          <a:bodyPr lIns="0" rIns="0"/>
          <a:lstStyle>
            <a:lvl1pPr marL="0" indent="0">
              <a:lnSpc>
                <a:spcPct val="100000"/>
              </a:lnSpc>
              <a:spcAft>
                <a:spcPts val="0"/>
              </a:spcAft>
              <a:buFont typeface="Arial" panose="020B0604020202020204" pitchFamily="34" charset="0"/>
              <a:buNone/>
              <a:defRPr sz="2000">
                <a:solidFill>
                  <a:schemeClr val="tx1"/>
                </a:solidFill>
              </a:defRPr>
            </a:lvl1pPr>
            <a:lvl2pPr marL="457200" indent="0">
              <a:buFont typeface="Arial" panose="020B0604020202020204" pitchFamily="34" charset="0"/>
              <a:buNone/>
              <a:defRPr/>
            </a:lvl2pPr>
            <a:lvl3pPr marL="914400" indent="0">
              <a:buNone/>
              <a:defRPr/>
            </a:lvl3pPr>
            <a:lvl4pPr marL="1371600" indent="0">
              <a:buNone/>
              <a:defRPr/>
            </a:lvl4pPr>
            <a:lvl5pPr marL="1828800" indent="0">
              <a:buNone/>
              <a:defRPr/>
            </a:lvl5pPr>
          </a:lstStyle>
          <a:p>
            <a:pPr lvl="0"/>
            <a:r>
              <a:rPr lang="en-US"/>
              <a:t>Click to enter the subtitle text</a:t>
            </a:r>
          </a:p>
        </p:txBody>
      </p:sp>
      <p:sp>
        <p:nvSpPr>
          <p:cNvPr id="7" name="MainTitle">
            <a:extLst>
              <a:ext uri="{FF2B5EF4-FFF2-40B4-BE49-F238E27FC236}">
                <a16:creationId xmlns:a16="http://schemas.microsoft.com/office/drawing/2014/main" id="{6B8D68FD-3EFC-86B8-83A6-942558B1B307}"/>
              </a:ext>
            </a:extLst>
          </p:cNvPr>
          <p:cNvSpPr>
            <a:spLocks noGrp="1"/>
          </p:cNvSpPr>
          <p:nvPr>
            <p:ph type="title" hasCustomPrompt="1"/>
          </p:nvPr>
        </p:nvSpPr>
        <p:spPr bwMode="blackGray">
          <a:xfrm>
            <a:off x="371475" y="1412875"/>
            <a:ext cx="11449050" cy="651610"/>
          </a:xfrm>
        </p:spPr>
        <p:txBody>
          <a:bodyPr/>
          <a:lstStyle>
            <a:lvl1pPr>
              <a:defRPr sz="4400" b="0">
                <a:solidFill>
                  <a:schemeClr val="tx1"/>
                </a:solidFill>
              </a:defRPr>
            </a:lvl1pPr>
          </a:lstStyle>
          <a:p>
            <a:r>
              <a:rPr lang="en-US"/>
              <a:t>Click to edit title</a:t>
            </a:r>
          </a:p>
        </p:txBody>
      </p:sp>
      <p:sp>
        <p:nvSpPr>
          <p:cNvPr id="10" name="Date Placeholder 3">
            <a:extLst>
              <a:ext uri="{FF2B5EF4-FFF2-40B4-BE49-F238E27FC236}">
                <a16:creationId xmlns:a16="http://schemas.microsoft.com/office/drawing/2014/main" id="{C245BFAB-6256-BF35-C9F5-6D558800765A}"/>
              </a:ext>
            </a:extLst>
          </p:cNvPr>
          <p:cNvSpPr>
            <a:spLocks noGrp="1"/>
          </p:cNvSpPr>
          <p:nvPr>
            <p:ph type="dt" sz="half" idx="2"/>
          </p:nvPr>
        </p:nvSpPr>
        <p:spPr bwMode="blackGray">
          <a:xfrm>
            <a:off x="11031855" y="3147301"/>
            <a:ext cx="788669" cy="88901"/>
          </a:xfrm>
          <a:prstGeom prst="rect">
            <a:avLst/>
          </a:prstGeom>
          <a:ln>
            <a:noFill/>
          </a:ln>
        </p:spPr>
        <p:txBody>
          <a:bodyPr vert="horz" lIns="0" tIns="0" rIns="0" bIns="0" rtlCol="0" anchor="ctr">
            <a:noAutofit/>
          </a:bodyPr>
          <a:lstStyle>
            <a:lvl1pPr algn="r">
              <a:lnSpc>
                <a:spcPct val="100000"/>
              </a:lnSpc>
              <a:defRPr sz="1000">
                <a:solidFill>
                  <a:schemeClr val="tx1"/>
                </a:solidFill>
              </a:defRPr>
            </a:lvl1pPr>
          </a:lstStyle>
          <a:p>
            <a:endParaRPr lang="en-US"/>
          </a:p>
        </p:txBody>
      </p:sp>
      <p:sp>
        <p:nvSpPr>
          <p:cNvPr id="15" name="Footer Placeholder 4">
            <a:extLst>
              <a:ext uri="{FF2B5EF4-FFF2-40B4-BE49-F238E27FC236}">
                <a16:creationId xmlns:a16="http://schemas.microsoft.com/office/drawing/2014/main" id="{F45B6080-7233-0809-75A8-E904530DE071}"/>
              </a:ext>
            </a:extLst>
          </p:cNvPr>
          <p:cNvSpPr>
            <a:spLocks noGrp="1"/>
          </p:cNvSpPr>
          <p:nvPr>
            <p:ph type="ftr" sz="quarter" idx="3"/>
          </p:nvPr>
        </p:nvSpPr>
        <p:spPr bwMode="blackGray">
          <a:xfrm>
            <a:off x="371475" y="3147301"/>
            <a:ext cx="5716905" cy="88901"/>
          </a:xfrm>
          <a:prstGeom prst="rect">
            <a:avLst/>
          </a:prstGeom>
          <a:ln>
            <a:noFill/>
          </a:ln>
        </p:spPr>
        <p:txBody>
          <a:bodyPr vert="horz" lIns="0" tIns="0" rIns="0" bIns="0" rtlCol="0" anchor="ctr">
            <a:noAutofit/>
          </a:bodyPr>
          <a:lstStyle>
            <a:lvl1pPr algn="l">
              <a:lnSpc>
                <a:spcPct val="100000"/>
              </a:lnSpc>
              <a:defRPr sz="1000">
                <a:solidFill>
                  <a:schemeClr val="tx1"/>
                </a:solidFill>
              </a:defRPr>
            </a:lvl1pPr>
          </a:lstStyle>
          <a:p>
            <a:r>
              <a:rPr lang="en-US"/>
              <a:t>© </a:t>
            </a:r>
            <a:fld id="{597FD9C0-2C0D-4EB7-8F4A-D7A85431A400}" type="datetimeyyyy">
              <a:rPr lang="en-US" smtClean="0"/>
              <a:pPr/>
              <a:t>2026</a:t>
            </a:fld>
            <a:r>
              <a:rPr lang="en-US"/>
              <a:t> NTT DATA Business Solutions</a:t>
            </a:r>
          </a:p>
        </p:txBody>
      </p:sp>
      <p:sp>
        <p:nvSpPr>
          <p:cNvPr id="5" name="Innovation Curve Over v02">
            <a:extLst>
              <a:ext uri="{FF2B5EF4-FFF2-40B4-BE49-F238E27FC236}">
                <a16:creationId xmlns:a16="http://schemas.microsoft.com/office/drawing/2014/main" id="{7A6AA644-177D-9E4C-8A3F-250C66632BB5}"/>
              </a:ext>
            </a:extLst>
          </p:cNvPr>
          <p:cNvSpPr>
            <a:spLocks noGrp="1"/>
          </p:cNvSpPr>
          <p:nvPr>
            <p:ph type="body" sz="quarter" idx="24" hasCustomPrompt="1"/>
          </p:nvPr>
        </p:nvSpPr>
        <p:spPr bwMode="blackGray">
          <a:xfrm>
            <a:off x="9067800" y="3733800"/>
            <a:ext cx="2752725" cy="2743200"/>
          </a:xfrm>
          <a:blipFill>
            <a:blip r:embed="rId2"/>
            <a:stretch>
              <a:fillRect/>
            </a:stretch>
          </a:blipFill>
        </p:spPr>
        <p:txBody>
          <a:bodyPr/>
          <a:lstStyle>
            <a:lvl1pPr>
              <a:defRPr sz="200"/>
            </a:lvl1pPr>
            <a:lvl2pPr>
              <a:defRPr sz="200"/>
            </a:lvl2pPr>
            <a:lvl3pPr>
              <a:defRPr sz="200"/>
            </a:lvl3pPr>
            <a:lvl4pPr>
              <a:defRPr sz="200"/>
            </a:lvl4pPr>
            <a:lvl5pPr>
              <a:defRPr sz="200"/>
            </a:lvl5pPr>
          </a:lstStyle>
          <a:p>
            <a:pPr lvl="0"/>
            <a:r>
              <a:rPr lang="de-DE"/>
              <a:t>.    </a:t>
            </a:r>
          </a:p>
        </p:txBody>
      </p:sp>
      <p:sp>
        <p:nvSpPr>
          <p:cNvPr id="14" name="NTT DATA Global Logo" descr="NTT DATA Global Logo">
            <a:extLst>
              <a:ext uri="{FF2B5EF4-FFF2-40B4-BE49-F238E27FC236}">
                <a16:creationId xmlns:a16="http://schemas.microsoft.com/office/drawing/2014/main" id="{94BFDE7A-6BFD-69BD-47EF-32959BB94847}"/>
              </a:ext>
            </a:extLst>
          </p:cNvPr>
          <p:cNvSpPr>
            <a:spLocks noGrp="1" noRot="1" noMove="1" noResize="1" noEditPoints="1" noAdjustHandles="1" noChangeArrowheads="1" noChangeShapeType="1"/>
          </p:cNvSpPr>
          <p:nvPr>
            <p:ph type="body" sz="quarter" idx="15" hasCustomPrompt="1"/>
          </p:nvPr>
        </p:nvSpPr>
        <p:spPr bwMode="blackGray">
          <a:xfrm>
            <a:off x="371475" y="320040"/>
            <a:ext cx="1959724" cy="400077"/>
          </a:xfrm>
          <a:prstGeom prst="rect">
            <a:avLst/>
          </a:prstGeom>
          <a:blipFill dpi="0" rotWithShape="1">
            <a:blip r:embed="rId3"/>
            <a:srcRect/>
            <a:stretch>
              <a:fillRect/>
            </a:stretch>
          </a:blipFill>
        </p:spPr>
        <p:txBody>
          <a:bodyPr wrap="none" lIns="0" tIns="0" rIns="0" bIns="0"/>
          <a:lstStyle>
            <a:lvl1pPr>
              <a:defRPr sz="200">
                <a:solidFill>
                  <a:schemeClr val="tx1"/>
                </a:solidFill>
              </a:defRPr>
            </a:lvl1pPr>
            <a:lvl2pPr>
              <a:defRPr>
                <a:noFill/>
              </a:defRPr>
            </a:lvl2pPr>
            <a:lvl3pPr>
              <a:defRPr>
                <a:noFill/>
              </a:defRPr>
            </a:lvl3pPr>
            <a:lvl4pPr>
              <a:defRPr>
                <a:noFill/>
              </a:defRPr>
            </a:lvl4pPr>
            <a:lvl5pPr>
              <a:defRPr>
                <a:noFill/>
              </a:defRPr>
            </a:lvl5pPr>
          </a:lstStyle>
          <a:p>
            <a:pPr lvl="0"/>
            <a:r>
              <a:rPr lang="en-US"/>
              <a:t> </a:t>
            </a:r>
          </a:p>
        </p:txBody>
      </p:sp>
      <p:sp>
        <p:nvSpPr>
          <p:cNvPr id="8" name="Info box">
            <a:extLst>
              <a:ext uri="{FF2B5EF4-FFF2-40B4-BE49-F238E27FC236}">
                <a16:creationId xmlns:a16="http://schemas.microsoft.com/office/drawing/2014/main" id="{AE1EAEE1-83E0-EC11-9F89-70F17E559B64}"/>
              </a:ext>
            </a:extLst>
          </p:cNvPr>
          <p:cNvSpPr>
            <a:spLocks noGrp="1"/>
          </p:cNvSpPr>
          <p:nvPr>
            <p:ph sz="quarter" idx="18" hasCustomPrompt="1"/>
          </p:nvPr>
        </p:nvSpPr>
        <p:spPr bwMode="blackGray">
          <a:xfrm>
            <a:off x="10176832" y="333376"/>
            <a:ext cx="1868023" cy="395869"/>
          </a:xfrm>
          <a:prstGeom prst="rect">
            <a:avLst/>
          </a:prstGeom>
          <a:ln>
            <a:noFill/>
          </a:ln>
        </p:spPr>
        <p:txBody>
          <a:bodyPr wrap="square" lIns="36000" tIns="36000" rIns="36000" bIns="36000">
            <a:spAutoFit/>
          </a:bodyPr>
          <a:lstStyle>
            <a:lvl1pPr>
              <a:lnSpc>
                <a:spcPct val="100000"/>
              </a:lnSpc>
              <a:spcBef>
                <a:spcPts val="0"/>
              </a:spcBef>
              <a:spcAft>
                <a:spcPts val="0"/>
              </a:spcAft>
              <a:defRPr sz="700">
                <a:solidFill>
                  <a:schemeClr val="tx1"/>
                </a:solidFill>
              </a:defRPr>
            </a:lvl1pPr>
          </a:lstStyle>
          <a:p>
            <a:pPr lvl="0"/>
            <a:r>
              <a:rPr lang="en-US" noProof="0"/>
              <a:t>Information Type:</a:t>
            </a:r>
            <a:br>
              <a:rPr lang="en-US" noProof="0"/>
            </a:br>
            <a:r>
              <a:rPr lang="en-US" noProof="0"/>
              <a:t>Company:  </a:t>
            </a:r>
            <a:br>
              <a:rPr lang="en-US" noProof="0"/>
            </a:br>
            <a:r>
              <a:rPr lang="en-US" noProof="0"/>
              <a:t>Information Owner:</a:t>
            </a:r>
          </a:p>
        </p:txBody>
      </p:sp>
    </p:spTree>
    <p:extLst>
      <p:ext uri="{BB962C8B-B14F-4D97-AF65-F5344CB8AC3E}">
        <p14:creationId xmlns:p14="http://schemas.microsoft.com/office/powerpoint/2010/main" val="263202536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_Divider_Image Left Dark">
    <p:bg bwMode="gray">
      <p:bgPr>
        <a:solidFill>
          <a:schemeClr val="bg1"/>
        </a:solidFill>
        <a:effectLst/>
      </p:bgPr>
    </p:bg>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597D1B3A-E1F6-AFF4-3A3F-A37A17CBCB29}"/>
              </a:ext>
            </a:extLst>
          </p:cNvPr>
          <p:cNvSpPr>
            <a:spLocks noGrp="1"/>
          </p:cNvSpPr>
          <p:nvPr>
            <p:ph type="title" hasCustomPrompt="1"/>
          </p:nvPr>
        </p:nvSpPr>
        <p:spPr bwMode="gray">
          <a:xfrm>
            <a:off x="4495800" y="2286000"/>
            <a:ext cx="7315200" cy="3951288"/>
          </a:xfrm>
        </p:spPr>
        <p:txBody>
          <a:bodyPr/>
          <a:lstStyle>
            <a:lvl1pPr>
              <a:defRPr sz="4800">
                <a:solidFill>
                  <a:schemeClr val="tx1"/>
                </a:solidFill>
              </a:defRPr>
            </a:lvl1pPr>
          </a:lstStyle>
          <a:p>
            <a:r>
              <a:rPr lang="en-US"/>
              <a:t>Divider Page Text</a:t>
            </a:r>
          </a:p>
        </p:txBody>
      </p:sp>
      <p:sp>
        <p:nvSpPr>
          <p:cNvPr id="15" name="Section Number">
            <a:extLst>
              <a:ext uri="{FF2B5EF4-FFF2-40B4-BE49-F238E27FC236}">
                <a16:creationId xmlns:a16="http://schemas.microsoft.com/office/drawing/2014/main" id="{353938DB-D71F-BCC9-253A-E90421933DD0}"/>
              </a:ext>
            </a:extLst>
          </p:cNvPr>
          <p:cNvSpPr>
            <a:spLocks noGrp="1"/>
          </p:cNvSpPr>
          <p:nvPr>
            <p:ph type="body" sz="quarter" idx="13" hasCustomPrompt="1"/>
          </p:nvPr>
        </p:nvSpPr>
        <p:spPr bwMode="gray">
          <a:xfrm>
            <a:off x="4495800" y="685800"/>
            <a:ext cx="7315200" cy="1447800"/>
          </a:xfrm>
          <a:prstGeom prst="rect">
            <a:avLst/>
          </a:prstGeom>
        </p:spPr>
        <p:txBody>
          <a:bodyPr lIns="0" tIns="45720" rIns="0"/>
          <a:lstStyle>
            <a:lvl1pPr>
              <a:defRPr lang="en-US" sz="9600" b="1" dirty="0" smtClean="0">
                <a:solidFill>
                  <a:schemeClr val="accent1"/>
                </a:solidFill>
              </a:defRPr>
            </a:lvl1pPr>
          </a:lstStyle>
          <a:p>
            <a:pPr lvl="0">
              <a:lnSpc>
                <a:spcPct val="100000"/>
              </a:lnSpc>
            </a:pPr>
            <a:r>
              <a:rPr lang="en-US"/>
              <a:t>#</a:t>
            </a:r>
          </a:p>
        </p:txBody>
      </p:sp>
      <p:sp>
        <p:nvSpPr>
          <p:cNvPr id="16" name="Picture Placeholder 4">
            <a:extLst>
              <a:ext uri="{FF2B5EF4-FFF2-40B4-BE49-F238E27FC236}">
                <a16:creationId xmlns:a16="http://schemas.microsoft.com/office/drawing/2014/main" id="{CBAA2EA5-06E3-8691-22FA-AE783265C861}"/>
              </a:ext>
            </a:extLst>
          </p:cNvPr>
          <p:cNvSpPr>
            <a:spLocks noGrp="1"/>
          </p:cNvSpPr>
          <p:nvPr>
            <p:ph type="pic" sz="quarter" idx="12" hasCustomPrompt="1"/>
          </p:nvPr>
        </p:nvSpPr>
        <p:spPr bwMode="gray">
          <a:xfrm>
            <a:off x="0" y="0"/>
            <a:ext cx="4038600" cy="6858000"/>
          </a:xfrm>
          <a:prstGeom prst="rect">
            <a:avLst/>
          </a:prstGeom>
          <a:solidFill>
            <a:schemeClr val="accent6"/>
          </a:solidFill>
        </p:spPr>
        <p:txBody>
          <a:bodyPr tIns="2743200"/>
          <a:lstStyle>
            <a:lvl1pPr marL="0" indent="0" algn="ctr">
              <a:buNone/>
              <a:defRPr sz="2000">
                <a:solidFill>
                  <a:schemeClr val="bg1"/>
                </a:solidFill>
              </a:defRPr>
            </a:lvl1pPr>
          </a:lstStyle>
          <a:p>
            <a:r>
              <a:rPr lang="en-US"/>
              <a:t>Click to add picture</a:t>
            </a:r>
          </a:p>
        </p:txBody>
      </p:sp>
      <p:sp>
        <p:nvSpPr>
          <p:cNvPr id="6" name="Text Placeholder 5">
            <a:extLst>
              <a:ext uri="{FF2B5EF4-FFF2-40B4-BE49-F238E27FC236}">
                <a16:creationId xmlns:a16="http://schemas.microsoft.com/office/drawing/2014/main" id="{84E201FA-14DE-26F5-5B59-34540918F7C3}"/>
              </a:ext>
            </a:extLst>
          </p:cNvPr>
          <p:cNvSpPr>
            <a:spLocks noGrp="1"/>
          </p:cNvSpPr>
          <p:nvPr>
            <p:ph type="body" sz="quarter" idx="27" hasCustomPrompt="1"/>
          </p:nvPr>
        </p:nvSpPr>
        <p:spPr bwMode="gray">
          <a:xfrm>
            <a:off x="0" y="5202000"/>
            <a:ext cx="4038600" cy="1656000"/>
          </a:xfrm>
          <a:prstGeom prst="rect">
            <a:avLst/>
          </a:prstGeom>
          <a:gradFill>
            <a:gsLst>
              <a:gs pos="0">
                <a:schemeClr val="bg1"/>
              </a:gs>
              <a:gs pos="80000">
                <a:schemeClr val="bg1">
                  <a:alpha val="0"/>
                </a:schemeClr>
              </a:gs>
            </a:gsLst>
            <a:lin ang="16200000" scaled="1"/>
          </a:gradFill>
        </p:spPr>
        <p:txBody>
          <a:bodyPr vert="horz" wrap="square" lIns="0" tIns="0" rIns="0" bIns="0" rtlCol="0">
            <a:noAutofit/>
          </a:bodyPr>
          <a:lstStyle>
            <a:lvl1pPr>
              <a:defRPr lang="en-US" sz="100" dirty="0"/>
            </a:lvl1pPr>
          </a:lstStyle>
          <a:p>
            <a:pPr lvl="0"/>
            <a:r>
              <a:rPr lang="en-US"/>
              <a:t> </a:t>
            </a:r>
          </a:p>
        </p:txBody>
      </p:sp>
      <p:sp>
        <p:nvSpPr>
          <p:cNvPr id="3" name="Slide Number Placeholder 5">
            <a:extLst>
              <a:ext uri="{FF2B5EF4-FFF2-40B4-BE49-F238E27FC236}">
                <a16:creationId xmlns:a16="http://schemas.microsoft.com/office/drawing/2014/main" id="{B6615A63-B90D-3E21-FFCC-8BD272C8F67E}"/>
              </a:ext>
            </a:extLst>
          </p:cNvPr>
          <p:cNvSpPr>
            <a:spLocks noGrp="1"/>
          </p:cNvSpPr>
          <p:nvPr>
            <p:ph type="sldNum" sz="quarter" idx="4"/>
          </p:nvPr>
        </p:nvSpPr>
        <p:spPr bwMode="gray">
          <a:xfrm>
            <a:off x="7777162"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4" name="Footer Placeholder 4">
            <a:extLst>
              <a:ext uri="{FF2B5EF4-FFF2-40B4-BE49-F238E27FC236}">
                <a16:creationId xmlns:a16="http://schemas.microsoft.com/office/drawing/2014/main" id="{75F0D2DC-FE73-D4FE-FDBD-22395D919787}"/>
              </a:ext>
            </a:extLst>
          </p:cNvPr>
          <p:cNvSpPr>
            <a:spLocks noGrp="1"/>
          </p:cNvSpPr>
          <p:nvPr>
            <p:ph type="ftr" sz="quarter" idx="3"/>
          </p:nvPr>
        </p:nvSpPr>
        <p:spPr bwMode="gray">
          <a:xfrm>
            <a:off x="4495800" y="6563358"/>
            <a:ext cx="3202940"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a:t>
            </a:r>
            <a:fld id="{74C9FC40-9B76-46DD-95D1-6E3BA225020E}" type="datetimeyyyy">
              <a:rPr lang="en-US" smtClean="0"/>
              <a:pPr/>
              <a:t>2026</a:t>
            </a:fld>
            <a:r>
              <a:rPr lang="en-US"/>
              <a:t> NTT DATA Business Solutions</a:t>
            </a:r>
          </a:p>
        </p:txBody>
      </p:sp>
      <p:pic>
        <p:nvPicPr>
          <p:cNvPr id="2" name="NTT DATA Global Logo">
            <a:extLst>
              <a:ext uri="{FF2B5EF4-FFF2-40B4-BE49-F238E27FC236}">
                <a16:creationId xmlns:a16="http://schemas.microsoft.com/office/drawing/2014/main" id="{91377113-D3FC-0078-8B49-12CE1897000D}"/>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49745"/>
            <a:ext cx="1288971" cy="262800"/>
          </a:xfrm>
          <a:prstGeom prst="rect">
            <a:avLst/>
          </a:prstGeom>
        </p:spPr>
      </p:pic>
    </p:spTree>
    <p:extLst>
      <p:ext uri="{BB962C8B-B14F-4D97-AF65-F5344CB8AC3E}">
        <p14:creationId xmlns:p14="http://schemas.microsoft.com/office/powerpoint/2010/main" val="275386427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_Divider_InnovationCurve on Right Dark">
    <p:bg bwMode="gray">
      <p:bgPr>
        <a:solidFill>
          <a:schemeClr val="bg1"/>
        </a:solidFill>
        <a:effectLst/>
      </p:bgPr>
    </p:bg>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597D1B3A-E1F6-AFF4-3A3F-A37A17CBCB29}"/>
              </a:ext>
            </a:extLst>
          </p:cNvPr>
          <p:cNvSpPr>
            <a:spLocks noGrp="1"/>
          </p:cNvSpPr>
          <p:nvPr>
            <p:ph type="title" hasCustomPrompt="1"/>
          </p:nvPr>
        </p:nvSpPr>
        <p:spPr bwMode="gray">
          <a:xfrm>
            <a:off x="371475" y="2286000"/>
            <a:ext cx="7315200" cy="3886200"/>
          </a:xfrm>
        </p:spPr>
        <p:txBody>
          <a:bodyPr/>
          <a:lstStyle>
            <a:lvl1pPr>
              <a:defRPr sz="4000">
                <a:solidFill>
                  <a:schemeClr val="tx1"/>
                </a:solidFill>
              </a:defRPr>
            </a:lvl1pPr>
          </a:lstStyle>
          <a:p>
            <a:r>
              <a:rPr lang="en-US"/>
              <a:t>Divider Page</a:t>
            </a:r>
          </a:p>
        </p:txBody>
      </p:sp>
      <p:sp>
        <p:nvSpPr>
          <p:cNvPr id="15" name="Section Number">
            <a:extLst>
              <a:ext uri="{FF2B5EF4-FFF2-40B4-BE49-F238E27FC236}">
                <a16:creationId xmlns:a16="http://schemas.microsoft.com/office/drawing/2014/main" id="{353938DB-D71F-BCC9-253A-E90421933DD0}"/>
              </a:ext>
            </a:extLst>
          </p:cNvPr>
          <p:cNvSpPr>
            <a:spLocks noGrp="1"/>
          </p:cNvSpPr>
          <p:nvPr>
            <p:ph type="body" sz="quarter" idx="13" hasCustomPrompt="1"/>
          </p:nvPr>
        </p:nvSpPr>
        <p:spPr bwMode="gray">
          <a:xfrm>
            <a:off x="371475" y="685800"/>
            <a:ext cx="7315200" cy="1447800"/>
          </a:xfrm>
          <a:prstGeom prst="rect">
            <a:avLst/>
          </a:prstGeom>
        </p:spPr>
        <p:txBody>
          <a:bodyPr lIns="0" tIns="45720" rIns="0"/>
          <a:lstStyle>
            <a:lvl1pPr>
              <a:defRPr lang="en-US" sz="9600" b="1" dirty="0" smtClean="0">
                <a:solidFill>
                  <a:schemeClr val="accent1"/>
                </a:solidFill>
              </a:defRPr>
            </a:lvl1pPr>
          </a:lstStyle>
          <a:p>
            <a:pPr lvl="0">
              <a:lnSpc>
                <a:spcPct val="100000"/>
              </a:lnSpc>
            </a:pPr>
            <a:r>
              <a:rPr lang="en-US"/>
              <a:t>#</a:t>
            </a:r>
          </a:p>
        </p:txBody>
      </p:sp>
      <p:sp>
        <p:nvSpPr>
          <p:cNvPr id="4" name="Footer Placeholder 4">
            <a:extLst>
              <a:ext uri="{FF2B5EF4-FFF2-40B4-BE49-F238E27FC236}">
                <a16:creationId xmlns:a16="http://schemas.microsoft.com/office/drawing/2014/main" id="{07D78CB3-8E2A-426A-73F0-19178ABAAB0D}"/>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a:t>
            </a:r>
            <a:fld id="{B38796B9-378E-46D3-8667-FEEF528FDDEC}" type="datetimeyyyy">
              <a:rPr lang="en-US" smtClean="0"/>
              <a:pPr/>
              <a:t>2026</a:t>
            </a:fld>
            <a:r>
              <a:rPr lang="en-US"/>
              <a:t> NTT DATA Business Solutions</a:t>
            </a:r>
            <a:endParaRPr lang="pt-BR"/>
          </a:p>
        </p:txBody>
      </p:sp>
      <p:sp>
        <p:nvSpPr>
          <p:cNvPr id="5" name="Slide Number Placeholder 5">
            <a:extLst>
              <a:ext uri="{FF2B5EF4-FFF2-40B4-BE49-F238E27FC236}">
                <a16:creationId xmlns:a16="http://schemas.microsoft.com/office/drawing/2014/main" id="{90D19329-B7C0-CE48-A2F3-05D87FD03717}"/>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pic>
        <p:nvPicPr>
          <p:cNvPr id="8" name="Innovation Curve">
            <a:extLst>
              <a:ext uri="{FF2B5EF4-FFF2-40B4-BE49-F238E27FC236}">
                <a16:creationId xmlns:a16="http://schemas.microsoft.com/office/drawing/2014/main" id="{8FAD0C94-F295-1BA4-75E9-C0403855E0F0}"/>
              </a:ext>
            </a:extLst>
          </p:cNvPr>
          <p:cNvPicPr>
            <a:picLocks noChangeAspect="1"/>
          </p:cNvPicPr>
          <p:nvPr userDrawn="1"/>
        </p:nvPicPr>
        <p:blipFill>
          <a:blip r:embed="rId2"/>
          <a:stretch>
            <a:fillRect/>
          </a:stretch>
        </p:blipFill>
        <p:spPr bwMode="gray">
          <a:xfrm>
            <a:off x="7940970" y="2281852"/>
            <a:ext cx="3879556" cy="3890348"/>
          </a:xfrm>
          <a:prstGeom prst="rect">
            <a:avLst/>
          </a:prstGeom>
        </p:spPr>
      </p:pic>
      <p:pic>
        <p:nvPicPr>
          <p:cNvPr id="2" name="NTT DATA Global Logo">
            <a:extLst>
              <a:ext uri="{FF2B5EF4-FFF2-40B4-BE49-F238E27FC236}">
                <a16:creationId xmlns:a16="http://schemas.microsoft.com/office/drawing/2014/main" id="{987BF35F-3F50-08F3-8D15-31BD7A9C8DDF}"/>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bwMode="gray">
          <a:xfrm>
            <a:off x="10531554" y="6449745"/>
            <a:ext cx="1288971" cy="262800"/>
          </a:xfrm>
          <a:prstGeom prst="rect">
            <a:avLst/>
          </a:prstGeom>
        </p:spPr>
      </p:pic>
    </p:spTree>
    <p:extLst>
      <p:ext uri="{BB962C8B-B14F-4D97-AF65-F5344CB8AC3E}">
        <p14:creationId xmlns:p14="http://schemas.microsoft.com/office/powerpoint/2010/main" val="22452153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_Divider_Innovation Curve Image Left Dark">
    <p:bg bwMode="gray">
      <p:bgPr>
        <a:solidFill>
          <a:schemeClr val="bg1"/>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725B5FD-E0E9-1E4B-5EFE-D46E0910A6CB}"/>
              </a:ext>
            </a:extLst>
          </p:cNvPr>
          <p:cNvSpPr>
            <a:spLocks noGrp="1"/>
          </p:cNvSpPr>
          <p:nvPr>
            <p:ph type="title" hasCustomPrompt="1"/>
          </p:nvPr>
        </p:nvSpPr>
        <p:spPr bwMode="gray">
          <a:xfrm>
            <a:off x="4495800" y="2433116"/>
            <a:ext cx="7315200" cy="3739084"/>
          </a:xfrm>
        </p:spPr>
        <p:txBody>
          <a:bodyPr/>
          <a:lstStyle>
            <a:lvl1pPr>
              <a:defRPr sz="4000">
                <a:solidFill>
                  <a:schemeClr val="tx1"/>
                </a:solidFill>
              </a:defRPr>
            </a:lvl1pPr>
          </a:lstStyle>
          <a:p>
            <a:r>
              <a:rPr lang="en-US"/>
              <a:t>Divider Page</a:t>
            </a:r>
          </a:p>
        </p:txBody>
      </p:sp>
      <p:sp>
        <p:nvSpPr>
          <p:cNvPr id="12" name="Section Number">
            <a:extLst>
              <a:ext uri="{FF2B5EF4-FFF2-40B4-BE49-F238E27FC236}">
                <a16:creationId xmlns:a16="http://schemas.microsoft.com/office/drawing/2014/main" id="{4337322C-F1A6-A8D5-2662-80C365ECE1C8}"/>
              </a:ext>
            </a:extLst>
          </p:cNvPr>
          <p:cNvSpPr>
            <a:spLocks noGrp="1"/>
          </p:cNvSpPr>
          <p:nvPr>
            <p:ph type="body" sz="quarter" idx="12" hasCustomPrompt="1"/>
          </p:nvPr>
        </p:nvSpPr>
        <p:spPr bwMode="gray">
          <a:xfrm>
            <a:off x="4495800" y="685800"/>
            <a:ext cx="7315200" cy="1447800"/>
          </a:xfrm>
          <a:prstGeom prst="rect">
            <a:avLst/>
          </a:prstGeom>
        </p:spPr>
        <p:txBody>
          <a:bodyPr lIns="0" tIns="45720" rIns="0"/>
          <a:lstStyle>
            <a:lvl1pPr>
              <a:defRPr lang="en-US" sz="9600" b="1" dirty="0" smtClean="0">
                <a:solidFill>
                  <a:schemeClr val="accent1"/>
                </a:solidFill>
              </a:defRPr>
            </a:lvl1pPr>
          </a:lstStyle>
          <a:p>
            <a:pPr lvl="0">
              <a:lnSpc>
                <a:spcPct val="100000"/>
              </a:lnSpc>
            </a:pPr>
            <a:r>
              <a:rPr lang="en-US"/>
              <a:t>#</a:t>
            </a:r>
          </a:p>
        </p:txBody>
      </p:sp>
      <p:sp>
        <p:nvSpPr>
          <p:cNvPr id="11" name="Footer Placeholder 4">
            <a:extLst>
              <a:ext uri="{FF2B5EF4-FFF2-40B4-BE49-F238E27FC236}">
                <a16:creationId xmlns:a16="http://schemas.microsoft.com/office/drawing/2014/main" id="{8795E080-1F31-4238-044C-F377C0E2532A}"/>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a:t>
            </a:r>
            <a:fld id="{9668DDF2-5539-4C64-B51E-45328E8C8100}" type="datetimeyyyy">
              <a:rPr lang="en-US" smtClean="0"/>
              <a:pPr/>
              <a:t>2026</a:t>
            </a:fld>
            <a:r>
              <a:rPr lang="en-US"/>
              <a:t> NTT DATA Business Solutions</a:t>
            </a:r>
          </a:p>
        </p:txBody>
      </p:sp>
      <p:sp>
        <p:nvSpPr>
          <p:cNvPr id="13" name="Slide Number Placeholder 5">
            <a:extLst>
              <a:ext uri="{FF2B5EF4-FFF2-40B4-BE49-F238E27FC236}">
                <a16:creationId xmlns:a16="http://schemas.microsoft.com/office/drawing/2014/main" id="{5ACFAEF6-C002-CEF8-D12E-35B10EFF2EE1}"/>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pic>
        <p:nvPicPr>
          <p:cNvPr id="3" name="Picture 6">
            <a:extLst>
              <a:ext uri="{FF2B5EF4-FFF2-40B4-BE49-F238E27FC236}">
                <a16:creationId xmlns:a16="http://schemas.microsoft.com/office/drawing/2014/main" id="{B2FCF57D-17C6-2F3A-C1B3-1679B62BF96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gray">
          <a:xfrm>
            <a:off x="394575" y="2447060"/>
            <a:ext cx="3718800" cy="3718800"/>
          </a:xfrm>
          <a:prstGeom prst="rect">
            <a:avLst/>
          </a:prstGeom>
        </p:spPr>
      </p:pic>
      <p:sp>
        <p:nvSpPr>
          <p:cNvPr id="4" name="Picture Placeholder 9">
            <a:extLst>
              <a:ext uri="{FF2B5EF4-FFF2-40B4-BE49-F238E27FC236}">
                <a16:creationId xmlns:a16="http://schemas.microsoft.com/office/drawing/2014/main" id="{DA704BD6-71C6-D230-9A15-8A46EC1807B4}"/>
              </a:ext>
            </a:extLst>
          </p:cNvPr>
          <p:cNvSpPr>
            <a:spLocks noGrp="1"/>
          </p:cNvSpPr>
          <p:nvPr>
            <p:ph type="pic" sz="quarter" idx="17" hasCustomPrompt="1"/>
          </p:nvPr>
        </p:nvSpPr>
        <p:spPr bwMode="gray">
          <a:xfrm>
            <a:off x="371475" y="2447060"/>
            <a:ext cx="3718800" cy="3718800"/>
          </a:xfrm>
          <a:custGeom>
            <a:avLst/>
            <a:gdLst>
              <a:gd name="connsiteX0" fmla="*/ 1704548 w 5267271"/>
              <a:gd name="connsiteY0" fmla="*/ 0 h 5272719"/>
              <a:gd name="connsiteX1" fmla="*/ 3527745 w 5267271"/>
              <a:gd name="connsiteY1" fmla="*/ 1774521 h 5272719"/>
              <a:gd name="connsiteX2" fmla="*/ 5267271 w 5267271"/>
              <a:gd name="connsiteY2" fmla="*/ 5269498 h 5272719"/>
              <a:gd name="connsiteX3" fmla="*/ 3509088 w 5267271"/>
              <a:gd name="connsiteY3" fmla="*/ 5269044 h 5272719"/>
              <a:gd name="connsiteX4" fmla="*/ 1794302 w 5267271"/>
              <a:gd name="connsiteY4" fmla="*/ 1858626 h 5272719"/>
              <a:gd name="connsiteX5" fmla="*/ 1794667 w 5267271"/>
              <a:gd name="connsiteY5" fmla="*/ 5270472 h 5272719"/>
              <a:gd name="connsiteX6" fmla="*/ 0 w 5267271"/>
              <a:gd name="connsiteY6" fmla="*/ 5272719 h 5272719"/>
              <a:gd name="connsiteX7" fmla="*/ 3384 w 5267271"/>
              <a:gd name="connsiteY7" fmla="*/ 1714773 h 5272719"/>
              <a:gd name="connsiteX8" fmla="*/ 569360 w 5267271"/>
              <a:gd name="connsiteY8" fmla="*/ 333790 h 5272719"/>
              <a:gd name="connsiteX9" fmla="*/ 1704548 w 5267271"/>
              <a:gd name="connsiteY9" fmla="*/ 0 h 527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67271" h="5272719">
                <a:moveTo>
                  <a:pt x="1704548" y="0"/>
                </a:moveTo>
                <a:cubicBezTo>
                  <a:pt x="2442328" y="19929"/>
                  <a:pt x="2925708" y="438914"/>
                  <a:pt x="3527745" y="1774521"/>
                </a:cubicBezTo>
                <a:lnTo>
                  <a:pt x="5267271" y="5269498"/>
                </a:lnTo>
                <a:lnTo>
                  <a:pt x="3509088" y="5269044"/>
                </a:lnTo>
                <a:cubicBezTo>
                  <a:pt x="2932089" y="4085847"/>
                  <a:pt x="2376159" y="3052885"/>
                  <a:pt x="1794302" y="1858626"/>
                </a:cubicBezTo>
                <a:cubicBezTo>
                  <a:pt x="1800510" y="2806405"/>
                  <a:pt x="1797959" y="3550976"/>
                  <a:pt x="1794667" y="5270472"/>
                </a:cubicBezTo>
                <a:lnTo>
                  <a:pt x="0" y="5272719"/>
                </a:lnTo>
                <a:cubicBezTo>
                  <a:pt x="6041" y="3933998"/>
                  <a:pt x="-2660" y="3106972"/>
                  <a:pt x="3384" y="1714773"/>
                </a:cubicBezTo>
                <a:cubicBezTo>
                  <a:pt x="20552" y="931022"/>
                  <a:pt x="285832" y="562108"/>
                  <a:pt x="569360" y="333790"/>
                </a:cubicBezTo>
                <a:cubicBezTo>
                  <a:pt x="852888" y="105472"/>
                  <a:pt x="1272212" y="9538"/>
                  <a:pt x="1704548" y="0"/>
                </a:cubicBezTo>
                <a:close/>
              </a:path>
            </a:pathLst>
          </a:custGeom>
          <a:solidFill>
            <a:schemeClr val="accent6"/>
          </a:solidFill>
          <a:ln w="12700">
            <a:noFill/>
          </a:ln>
          <a:effectLst/>
        </p:spPr>
        <p:txBody>
          <a:bodyPr wrap="none" lIns="0" tIns="1371600" rIns="0" anchor="t">
            <a:noAutofit/>
          </a:bodyPr>
          <a:lstStyle>
            <a:lvl1pPr marL="0" indent="0" algn="ctr">
              <a:buFontTx/>
              <a:buNone/>
              <a:defRPr sz="1100">
                <a:solidFill>
                  <a:schemeClr val="tx1"/>
                </a:solidFill>
              </a:defRPr>
            </a:lvl1pPr>
          </a:lstStyle>
          <a:p>
            <a:r>
              <a:rPr lang="en-US"/>
              <a:t> </a:t>
            </a:r>
          </a:p>
        </p:txBody>
      </p:sp>
      <p:pic>
        <p:nvPicPr>
          <p:cNvPr id="5" name="NTT DATA Global Logo">
            <a:extLst>
              <a:ext uri="{FF2B5EF4-FFF2-40B4-BE49-F238E27FC236}">
                <a16:creationId xmlns:a16="http://schemas.microsoft.com/office/drawing/2014/main" id="{40BBFFC1-D005-08F1-476C-65A66B022C12}"/>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bwMode="gray">
          <a:xfrm>
            <a:off x="10531554" y="6449745"/>
            <a:ext cx="1288971" cy="262800"/>
          </a:xfrm>
          <a:prstGeom prst="rect">
            <a:avLst/>
          </a:prstGeom>
        </p:spPr>
      </p:pic>
    </p:spTree>
    <p:extLst>
      <p:ext uri="{BB962C8B-B14F-4D97-AF65-F5344CB8AC3E}">
        <p14:creationId xmlns:p14="http://schemas.microsoft.com/office/powerpoint/2010/main" val="372322815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_Title Only">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C3BB7C-B4A7-41A4-8C5A-903570B6070B}"/>
              </a:ext>
            </a:extLst>
          </p:cNvPr>
          <p:cNvSpPr>
            <a:spLocks noGrp="1"/>
          </p:cNvSpPr>
          <p:nvPr>
            <p:ph type="title" hasCustomPrompt="1"/>
          </p:nvPr>
        </p:nvSpPr>
        <p:spPr bwMode="gray"/>
        <p:txBody>
          <a:bodyPr vert="horz"/>
          <a:lstStyle/>
          <a:p>
            <a:r>
              <a:rPr lang="en-US"/>
              <a:t>Click to edit Master title style</a:t>
            </a:r>
          </a:p>
        </p:txBody>
      </p:sp>
      <p:sp>
        <p:nvSpPr>
          <p:cNvPr id="10" name="Footer Placeholder 4">
            <a:extLst>
              <a:ext uri="{FF2B5EF4-FFF2-40B4-BE49-F238E27FC236}">
                <a16:creationId xmlns:a16="http://schemas.microsoft.com/office/drawing/2014/main" id="{A9C53063-1F58-BE27-2E94-7E00DE772613}"/>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a:t>
            </a:r>
            <a:fld id="{BD10386A-F078-491A-8D58-536D4066CAE5}" type="datetimeyyyy">
              <a:rPr lang="en-US" smtClean="0"/>
              <a:pPr/>
              <a:t>2026</a:t>
            </a:fld>
            <a:r>
              <a:rPr lang="en-US"/>
              <a:t> NTT DATA Business Solutions</a:t>
            </a:r>
          </a:p>
        </p:txBody>
      </p:sp>
      <p:sp>
        <p:nvSpPr>
          <p:cNvPr id="11" name="Slide Number Placeholder 5">
            <a:extLst>
              <a:ext uri="{FF2B5EF4-FFF2-40B4-BE49-F238E27FC236}">
                <a16:creationId xmlns:a16="http://schemas.microsoft.com/office/drawing/2014/main" id="{AF1EE05E-1EF3-FA88-09CC-87DB6B58184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pic>
        <p:nvPicPr>
          <p:cNvPr id="2" name="NTT DATA Global Logo">
            <a:extLst>
              <a:ext uri="{FF2B5EF4-FFF2-40B4-BE49-F238E27FC236}">
                <a16:creationId xmlns:a16="http://schemas.microsoft.com/office/drawing/2014/main" id="{AB18BBE7-C0B1-433C-C1FB-77CC445ED76C}"/>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49745"/>
            <a:ext cx="1288971" cy="262800"/>
          </a:xfrm>
          <a:prstGeom prst="rect">
            <a:avLst/>
          </a:prstGeom>
        </p:spPr>
      </p:pic>
    </p:spTree>
    <p:extLst>
      <p:ext uri="{BB962C8B-B14F-4D97-AF65-F5344CB8AC3E}">
        <p14:creationId xmlns:p14="http://schemas.microsoft.com/office/powerpoint/2010/main" val="216012281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C_Title and On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p:txBody>
          <a:bodyPr vert="horz"/>
          <a:lstStyle/>
          <a:p>
            <a:r>
              <a:rPr lang="en-US" noProof="0"/>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a:xfrm>
            <a:off x="371475" y="1412875"/>
            <a:ext cx="11449050" cy="4824413"/>
          </a:xfrm>
          <a:prstGeom prst="rect">
            <a:avLst/>
          </a:prstGeom>
        </p:spPr>
        <p:txBody>
          <a:bodyPr/>
          <a:lstStyle>
            <a:lvl5pP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Footer Placeholder 4">
            <a:extLst>
              <a:ext uri="{FF2B5EF4-FFF2-40B4-BE49-F238E27FC236}">
                <a16:creationId xmlns:a16="http://schemas.microsoft.com/office/drawing/2014/main" id="{DB4CF512-82E1-2689-F640-DDFFDD4CD971}"/>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a:t>
            </a:r>
            <a:fld id="{CDFA3239-C15A-474F-8375-EAFB75B7CFEF}" type="datetimeyyyy">
              <a:rPr lang="en-US" smtClean="0"/>
              <a:pPr/>
              <a:t>2026</a:t>
            </a:fld>
            <a:r>
              <a:rPr lang="en-US"/>
              <a:t> NTT DATA Business Solutions</a:t>
            </a:r>
          </a:p>
        </p:txBody>
      </p:sp>
      <p:sp>
        <p:nvSpPr>
          <p:cNvPr id="10" name="Slide Number Placeholder 5">
            <a:extLst>
              <a:ext uri="{FF2B5EF4-FFF2-40B4-BE49-F238E27FC236}">
                <a16:creationId xmlns:a16="http://schemas.microsoft.com/office/drawing/2014/main" id="{C19ED1C7-0FF1-008B-4E0C-83259A7B61F3}"/>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pic>
        <p:nvPicPr>
          <p:cNvPr id="4" name="NTT DATA Global Logo">
            <a:extLst>
              <a:ext uri="{FF2B5EF4-FFF2-40B4-BE49-F238E27FC236}">
                <a16:creationId xmlns:a16="http://schemas.microsoft.com/office/drawing/2014/main" id="{9D77B0C1-47DE-D752-F8F4-67E31C7AA3E0}"/>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49745"/>
            <a:ext cx="1288971" cy="262800"/>
          </a:xfrm>
          <a:prstGeom prst="rect">
            <a:avLst/>
          </a:prstGeom>
        </p:spPr>
      </p:pic>
    </p:spTree>
    <p:extLst>
      <p:ext uri="{BB962C8B-B14F-4D97-AF65-F5344CB8AC3E}">
        <p14:creationId xmlns:p14="http://schemas.microsoft.com/office/powerpoint/2010/main" val="372414246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C_Title and Two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p:txBody>
          <a:bodyPr vert="horz"/>
          <a:lstStyle/>
          <a:p>
            <a:r>
              <a:rPr lang="en-US" noProof="0"/>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a:xfrm>
            <a:off x="371475" y="1412875"/>
            <a:ext cx="5507850" cy="4824413"/>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Content Placeholder 2">
            <a:extLst>
              <a:ext uri="{FF2B5EF4-FFF2-40B4-BE49-F238E27FC236}">
                <a16:creationId xmlns:a16="http://schemas.microsoft.com/office/drawing/2014/main" id="{29A13345-D8EA-438A-8BA9-E88672B7CBE9}"/>
              </a:ext>
            </a:extLst>
          </p:cNvPr>
          <p:cNvSpPr>
            <a:spLocks noGrp="1"/>
          </p:cNvSpPr>
          <p:nvPr>
            <p:ph idx="13" hasCustomPrompt="1"/>
          </p:nvPr>
        </p:nvSpPr>
        <p:spPr bwMode="gray">
          <a:xfrm>
            <a:off x="6311325" y="1412875"/>
            <a:ext cx="5507850" cy="4824413"/>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Footer Placeholder 4">
            <a:extLst>
              <a:ext uri="{FF2B5EF4-FFF2-40B4-BE49-F238E27FC236}">
                <a16:creationId xmlns:a16="http://schemas.microsoft.com/office/drawing/2014/main" id="{AFAE869D-BCA2-8F0B-47CA-6CBB5796213E}"/>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a:t>
            </a:r>
            <a:fld id="{F7E5354F-5D5C-4EBE-9D03-4D1B78390218}" type="datetimeyyyy">
              <a:rPr lang="en-US" smtClean="0"/>
              <a:pPr/>
              <a:t>2026</a:t>
            </a:fld>
            <a:r>
              <a:rPr lang="en-US"/>
              <a:t> NTT DATA Business Solutions</a:t>
            </a:r>
          </a:p>
        </p:txBody>
      </p:sp>
      <p:sp>
        <p:nvSpPr>
          <p:cNvPr id="11" name="Slide Number Placeholder 5">
            <a:extLst>
              <a:ext uri="{FF2B5EF4-FFF2-40B4-BE49-F238E27FC236}">
                <a16:creationId xmlns:a16="http://schemas.microsoft.com/office/drawing/2014/main" id="{C28F0063-4C19-496F-6F87-6795DABB8C1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pic>
        <p:nvPicPr>
          <p:cNvPr id="4" name="NTT DATA Global Logo">
            <a:extLst>
              <a:ext uri="{FF2B5EF4-FFF2-40B4-BE49-F238E27FC236}">
                <a16:creationId xmlns:a16="http://schemas.microsoft.com/office/drawing/2014/main" id="{BBA64611-343A-9E49-2D7D-AA03EB859BC3}"/>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49745"/>
            <a:ext cx="1288971" cy="262800"/>
          </a:xfrm>
          <a:prstGeom prst="rect">
            <a:avLst/>
          </a:prstGeom>
        </p:spPr>
      </p:pic>
    </p:spTree>
    <p:extLst>
      <p:ext uri="{BB962C8B-B14F-4D97-AF65-F5344CB8AC3E}">
        <p14:creationId xmlns:p14="http://schemas.microsoft.com/office/powerpoint/2010/main" val="13622517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_Title and Three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a:xfrm>
            <a:off x="371475" y="333375"/>
            <a:ext cx="11449050" cy="792000"/>
          </a:xfrm>
        </p:spPr>
        <p:txBody>
          <a:bodyPr vert="horz"/>
          <a:lstStyle/>
          <a:p>
            <a:r>
              <a:rPr lang="en-US"/>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a:xfrm>
            <a:off x="371475" y="1412875"/>
            <a:ext cx="3657600" cy="482441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AFAE869D-BCA2-8F0B-47CA-6CBB5796213E}"/>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a:t>
            </a:r>
            <a:fld id="{EE027318-DC80-495D-AFAF-E18878B6633C}" type="datetimeyyyy">
              <a:rPr lang="en-US" smtClean="0"/>
              <a:pPr/>
              <a:t>2026</a:t>
            </a:fld>
            <a:r>
              <a:rPr lang="en-US"/>
              <a:t> NTT DATA Business Solutions</a:t>
            </a:r>
          </a:p>
        </p:txBody>
      </p:sp>
      <p:sp>
        <p:nvSpPr>
          <p:cNvPr id="11" name="Slide Number Placeholder 5">
            <a:extLst>
              <a:ext uri="{FF2B5EF4-FFF2-40B4-BE49-F238E27FC236}">
                <a16:creationId xmlns:a16="http://schemas.microsoft.com/office/drawing/2014/main" id="{C28F0063-4C19-496F-6F87-6795DABB8C1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16" name="Content Placeholder 2">
            <a:extLst>
              <a:ext uri="{FF2B5EF4-FFF2-40B4-BE49-F238E27FC236}">
                <a16:creationId xmlns:a16="http://schemas.microsoft.com/office/drawing/2014/main" id="{326BC249-E151-BB39-D3D5-813D011EC4DE}"/>
              </a:ext>
            </a:extLst>
          </p:cNvPr>
          <p:cNvSpPr>
            <a:spLocks noGrp="1"/>
          </p:cNvSpPr>
          <p:nvPr>
            <p:ph idx="24" hasCustomPrompt="1"/>
          </p:nvPr>
        </p:nvSpPr>
        <p:spPr bwMode="gray">
          <a:xfrm>
            <a:off x="4267200" y="1412875"/>
            <a:ext cx="3657600" cy="482441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CAB7751F-4652-AD3B-A81E-E9DD7E8ECF31}"/>
              </a:ext>
            </a:extLst>
          </p:cNvPr>
          <p:cNvSpPr>
            <a:spLocks noGrp="1"/>
          </p:cNvSpPr>
          <p:nvPr>
            <p:ph idx="25" hasCustomPrompt="1"/>
          </p:nvPr>
        </p:nvSpPr>
        <p:spPr bwMode="gray">
          <a:xfrm>
            <a:off x="8162925" y="1412875"/>
            <a:ext cx="3657600" cy="482441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NTT DATA Global Logo">
            <a:extLst>
              <a:ext uri="{FF2B5EF4-FFF2-40B4-BE49-F238E27FC236}">
                <a16:creationId xmlns:a16="http://schemas.microsoft.com/office/drawing/2014/main" id="{FF0B8393-09C3-CC63-5D9F-0CCE0ECBD1DB}"/>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49745"/>
            <a:ext cx="1288971" cy="262800"/>
          </a:xfrm>
          <a:prstGeom prst="rect">
            <a:avLst/>
          </a:prstGeom>
        </p:spPr>
      </p:pic>
    </p:spTree>
    <p:extLst>
      <p:ext uri="{BB962C8B-B14F-4D97-AF65-F5344CB8AC3E}">
        <p14:creationId xmlns:p14="http://schemas.microsoft.com/office/powerpoint/2010/main" val="46141113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_Title Subtitle Bo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a:xfrm>
            <a:off x="371475" y="333375"/>
            <a:ext cx="11449050" cy="332399"/>
          </a:xfrm>
        </p:spPr>
        <p:txBody>
          <a:bodyPr vert="horz">
            <a:spAutoFit/>
          </a:bodyPr>
          <a:lstStyle/>
          <a:p>
            <a:r>
              <a:rPr lang="en-US"/>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a:xfrm>
            <a:off x="371474" y="1412875"/>
            <a:ext cx="11449049" cy="482441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AFAE869D-BCA2-8F0B-47CA-6CBB5796213E}"/>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a:t>
            </a:r>
            <a:fld id="{06D38E7A-A406-43F6-B835-86F3B8D8FEF7}" type="datetimeyyyy">
              <a:rPr lang="en-US" smtClean="0"/>
              <a:pPr/>
              <a:t>2026</a:t>
            </a:fld>
            <a:r>
              <a:rPr lang="en-US"/>
              <a:t> NTT DATA Business Solutions</a:t>
            </a:r>
          </a:p>
        </p:txBody>
      </p:sp>
      <p:sp>
        <p:nvSpPr>
          <p:cNvPr id="11" name="Slide Number Placeholder 5">
            <a:extLst>
              <a:ext uri="{FF2B5EF4-FFF2-40B4-BE49-F238E27FC236}">
                <a16:creationId xmlns:a16="http://schemas.microsoft.com/office/drawing/2014/main" id="{C28F0063-4C19-496F-6F87-6795DABB8C1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4" name="Text Placeholder 6">
            <a:extLst>
              <a:ext uri="{FF2B5EF4-FFF2-40B4-BE49-F238E27FC236}">
                <a16:creationId xmlns:a16="http://schemas.microsoft.com/office/drawing/2014/main" id="{9E5DDFBC-BBD8-FCF3-FDD5-BDAF7615B10F}"/>
              </a:ext>
            </a:extLst>
          </p:cNvPr>
          <p:cNvSpPr>
            <a:spLocks noGrp="1"/>
          </p:cNvSpPr>
          <p:nvPr>
            <p:ph type="body" sz="quarter" idx="14" hasCustomPrompt="1"/>
          </p:nvPr>
        </p:nvSpPr>
        <p:spPr bwMode="gray">
          <a:xfrm>
            <a:off x="371475" y="728663"/>
            <a:ext cx="11449050" cy="288000"/>
          </a:xfrm>
          <a:prstGeom prst="rect">
            <a:avLst/>
          </a:prstGeom>
        </p:spPr>
        <p:txBody>
          <a:bodyPr/>
          <a:lstStyle>
            <a:lvl1pPr>
              <a:lnSpc>
                <a:spcPct val="100000"/>
              </a:lnSpc>
              <a:spcBef>
                <a:spcPts val="0"/>
              </a:spcBef>
              <a:defRPr sz="1800">
                <a:solidFill>
                  <a:schemeClr val="accent1"/>
                </a:solidFill>
              </a:defRPr>
            </a:lvl1pPr>
            <a:lvl2pPr>
              <a:defRPr sz="2000"/>
            </a:lvl2pPr>
            <a:lvl3pPr>
              <a:defRPr sz="2000"/>
            </a:lvl3pPr>
            <a:lvl4pPr>
              <a:defRPr sz="2000"/>
            </a:lvl4pPr>
            <a:lvl5pPr>
              <a:defRPr sz="2000"/>
            </a:lvl5pPr>
          </a:lstStyle>
          <a:p>
            <a:pPr lvl="0"/>
            <a:r>
              <a:rPr lang="en-US"/>
              <a:t>Click to edit Master text styles</a:t>
            </a:r>
          </a:p>
        </p:txBody>
      </p:sp>
      <p:pic>
        <p:nvPicPr>
          <p:cNvPr id="5" name="NTT DATA Global Logo">
            <a:extLst>
              <a:ext uri="{FF2B5EF4-FFF2-40B4-BE49-F238E27FC236}">
                <a16:creationId xmlns:a16="http://schemas.microsoft.com/office/drawing/2014/main" id="{BB649A13-1D55-F782-6BA0-07A21B198CCE}"/>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49745"/>
            <a:ext cx="1288971" cy="262800"/>
          </a:xfrm>
          <a:prstGeom prst="rect">
            <a:avLst/>
          </a:prstGeom>
        </p:spPr>
      </p:pic>
    </p:spTree>
    <p:extLst>
      <p:ext uri="{BB962C8B-B14F-4D97-AF65-F5344CB8AC3E}">
        <p14:creationId xmlns:p14="http://schemas.microsoft.com/office/powerpoint/2010/main" val="113831083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_Blank_Dark">
    <p:bg bwMode="gray">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0972958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_Blank_Dark with footer">
    <p:bg>
      <p:bgPr>
        <a:solidFill>
          <a:schemeClr val="bg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BB093E97-7B76-EAE6-8B05-F60EEDCE94B8}"/>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a:t>
            </a:r>
            <a:fld id="{15873F1B-5874-42D0-A696-0B3215E0D373}" type="datetimeyyyy">
              <a:rPr lang="en-US" smtClean="0"/>
              <a:pPr/>
              <a:t>2026</a:t>
            </a:fld>
            <a:r>
              <a:rPr lang="en-US"/>
              <a:t> NTT DATA Business Solutions</a:t>
            </a:r>
          </a:p>
        </p:txBody>
      </p:sp>
      <p:sp>
        <p:nvSpPr>
          <p:cNvPr id="4" name="Slide Number Placeholder 5">
            <a:extLst>
              <a:ext uri="{FF2B5EF4-FFF2-40B4-BE49-F238E27FC236}">
                <a16:creationId xmlns:a16="http://schemas.microsoft.com/office/drawing/2014/main" id="{DC15EF50-5A96-90F8-F18A-9D8143A4FF0D}"/>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pic>
        <p:nvPicPr>
          <p:cNvPr id="2" name="NTT DATA Global Logo">
            <a:extLst>
              <a:ext uri="{FF2B5EF4-FFF2-40B4-BE49-F238E27FC236}">
                <a16:creationId xmlns:a16="http://schemas.microsoft.com/office/drawing/2014/main" id="{A74E6DC6-6A66-6292-0D41-4D1C2A2B42E4}"/>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49745"/>
            <a:ext cx="1288971" cy="262800"/>
          </a:xfrm>
          <a:prstGeom prst="rect">
            <a:avLst/>
          </a:prstGeom>
        </p:spPr>
      </p:pic>
    </p:spTree>
    <p:extLst>
      <p:ext uri="{BB962C8B-B14F-4D97-AF65-F5344CB8AC3E}">
        <p14:creationId xmlns:p14="http://schemas.microsoft.com/office/powerpoint/2010/main" val="375137950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_Picture Full Dark">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8CCAE21C-42ED-4CFD-A1E1-FE234323EC4E}"/>
              </a:ext>
            </a:extLst>
          </p:cNvPr>
          <p:cNvSpPr>
            <a:spLocks noGrp="1"/>
          </p:cNvSpPr>
          <p:nvPr>
            <p:ph type="body" sz="quarter" idx="14" hasCustomPrompt="1"/>
          </p:nvPr>
        </p:nvSpPr>
        <p:spPr bwMode="gray">
          <a:xfrm>
            <a:off x="0" y="5194300"/>
            <a:ext cx="12192000" cy="1663700"/>
          </a:xfrm>
          <a:prstGeom prst="rect">
            <a:avLst/>
          </a:prstGeom>
          <a:gradFill>
            <a:gsLst>
              <a:gs pos="0">
                <a:schemeClr val="bg1"/>
              </a:gs>
              <a:gs pos="80000">
                <a:schemeClr val="bg1">
                  <a:alpha val="0"/>
                </a:schemeClr>
              </a:gs>
            </a:gsLst>
            <a:lin ang="16200000" scaled="1"/>
          </a:gradFill>
        </p:spPr>
        <p:txBody>
          <a:bodyPr vert="horz" wrap="square" lIns="0" tIns="0" rIns="0" bIns="0" rtlCol="0">
            <a:noAutofit/>
          </a:bodyPr>
          <a:lstStyle>
            <a:lvl1pPr>
              <a:defRPr lang="en-US" sz="100" dirty="0"/>
            </a:lvl1pPr>
          </a:lstStyle>
          <a:p>
            <a:pPr lvl="0"/>
            <a:r>
              <a:rPr lang="en-US"/>
              <a:t>.</a:t>
            </a:r>
          </a:p>
        </p:txBody>
      </p:sp>
      <p:sp>
        <p:nvSpPr>
          <p:cNvPr id="7" name="Picture Placeholder 6">
            <a:extLst>
              <a:ext uri="{FF2B5EF4-FFF2-40B4-BE49-F238E27FC236}">
                <a16:creationId xmlns:a16="http://schemas.microsoft.com/office/drawing/2014/main" id="{40077599-73C2-4B77-944D-C34B64F408E3}"/>
              </a:ext>
            </a:extLst>
          </p:cNvPr>
          <p:cNvSpPr>
            <a:spLocks noGrp="1"/>
          </p:cNvSpPr>
          <p:nvPr>
            <p:ph type="pic" sz="quarter" idx="13" hasCustomPrompt="1"/>
          </p:nvPr>
        </p:nvSpPr>
        <p:spPr bwMode="gray">
          <a:xfrm>
            <a:off x="0" y="0"/>
            <a:ext cx="12192000" cy="6858000"/>
          </a:xfrm>
          <a:prstGeom prst="rect">
            <a:avLst/>
          </a:prstGeom>
          <a:noFill/>
        </p:spPr>
        <p:txBody>
          <a:bodyPr anchor="ctr" anchorCtr="0"/>
          <a:lstStyle>
            <a:lvl1pPr algn="ctr">
              <a:defRPr sz="2000">
                <a:solidFill>
                  <a:schemeClr val="tx1"/>
                </a:solidFill>
              </a:defRPr>
            </a:lvl1pPr>
          </a:lstStyle>
          <a:p>
            <a:r>
              <a:rPr lang="en-US"/>
              <a:t>Click to add picture</a:t>
            </a:r>
          </a:p>
        </p:txBody>
      </p:sp>
      <p:sp>
        <p:nvSpPr>
          <p:cNvPr id="13" name="Footer Placeholder 4">
            <a:extLst>
              <a:ext uri="{FF2B5EF4-FFF2-40B4-BE49-F238E27FC236}">
                <a16:creationId xmlns:a16="http://schemas.microsoft.com/office/drawing/2014/main" id="{55F7F56A-370B-17D8-1574-704076541262}"/>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a:t>
            </a:r>
            <a:fld id="{06627D29-01CA-45AE-AA96-E5F5F8B65171}" type="datetimeyyyy">
              <a:rPr lang="en-US" smtClean="0"/>
              <a:pPr/>
              <a:t>2026</a:t>
            </a:fld>
            <a:r>
              <a:rPr lang="en-US"/>
              <a:t> NTT DATA Business Solutions</a:t>
            </a:r>
          </a:p>
        </p:txBody>
      </p:sp>
      <p:sp>
        <p:nvSpPr>
          <p:cNvPr id="14" name="Slide Number Placeholder 5">
            <a:extLst>
              <a:ext uri="{FF2B5EF4-FFF2-40B4-BE49-F238E27FC236}">
                <a16:creationId xmlns:a16="http://schemas.microsoft.com/office/drawing/2014/main" id="{7E04D86C-67F3-2898-A9B9-7C78B586F281}"/>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2" name="Title 1">
            <a:extLst>
              <a:ext uri="{FF2B5EF4-FFF2-40B4-BE49-F238E27FC236}">
                <a16:creationId xmlns:a16="http://schemas.microsoft.com/office/drawing/2014/main" id="{08473574-5E40-4F4B-82BD-ECFABA52E2E4}"/>
              </a:ext>
            </a:extLst>
          </p:cNvPr>
          <p:cNvSpPr>
            <a:spLocks noGrp="1"/>
          </p:cNvSpPr>
          <p:nvPr>
            <p:ph type="title" hasCustomPrompt="1"/>
          </p:nvPr>
        </p:nvSpPr>
        <p:spPr bwMode="gray"/>
        <p:txBody>
          <a:bodyPr vert="horz"/>
          <a:lstStyle/>
          <a:p>
            <a:r>
              <a:rPr lang="en-US"/>
              <a:t>Click to edit Master title style</a:t>
            </a:r>
          </a:p>
        </p:txBody>
      </p:sp>
      <p:sp>
        <p:nvSpPr>
          <p:cNvPr id="3" name="NTT DATA Global Logo" descr="NTT DATA Global Logo">
            <a:extLst>
              <a:ext uri="{FF2B5EF4-FFF2-40B4-BE49-F238E27FC236}">
                <a16:creationId xmlns:a16="http://schemas.microsoft.com/office/drawing/2014/main" id="{5AC7748B-57B0-6A46-ED50-8FBD40E607A6}"/>
              </a:ext>
            </a:extLst>
          </p:cNvPr>
          <p:cNvSpPr txBox="1">
            <a:spLocks noGrp="1" noRot="1" noChangeAspect="1" noMove="1" noResize="1" noEditPoints="1" noAdjustHandles="1" noChangeArrowheads="1" noChangeShapeType="1"/>
          </p:cNvSpPr>
          <p:nvPr userDrawn="1"/>
        </p:nvSpPr>
        <p:spPr bwMode="gray">
          <a:xfrm>
            <a:off x="10531725" y="6449437"/>
            <a:ext cx="1288800" cy="263108"/>
          </a:xfrm>
          <a:prstGeom prst="rect">
            <a:avLst/>
          </a:prstGeom>
          <a:blipFill dpi="0" rotWithShape="1">
            <a:blip r:embed="rId2"/>
            <a:srcRect/>
            <a:stretch>
              <a:fillRect/>
            </a:stretch>
          </a:blipFill>
        </p:spPr>
        <p:txBody>
          <a:bodyPr wrap="none" lIns="0" tIns="0" rIns="0" bIns="0"/>
          <a:lstStyle>
            <a:lvl1pPr marL="0" indent="0" algn="l" defTabSz="914400" rtl="0" eaLnBrk="1" latinLnBrk="0" hangingPunct="1">
              <a:lnSpc>
                <a:spcPct val="100000"/>
              </a:lnSpc>
              <a:spcBef>
                <a:spcPts val="0"/>
              </a:spcBef>
              <a:spcAft>
                <a:spcPts val="600"/>
              </a:spcAft>
              <a:buFontTx/>
              <a:buNone/>
              <a:defRPr lang="en-US" sz="200" kern="1200">
                <a:solidFill>
                  <a:schemeClr val="accent2"/>
                </a:solidFill>
                <a:latin typeface="+mn-lt"/>
                <a:ea typeface="+mn-ea"/>
                <a:cs typeface="+mn-cs"/>
              </a:defRPr>
            </a:lvl1pPr>
            <a:lvl2pPr marL="285750" indent="-285750" algn="l" defTabSz="914400" rtl="0" eaLnBrk="1" latinLnBrk="0" hangingPunct="1">
              <a:lnSpc>
                <a:spcPct val="100000"/>
              </a:lnSpc>
              <a:spcBef>
                <a:spcPts val="500"/>
              </a:spcBef>
              <a:buClr>
                <a:schemeClr val="bg1"/>
              </a:buClr>
              <a:buFont typeface="Arial" panose="020B0604020202020204" pitchFamily="34" charset="0"/>
              <a:buChar char="•"/>
              <a:defRPr lang="en-US" sz="1800" kern="1200">
                <a:noFill/>
                <a:latin typeface="+mn-lt"/>
                <a:ea typeface="+mn-ea"/>
                <a:cs typeface="+mn-cs"/>
              </a:defRPr>
            </a:lvl2pPr>
            <a:lvl3pPr marL="536575" indent="-268288"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3pPr>
            <a:lvl4pPr marL="804863" indent="-268288"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4pPr>
            <a:lvl5pPr marL="1077913" indent="-273050"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a:lstStyle>
          <a:p>
            <a:r>
              <a:rPr lang="en-DE"/>
              <a:t> </a:t>
            </a:r>
          </a:p>
        </p:txBody>
      </p:sp>
      <p:pic>
        <p:nvPicPr>
          <p:cNvPr id="4" name="NTT DATA Global Logo">
            <a:extLst>
              <a:ext uri="{FF2B5EF4-FFF2-40B4-BE49-F238E27FC236}">
                <a16:creationId xmlns:a16="http://schemas.microsoft.com/office/drawing/2014/main" id="{83EC9D68-5C41-C31D-EB18-96A697C9BA3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bwMode="gray">
          <a:xfrm>
            <a:off x="10531554" y="6449745"/>
            <a:ext cx="1288971" cy="262800"/>
          </a:xfrm>
          <a:prstGeom prst="rect">
            <a:avLst/>
          </a:prstGeom>
        </p:spPr>
      </p:pic>
    </p:spTree>
    <p:extLst>
      <p:ext uri="{BB962C8B-B14F-4D97-AF65-F5344CB8AC3E}">
        <p14:creationId xmlns:p14="http://schemas.microsoft.com/office/powerpoint/2010/main" val="318923779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_Picture Right Dark">
    <p:spTree>
      <p:nvGrpSpPr>
        <p:cNvPr id="1" name=""/>
        <p:cNvGrpSpPr/>
        <p:nvPr/>
      </p:nvGrpSpPr>
      <p:grpSpPr>
        <a:xfrm>
          <a:off x="0" y="0"/>
          <a:ext cx="0" cy="0"/>
          <a:chOff x="0" y="0"/>
          <a:chExt cx="0" cy="0"/>
        </a:xfrm>
      </p:grpSpPr>
      <p:sp>
        <p:nvSpPr>
          <p:cNvPr id="13" name="Picture Placeholder 4">
            <a:extLst>
              <a:ext uri="{FF2B5EF4-FFF2-40B4-BE49-F238E27FC236}">
                <a16:creationId xmlns:a16="http://schemas.microsoft.com/office/drawing/2014/main" id="{318A9578-38C1-F618-D2D6-E94DBB278B98}"/>
              </a:ext>
            </a:extLst>
          </p:cNvPr>
          <p:cNvSpPr>
            <a:spLocks noGrp="1"/>
          </p:cNvSpPr>
          <p:nvPr>
            <p:ph type="pic" sz="quarter" idx="28" hasCustomPrompt="1"/>
          </p:nvPr>
        </p:nvSpPr>
        <p:spPr bwMode="gray">
          <a:xfrm>
            <a:off x="8153400" y="0"/>
            <a:ext cx="4038600" cy="6858000"/>
          </a:xfrm>
          <a:prstGeom prst="rect">
            <a:avLst/>
          </a:prstGeom>
          <a:solidFill>
            <a:schemeClr val="accent6"/>
          </a:solidFill>
        </p:spPr>
        <p:txBody>
          <a:bodyPr tIns="2743200"/>
          <a:lstStyle>
            <a:lvl1pPr marL="0" indent="0" algn="ctr">
              <a:buNone/>
              <a:defRPr sz="2000">
                <a:solidFill>
                  <a:schemeClr val="bg1"/>
                </a:solidFill>
              </a:defRPr>
            </a:lvl1pPr>
          </a:lstStyle>
          <a:p>
            <a:r>
              <a:rPr lang="en-US"/>
              <a:t>Click to add picture</a:t>
            </a:r>
          </a:p>
        </p:txBody>
      </p:sp>
      <p:sp>
        <p:nvSpPr>
          <p:cNvPr id="14" name="Text Placeholder 5">
            <a:extLst>
              <a:ext uri="{FF2B5EF4-FFF2-40B4-BE49-F238E27FC236}">
                <a16:creationId xmlns:a16="http://schemas.microsoft.com/office/drawing/2014/main" id="{B6E0CB35-CBF9-AFA5-830C-F4D86F088977}"/>
              </a:ext>
            </a:extLst>
          </p:cNvPr>
          <p:cNvSpPr>
            <a:spLocks noGrp="1"/>
          </p:cNvSpPr>
          <p:nvPr>
            <p:ph type="body" sz="quarter" idx="29" hasCustomPrompt="1"/>
          </p:nvPr>
        </p:nvSpPr>
        <p:spPr bwMode="gray">
          <a:xfrm>
            <a:off x="8153400" y="5202000"/>
            <a:ext cx="4038600" cy="1656000"/>
          </a:xfrm>
          <a:prstGeom prst="rect">
            <a:avLst/>
          </a:prstGeom>
          <a:gradFill>
            <a:gsLst>
              <a:gs pos="0">
                <a:schemeClr val="bg1"/>
              </a:gs>
              <a:gs pos="80000">
                <a:schemeClr val="bg1">
                  <a:alpha val="0"/>
                </a:schemeClr>
              </a:gs>
            </a:gsLst>
            <a:lin ang="16200000" scaled="1"/>
          </a:gradFill>
        </p:spPr>
        <p:txBody>
          <a:bodyPr vert="horz" wrap="square" lIns="0" tIns="0" rIns="0" bIns="0" rtlCol="0">
            <a:noAutofit/>
          </a:bodyPr>
          <a:lstStyle>
            <a:lvl1pPr>
              <a:defRPr lang="en-US" sz="100" dirty="0"/>
            </a:lvl1pPr>
          </a:lstStyle>
          <a:p>
            <a:pPr lvl="0"/>
            <a:r>
              <a:rPr lang="en-US"/>
              <a:t> </a:t>
            </a:r>
          </a:p>
        </p:txBody>
      </p:sp>
      <p:sp>
        <p:nvSpPr>
          <p:cNvPr id="6" name="Title 5">
            <a:extLst>
              <a:ext uri="{FF2B5EF4-FFF2-40B4-BE49-F238E27FC236}">
                <a16:creationId xmlns:a16="http://schemas.microsoft.com/office/drawing/2014/main" id="{07792201-616E-4C9D-B2C5-4900CE58E947}"/>
              </a:ext>
            </a:extLst>
          </p:cNvPr>
          <p:cNvSpPr>
            <a:spLocks noGrp="1"/>
          </p:cNvSpPr>
          <p:nvPr>
            <p:ph type="title" hasCustomPrompt="1"/>
          </p:nvPr>
        </p:nvSpPr>
        <p:spPr bwMode="gray"/>
        <p:txBody>
          <a:bodyPr vert="horz"/>
          <a:lstStyle/>
          <a:p>
            <a:r>
              <a:rPr lang="en-US"/>
              <a:t>Click to edit Master title style</a:t>
            </a:r>
          </a:p>
        </p:txBody>
      </p:sp>
      <p:sp>
        <p:nvSpPr>
          <p:cNvPr id="4" name="Footer Placeholder 4">
            <a:extLst>
              <a:ext uri="{FF2B5EF4-FFF2-40B4-BE49-F238E27FC236}">
                <a16:creationId xmlns:a16="http://schemas.microsoft.com/office/drawing/2014/main" id="{CE3B8E11-1E99-8E14-7DC2-2A5585E8FA2F}"/>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a:t>
            </a:r>
            <a:fld id="{CAA83344-56E8-47BE-A4E0-E587B2A68A28}" type="datetimeyyyy">
              <a:rPr lang="en-US" smtClean="0"/>
              <a:pPr/>
              <a:t>2026</a:t>
            </a:fld>
            <a:r>
              <a:rPr lang="en-US"/>
              <a:t> NTT DATA Business Solutions</a:t>
            </a:r>
          </a:p>
        </p:txBody>
      </p:sp>
      <p:sp>
        <p:nvSpPr>
          <p:cNvPr id="5" name="Slide Number Placeholder 5">
            <a:extLst>
              <a:ext uri="{FF2B5EF4-FFF2-40B4-BE49-F238E27FC236}">
                <a16:creationId xmlns:a16="http://schemas.microsoft.com/office/drawing/2014/main" id="{C894E80A-235B-AC62-CD2D-E4D54353CE6C}"/>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3" name="Textplatzhalter 6">
            <a:extLst>
              <a:ext uri="{FF2B5EF4-FFF2-40B4-BE49-F238E27FC236}">
                <a16:creationId xmlns:a16="http://schemas.microsoft.com/office/drawing/2014/main" id="{04FE43F0-9475-52DB-0AB8-607E056B6CF5}"/>
              </a:ext>
            </a:extLst>
          </p:cNvPr>
          <p:cNvSpPr>
            <a:spLocks noGrp="1" noRot="1" noMove="1" noResize="1" noEditPoints="1" noAdjustHandles="1" noChangeArrowheads="1" noChangeShapeType="1"/>
          </p:cNvSpPr>
          <p:nvPr>
            <p:ph type="body" sz="quarter" idx="30" hasCustomPrompt="1"/>
          </p:nvPr>
        </p:nvSpPr>
        <p:spPr bwMode="gray">
          <a:xfrm>
            <a:off x="10531725" y="6449745"/>
            <a:ext cx="1288800" cy="262800"/>
          </a:xfrm>
          <a:blipFill>
            <a:blip r:embed="rId2"/>
            <a:stretch>
              <a:fillRect/>
            </a:stretch>
          </a:blipFill>
        </p:spPr>
        <p:txBody>
          <a:bodyPr/>
          <a:lstStyle>
            <a:lvl1pPr>
              <a:defRPr/>
            </a:lvl1pPr>
          </a:lstStyle>
          <a:p>
            <a:pPr lvl="0"/>
            <a:r>
              <a:rPr lang="de-DE"/>
              <a:t> </a:t>
            </a:r>
            <a:endParaRPr lang="en-GB"/>
          </a:p>
        </p:txBody>
      </p:sp>
    </p:spTree>
    <p:extLst>
      <p:ext uri="{BB962C8B-B14F-4D97-AF65-F5344CB8AC3E}">
        <p14:creationId xmlns:p14="http://schemas.microsoft.com/office/powerpoint/2010/main" val="410155471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_Picture Left Dark">
    <p:spTree>
      <p:nvGrpSpPr>
        <p:cNvPr id="1" name=""/>
        <p:cNvGrpSpPr/>
        <p:nvPr/>
      </p:nvGrpSpPr>
      <p:grpSpPr>
        <a:xfrm>
          <a:off x="0" y="0"/>
          <a:ext cx="0" cy="0"/>
          <a:chOff x="0" y="0"/>
          <a:chExt cx="0" cy="0"/>
        </a:xfrm>
      </p:grpSpPr>
      <p:sp>
        <p:nvSpPr>
          <p:cNvPr id="8" name="Picture Placeholder 4">
            <a:extLst>
              <a:ext uri="{FF2B5EF4-FFF2-40B4-BE49-F238E27FC236}">
                <a16:creationId xmlns:a16="http://schemas.microsoft.com/office/drawing/2014/main" id="{7F7A191D-6071-E779-7F2E-34886D0882B7}"/>
              </a:ext>
            </a:extLst>
          </p:cNvPr>
          <p:cNvSpPr>
            <a:spLocks noGrp="1"/>
          </p:cNvSpPr>
          <p:nvPr>
            <p:ph type="pic" sz="quarter" idx="12" hasCustomPrompt="1"/>
          </p:nvPr>
        </p:nvSpPr>
        <p:spPr bwMode="gray">
          <a:xfrm>
            <a:off x="0" y="0"/>
            <a:ext cx="4038600" cy="6858000"/>
          </a:xfrm>
          <a:prstGeom prst="rect">
            <a:avLst/>
          </a:prstGeom>
          <a:solidFill>
            <a:schemeClr val="accent6"/>
          </a:solidFill>
        </p:spPr>
        <p:txBody>
          <a:bodyPr tIns="2743200"/>
          <a:lstStyle>
            <a:lvl1pPr marL="0" indent="0" algn="ctr">
              <a:buNone/>
              <a:defRPr sz="2000">
                <a:solidFill>
                  <a:schemeClr val="bg1"/>
                </a:solidFill>
              </a:defRPr>
            </a:lvl1pPr>
          </a:lstStyle>
          <a:p>
            <a:r>
              <a:rPr lang="en-US"/>
              <a:t>Click to add picture</a:t>
            </a:r>
          </a:p>
        </p:txBody>
      </p:sp>
      <p:sp>
        <p:nvSpPr>
          <p:cNvPr id="11" name="Text Placeholder 5">
            <a:extLst>
              <a:ext uri="{FF2B5EF4-FFF2-40B4-BE49-F238E27FC236}">
                <a16:creationId xmlns:a16="http://schemas.microsoft.com/office/drawing/2014/main" id="{A5DF90C5-2F99-EF32-CBEA-23287BDE2447}"/>
              </a:ext>
            </a:extLst>
          </p:cNvPr>
          <p:cNvSpPr>
            <a:spLocks noGrp="1"/>
          </p:cNvSpPr>
          <p:nvPr>
            <p:ph type="body" sz="quarter" idx="27" hasCustomPrompt="1"/>
          </p:nvPr>
        </p:nvSpPr>
        <p:spPr bwMode="gray">
          <a:xfrm>
            <a:off x="0" y="5202000"/>
            <a:ext cx="4038600" cy="1656000"/>
          </a:xfrm>
          <a:prstGeom prst="rect">
            <a:avLst/>
          </a:prstGeom>
          <a:gradFill>
            <a:gsLst>
              <a:gs pos="0">
                <a:schemeClr val="bg1"/>
              </a:gs>
              <a:gs pos="80000">
                <a:schemeClr val="bg1">
                  <a:alpha val="0"/>
                </a:schemeClr>
              </a:gs>
            </a:gsLst>
            <a:lin ang="16200000" scaled="1"/>
          </a:gradFill>
        </p:spPr>
        <p:txBody>
          <a:bodyPr vert="horz" wrap="square" lIns="0" tIns="0" rIns="0" bIns="0" rtlCol="0">
            <a:noAutofit/>
          </a:bodyPr>
          <a:lstStyle>
            <a:lvl1pPr>
              <a:defRPr lang="en-US" sz="100" dirty="0"/>
            </a:lvl1pPr>
          </a:lstStyle>
          <a:p>
            <a:pPr lvl="0"/>
            <a:r>
              <a:rPr lang="en-US"/>
              <a:t> </a:t>
            </a:r>
          </a:p>
        </p:txBody>
      </p:sp>
      <p:sp>
        <p:nvSpPr>
          <p:cNvPr id="9" name="Slide Number Placeholder 5">
            <a:extLst>
              <a:ext uri="{FF2B5EF4-FFF2-40B4-BE49-F238E27FC236}">
                <a16:creationId xmlns:a16="http://schemas.microsoft.com/office/drawing/2014/main" id="{66B71A8E-A74B-23B8-28AD-0C986AB97272}"/>
              </a:ext>
            </a:extLst>
          </p:cNvPr>
          <p:cNvSpPr>
            <a:spLocks noGrp="1"/>
          </p:cNvSpPr>
          <p:nvPr>
            <p:ph type="sldNum" sz="quarter" idx="4"/>
          </p:nvPr>
        </p:nvSpPr>
        <p:spPr bwMode="gray">
          <a:xfrm>
            <a:off x="7777162"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13" name="Footer Placeholder 4">
            <a:extLst>
              <a:ext uri="{FF2B5EF4-FFF2-40B4-BE49-F238E27FC236}">
                <a16:creationId xmlns:a16="http://schemas.microsoft.com/office/drawing/2014/main" id="{74F142D3-5E2E-9408-9D9E-9CA5030073C1}"/>
              </a:ext>
            </a:extLst>
          </p:cNvPr>
          <p:cNvSpPr>
            <a:spLocks noGrp="1"/>
          </p:cNvSpPr>
          <p:nvPr>
            <p:ph type="ftr" sz="quarter" idx="3"/>
          </p:nvPr>
        </p:nvSpPr>
        <p:spPr bwMode="gray">
          <a:xfrm>
            <a:off x="4495800" y="6563358"/>
            <a:ext cx="3202940"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a:t>
            </a:r>
            <a:fld id="{AD7FA85E-D215-4505-A5E0-BBBC93189A0A}" type="datetimeyyyy">
              <a:rPr lang="en-US" smtClean="0"/>
              <a:pPr/>
              <a:t>2026</a:t>
            </a:fld>
            <a:r>
              <a:rPr lang="en-US"/>
              <a:t> NTT DATA Business Solutions</a:t>
            </a:r>
          </a:p>
        </p:txBody>
      </p:sp>
      <p:sp>
        <p:nvSpPr>
          <p:cNvPr id="14" name="Title 5">
            <a:extLst>
              <a:ext uri="{FF2B5EF4-FFF2-40B4-BE49-F238E27FC236}">
                <a16:creationId xmlns:a16="http://schemas.microsoft.com/office/drawing/2014/main" id="{5D998802-8F7B-9A10-0DF7-61FBFD6E1226}"/>
              </a:ext>
            </a:extLst>
          </p:cNvPr>
          <p:cNvSpPr>
            <a:spLocks noGrp="1"/>
          </p:cNvSpPr>
          <p:nvPr>
            <p:ph type="title" hasCustomPrompt="1"/>
          </p:nvPr>
        </p:nvSpPr>
        <p:spPr bwMode="gray">
          <a:xfrm>
            <a:off x="4495799" y="333375"/>
            <a:ext cx="7324725" cy="792000"/>
          </a:xfrm>
        </p:spPr>
        <p:txBody>
          <a:bodyPr vert="horz"/>
          <a:lstStyle/>
          <a:p>
            <a:r>
              <a:rPr lang="en-US"/>
              <a:t>Click to edit Master title style</a:t>
            </a:r>
          </a:p>
        </p:txBody>
      </p:sp>
      <p:pic>
        <p:nvPicPr>
          <p:cNvPr id="2" name="NTT DATA Global Logo">
            <a:extLst>
              <a:ext uri="{FF2B5EF4-FFF2-40B4-BE49-F238E27FC236}">
                <a16:creationId xmlns:a16="http://schemas.microsoft.com/office/drawing/2014/main" id="{73F571C9-CF98-F67F-957F-8265380512A9}"/>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49745"/>
            <a:ext cx="1288971" cy="262800"/>
          </a:xfrm>
          <a:prstGeom prst="rect">
            <a:avLst/>
          </a:prstGeom>
        </p:spPr>
      </p:pic>
    </p:spTree>
    <p:extLst>
      <p:ext uri="{BB962C8B-B14F-4D97-AF65-F5344CB8AC3E}">
        <p14:creationId xmlns:p14="http://schemas.microsoft.com/office/powerpoint/2010/main" val="368277710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_Picture Bottom Dark">
    <p:bg>
      <p:bgPr>
        <a:solidFill>
          <a:schemeClr val="bg1"/>
        </a:solidFill>
        <a:effectLst/>
      </p:bgPr>
    </p:bg>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9D6E3DA0-BCD2-8707-7E1B-E56623F855B7}"/>
              </a:ext>
            </a:extLst>
          </p:cNvPr>
          <p:cNvSpPr>
            <a:spLocks noGrp="1"/>
          </p:cNvSpPr>
          <p:nvPr>
            <p:ph type="pic" sz="quarter" idx="13" hasCustomPrompt="1"/>
          </p:nvPr>
        </p:nvSpPr>
        <p:spPr bwMode="gray">
          <a:xfrm>
            <a:off x="0" y="3352800"/>
            <a:ext cx="12192000" cy="3509682"/>
          </a:xfrm>
          <a:prstGeom prst="rect">
            <a:avLst/>
          </a:prstGeom>
          <a:solidFill>
            <a:schemeClr val="accent6">
              <a:lumMod val="60000"/>
              <a:lumOff val="40000"/>
            </a:schemeClr>
          </a:solidFill>
        </p:spPr>
        <p:txBody>
          <a:bodyPr lIns="0" tIns="0" rIns="0" bIns="0" anchor="ctr"/>
          <a:lstStyle>
            <a:lvl1pPr marL="0" indent="0" algn="ctr">
              <a:buFontTx/>
              <a:buNone/>
              <a:defRPr sz="2400">
                <a:solidFill>
                  <a:schemeClr val="tx2"/>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a:t>Click to add image.</a:t>
            </a:r>
            <a:br>
              <a:rPr lang="en-US"/>
            </a:br>
            <a:r>
              <a:rPr lang="en-US"/>
              <a:t>Then Reorder: Send to back</a:t>
            </a:r>
          </a:p>
        </p:txBody>
      </p:sp>
      <p:sp>
        <p:nvSpPr>
          <p:cNvPr id="5" name="Text Placeholder 5">
            <a:extLst>
              <a:ext uri="{FF2B5EF4-FFF2-40B4-BE49-F238E27FC236}">
                <a16:creationId xmlns:a16="http://schemas.microsoft.com/office/drawing/2014/main" id="{1FC868B2-987D-36AF-7388-FCE1616A30DD}"/>
              </a:ext>
            </a:extLst>
          </p:cNvPr>
          <p:cNvSpPr>
            <a:spLocks noGrp="1"/>
          </p:cNvSpPr>
          <p:nvPr>
            <p:ph type="body" sz="quarter" idx="27" hasCustomPrompt="1"/>
          </p:nvPr>
        </p:nvSpPr>
        <p:spPr bwMode="gray">
          <a:xfrm>
            <a:off x="0" y="5202000"/>
            <a:ext cx="12192000" cy="1656000"/>
          </a:xfrm>
          <a:gradFill>
            <a:gsLst>
              <a:gs pos="0">
                <a:schemeClr val="bg1"/>
              </a:gs>
              <a:gs pos="80000">
                <a:schemeClr val="bg1">
                  <a:alpha val="0"/>
                </a:schemeClr>
              </a:gs>
            </a:gsLst>
            <a:lin ang="16200000" scaled="1"/>
          </a:gradFill>
        </p:spPr>
        <p:txBody>
          <a:bodyPr vert="horz" wrap="square" lIns="0" tIns="0" rIns="0" bIns="0" rtlCol="0">
            <a:noAutofit/>
          </a:bodyPr>
          <a:lstStyle>
            <a:lvl1pPr>
              <a:defRPr lang="en-US" sz="100" dirty="0">
                <a:solidFill>
                  <a:schemeClr val="bg1"/>
                </a:solidFill>
              </a:defRPr>
            </a:lvl1pPr>
          </a:lstStyle>
          <a:p>
            <a:pPr lvl="0"/>
            <a:r>
              <a:rPr lang="en-US"/>
              <a:t> </a:t>
            </a:r>
          </a:p>
        </p:txBody>
      </p:sp>
      <p:sp>
        <p:nvSpPr>
          <p:cNvPr id="10" name="Footer Placeholder 4">
            <a:extLst>
              <a:ext uri="{FF2B5EF4-FFF2-40B4-BE49-F238E27FC236}">
                <a16:creationId xmlns:a16="http://schemas.microsoft.com/office/drawing/2014/main" id="{87A8D542-4123-5D52-32A8-5A10FF2E7D6F}"/>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a:t>
            </a:r>
            <a:fld id="{0478FDE9-A584-42E0-91CD-13D17EDA1F93}" type="datetimeyyyy">
              <a:rPr lang="en-US" smtClean="0"/>
              <a:pPr/>
              <a:t>2026</a:t>
            </a:fld>
            <a:r>
              <a:rPr lang="en-US"/>
              <a:t> NTT DATA Business Solutions</a:t>
            </a:r>
          </a:p>
        </p:txBody>
      </p:sp>
      <p:sp>
        <p:nvSpPr>
          <p:cNvPr id="15" name="Slide Number Placeholder 5">
            <a:extLst>
              <a:ext uri="{FF2B5EF4-FFF2-40B4-BE49-F238E27FC236}">
                <a16:creationId xmlns:a16="http://schemas.microsoft.com/office/drawing/2014/main" id="{3F919FBB-9A4E-7FAD-B0F2-5D660792C32E}"/>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18" name="Title 5">
            <a:extLst>
              <a:ext uri="{FF2B5EF4-FFF2-40B4-BE49-F238E27FC236}">
                <a16:creationId xmlns:a16="http://schemas.microsoft.com/office/drawing/2014/main" id="{685F5729-4D42-77C1-FCC6-A3E027B0D91F}"/>
              </a:ext>
            </a:extLst>
          </p:cNvPr>
          <p:cNvSpPr>
            <a:spLocks noGrp="1"/>
          </p:cNvSpPr>
          <p:nvPr>
            <p:ph type="title" hasCustomPrompt="1"/>
          </p:nvPr>
        </p:nvSpPr>
        <p:spPr bwMode="gray">
          <a:xfrm>
            <a:off x="371475" y="333375"/>
            <a:ext cx="11449050" cy="792000"/>
          </a:xfrm>
        </p:spPr>
        <p:txBody>
          <a:bodyPr vert="horz"/>
          <a:lstStyle/>
          <a:p>
            <a:r>
              <a:rPr lang="en-US"/>
              <a:t>Click to edit Master title style</a:t>
            </a:r>
          </a:p>
        </p:txBody>
      </p:sp>
      <p:sp>
        <p:nvSpPr>
          <p:cNvPr id="3" name="Textplatzhalter 6">
            <a:extLst>
              <a:ext uri="{FF2B5EF4-FFF2-40B4-BE49-F238E27FC236}">
                <a16:creationId xmlns:a16="http://schemas.microsoft.com/office/drawing/2014/main" id="{C20AB549-57A1-AE9C-6237-51C9E313364C}"/>
              </a:ext>
            </a:extLst>
          </p:cNvPr>
          <p:cNvSpPr>
            <a:spLocks noGrp="1" noRot="1" noMove="1" noResize="1" noEditPoints="1" noAdjustHandles="1" noChangeArrowheads="1" noChangeShapeType="1"/>
          </p:cNvSpPr>
          <p:nvPr>
            <p:ph type="body" sz="quarter" idx="30" hasCustomPrompt="1"/>
          </p:nvPr>
        </p:nvSpPr>
        <p:spPr bwMode="gray">
          <a:xfrm>
            <a:off x="10531725" y="6449745"/>
            <a:ext cx="1288800" cy="262800"/>
          </a:xfrm>
          <a:blipFill>
            <a:blip r:embed="rId2"/>
            <a:stretch>
              <a:fillRect/>
            </a:stretch>
          </a:blipFill>
        </p:spPr>
        <p:txBody>
          <a:bodyPr/>
          <a:lstStyle>
            <a:lvl1pPr>
              <a:defRPr/>
            </a:lvl1pPr>
          </a:lstStyle>
          <a:p>
            <a:pPr lvl="0"/>
            <a:r>
              <a:rPr lang="de-DE"/>
              <a:t> </a:t>
            </a:r>
            <a:endParaRPr lang="en-GB"/>
          </a:p>
        </p:txBody>
      </p:sp>
      <p:pic>
        <p:nvPicPr>
          <p:cNvPr id="2" name="NTT DATA Global Logo">
            <a:extLst>
              <a:ext uri="{FF2B5EF4-FFF2-40B4-BE49-F238E27FC236}">
                <a16:creationId xmlns:a16="http://schemas.microsoft.com/office/drawing/2014/main" id="{38161A5B-58EE-27E8-D486-13EF62F8DD6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bwMode="gray">
          <a:xfrm>
            <a:off x="10531554" y="6449745"/>
            <a:ext cx="1288971" cy="262800"/>
          </a:xfrm>
          <a:prstGeom prst="rect">
            <a:avLst/>
          </a:prstGeom>
        </p:spPr>
      </p:pic>
    </p:spTree>
    <p:extLst>
      <p:ext uri="{BB962C8B-B14F-4D97-AF65-F5344CB8AC3E}">
        <p14:creationId xmlns:p14="http://schemas.microsoft.com/office/powerpoint/2010/main" val="393219644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_Picture Three Dark">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2799AD32-EACB-40FD-ACFA-9178E8D00357}"/>
              </a:ext>
            </a:extLst>
          </p:cNvPr>
          <p:cNvSpPr>
            <a:spLocks noGrp="1"/>
          </p:cNvSpPr>
          <p:nvPr>
            <p:ph type="pic" sz="quarter" idx="13" hasCustomPrompt="1"/>
          </p:nvPr>
        </p:nvSpPr>
        <p:spPr bwMode="gray">
          <a:xfrm>
            <a:off x="1" y="1412875"/>
            <a:ext cx="4015999" cy="2772000"/>
          </a:xfrm>
          <a:prstGeom prst="rect">
            <a:avLst/>
          </a:prstGeom>
          <a:solidFill>
            <a:schemeClr val="accent6"/>
          </a:solidFill>
        </p:spPr>
        <p:txBody>
          <a:bodyPr anchor="ctr" anchorCtr="0"/>
          <a:lstStyle>
            <a:lvl1pPr algn="ctr">
              <a:defRPr sz="2000">
                <a:solidFill>
                  <a:schemeClr val="bg1"/>
                </a:solidFill>
              </a:defRPr>
            </a:lvl1pPr>
          </a:lstStyle>
          <a:p>
            <a:r>
              <a:rPr lang="en-US"/>
              <a:t>Click icon to add picture</a:t>
            </a:r>
          </a:p>
        </p:txBody>
      </p:sp>
      <p:sp>
        <p:nvSpPr>
          <p:cNvPr id="8" name="Picture Placeholder 6">
            <a:extLst>
              <a:ext uri="{FF2B5EF4-FFF2-40B4-BE49-F238E27FC236}">
                <a16:creationId xmlns:a16="http://schemas.microsoft.com/office/drawing/2014/main" id="{C73D5620-2B8C-49E1-ADF3-9ADE2BF3BA3C}"/>
              </a:ext>
            </a:extLst>
          </p:cNvPr>
          <p:cNvSpPr>
            <a:spLocks noGrp="1"/>
          </p:cNvSpPr>
          <p:nvPr>
            <p:ph type="pic" sz="quarter" idx="14" hasCustomPrompt="1"/>
          </p:nvPr>
        </p:nvSpPr>
        <p:spPr bwMode="gray">
          <a:xfrm>
            <a:off x="4088000" y="1412875"/>
            <a:ext cx="4015999" cy="2772000"/>
          </a:xfrm>
          <a:prstGeom prst="rect">
            <a:avLst/>
          </a:prstGeom>
          <a:solidFill>
            <a:schemeClr val="accent6"/>
          </a:solidFill>
        </p:spPr>
        <p:txBody>
          <a:bodyPr anchor="ctr" anchorCtr="0"/>
          <a:lstStyle>
            <a:lvl1pPr algn="ctr">
              <a:defRPr sz="2000">
                <a:solidFill>
                  <a:schemeClr val="bg1"/>
                </a:solidFill>
              </a:defRPr>
            </a:lvl1pPr>
          </a:lstStyle>
          <a:p>
            <a:r>
              <a:rPr lang="en-US"/>
              <a:t>Click icon to add picture</a:t>
            </a:r>
          </a:p>
        </p:txBody>
      </p:sp>
      <p:sp>
        <p:nvSpPr>
          <p:cNvPr id="9" name="Picture Placeholder 6">
            <a:extLst>
              <a:ext uri="{FF2B5EF4-FFF2-40B4-BE49-F238E27FC236}">
                <a16:creationId xmlns:a16="http://schemas.microsoft.com/office/drawing/2014/main" id="{A31D45D1-5334-4DD5-8154-DAD52B3C3972}"/>
              </a:ext>
            </a:extLst>
          </p:cNvPr>
          <p:cNvSpPr>
            <a:spLocks noGrp="1"/>
          </p:cNvSpPr>
          <p:nvPr>
            <p:ph type="pic" sz="quarter" idx="15" hasCustomPrompt="1"/>
          </p:nvPr>
        </p:nvSpPr>
        <p:spPr bwMode="gray">
          <a:xfrm>
            <a:off x="8175999" y="1412875"/>
            <a:ext cx="4015999" cy="2772000"/>
          </a:xfrm>
          <a:prstGeom prst="rect">
            <a:avLst/>
          </a:prstGeom>
          <a:solidFill>
            <a:schemeClr val="accent6"/>
          </a:solidFill>
        </p:spPr>
        <p:txBody>
          <a:bodyPr anchor="ctr" anchorCtr="0"/>
          <a:lstStyle>
            <a:lvl1pPr algn="ctr">
              <a:defRPr sz="2000">
                <a:solidFill>
                  <a:schemeClr val="bg1"/>
                </a:solidFill>
              </a:defRPr>
            </a:lvl1pPr>
          </a:lstStyle>
          <a:p>
            <a:r>
              <a:rPr lang="en-US"/>
              <a:t>Click icon to add picture</a:t>
            </a:r>
          </a:p>
        </p:txBody>
      </p:sp>
      <p:sp>
        <p:nvSpPr>
          <p:cNvPr id="6" name="Title 5">
            <a:extLst>
              <a:ext uri="{FF2B5EF4-FFF2-40B4-BE49-F238E27FC236}">
                <a16:creationId xmlns:a16="http://schemas.microsoft.com/office/drawing/2014/main" id="{07792201-616E-4C9D-B2C5-4900CE58E947}"/>
              </a:ext>
            </a:extLst>
          </p:cNvPr>
          <p:cNvSpPr>
            <a:spLocks noGrp="1"/>
          </p:cNvSpPr>
          <p:nvPr>
            <p:ph type="title" hasCustomPrompt="1"/>
          </p:nvPr>
        </p:nvSpPr>
        <p:spPr bwMode="gray">
          <a:xfrm>
            <a:off x="371475" y="333375"/>
            <a:ext cx="11449050" cy="792000"/>
          </a:xfrm>
        </p:spPr>
        <p:txBody>
          <a:bodyPr vert="horz"/>
          <a:lstStyle/>
          <a:p>
            <a:r>
              <a:rPr lang="en-US"/>
              <a:t>Click to edit Master title style</a:t>
            </a:r>
          </a:p>
        </p:txBody>
      </p:sp>
      <p:sp>
        <p:nvSpPr>
          <p:cNvPr id="4" name="Footer Placeholder 4">
            <a:extLst>
              <a:ext uri="{FF2B5EF4-FFF2-40B4-BE49-F238E27FC236}">
                <a16:creationId xmlns:a16="http://schemas.microsoft.com/office/drawing/2014/main" id="{CE3B8E11-1E99-8E14-7DC2-2A5585E8FA2F}"/>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a:t>
            </a:r>
            <a:fld id="{0B6A5A95-B921-455D-B80B-6528757A9B15}" type="datetimeyyyy">
              <a:rPr lang="en-US" smtClean="0"/>
              <a:pPr/>
              <a:t>2026</a:t>
            </a:fld>
            <a:r>
              <a:rPr lang="en-US"/>
              <a:t> NTT DATA Business Solutions</a:t>
            </a:r>
          </a:p>
        </p:txBody>
      </p:sp>
      <p:sp>
        <p:nvSpPr>
          <p:cNvPr id="5" name="Slide Number Placeholder 5">
            <a:extLst>
              <a:ext uri="{FF2B5EF4-FFF2-40B4-BE49-F238E27FC236}">
                <a16:creationId xmlns:a16="http://schemas.microsoft.com/office/drawing/2014/main" id="{C894E80A-235B-AC62-CD2D-E4D54353CE6C}"/>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14" name="Textplatzhalter 13">
            <a:extLst>
              <a:ext uri="{FF2B5EF4-FFF2-40B4-BE49-F238E27FC236}">
                <a16:creationId xmlns:a16="http://schemas.microsoft.com/office/drawing/2014/main" id="{AC42C376-0AFE-66AC-AD48-D7DF83D28D5E}"/>
              </a:ext>
            </a:extLst>
          </p:cNvPr>
          <p:cNvSpPr>
            <a:spLocks noGrp="1"/>
          </p:cNvSpPr>
          <p:nvPr>
            <p:ph type="body" sz="quarter" idx="16"/>
          </p:nvPr>
        </p:nvSpPr>
        <p:spPr bwMode="gray">
          <a:xfrm>
            <a:off x="371475" y="4378960"/>
            <a:ext cx="3657600" cy="18576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15" name="Textplatzhalter 13">
            <a:extLst>
              <a:ext uri="{FF2B5EF4-FFF2-40B4-BE49-F238E27FC236}">
                <a16:creationId xmlns:a16="http://schemas.microsoft.com/office/drawing/2014/main" id="{697B4F67-9197-1F0C-06C1-2D7581F2472B}"/>
              </a:ext>
            </a:extLst>
          </p:cNvPr>
          <p:cNvSpPr>
            <a:spLocks noGrp="1"/>
          </p:cNvSpPr>
          <p:nvPr>
            <p:ph type="body" sz="quarter" idx="17"/>
          </p:nvPr>
        </p:nvSpPr>
        <p:spPr bwMode="gray">
          <a:xfrm>
            <a:off x="4267201" y="4378960"/>
            <a:ext cx="3657600" cy="18576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16" name="Textplatzhalter 13">
            <a:extLst>
              <a:ext uri="{FF2B5EF4-FFF2-40B4-BE49-F238E27FC236}">
                <a16:creationId xmlns:a16="http://schemas.microsoft.com/office/drawing/2014/main" id="{3BAF9EDB-8398-EBF9-65E7-486218682E84}"/>
              </a:ext>
            </a:extLst>
          </p:cNvPr>
          <p:cNvSpPr>
            <a:spLocks noGrp="1"/>
          </p:cNvSpPr>
          <p:nvPr>
            <p:ph type="body" sz="quarter" idx="18"/>
          </p:nvPr>
        </p:nvSpPr>
        <p:spPr bwMode="gray">
          <a:xfrm>
            <a:off x="8162925" y="4378960"/>
            <a:ext cx="3657600" cy="18576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pic>
        <p:nvPicPr>
          <p:cNvPr id="2" name="NTT DATA Global Logo">
            <a:extLst>
              <a:ext uri="{FF2B5EF4-FFF2-40B4-BE49-F238E27FC236}">
                <a16:creationId xmlns:a16="http://schemas.microsoft.com/office/drawing/2014/main" id="{D6666F33-0E1D-209D-D623-1D4231D25DDF}"/>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49745"/>
            <a:ext cx="1288971" cy="262800"/>
          </a:xfrm>
          <a:prstGeom prst="rect">
            <a:avLst/>
          </a:prstGeom>
        </p:spPr>
      </p:pic>
    </p:spTree>
    <p:extLst>
      <p:ext uri="{BB962C8B-B14F-4D97-AF65-F5344CB8AC3E}">
        <p14:creationId xmlns:p14="http://schemas.microsoft.com/office/powerpoint/2010/main" val="340455850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_Picture Collection Dark">
    <p:bg bwMode="gray">
      <p:bgPr>
        <a:solidFill>
          <a:schemeClr val="bg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FBA9505-91C7-B9FF-4651-787D86C3BED1}"/>
              </a:ext>
            </a:extLst>
          </p:cNvPr>
          <p:cNvSpPr txBox="1"/>
          <p:nvPr userDrawn="1"/>
        </p:nvSpPr>
        <p:spPr bwMode="gray">
          <a:xfrm>
            <a:off x="3685309" y="-803564"/>
            <a:ext cx="0" cy="0"/>
          </a:xfrm>
          <a:prstGeom prst="rect">
            <a:avLst/>
          </a:prstGeom>
          <a:noFill/>
        </p:spPr>
        <p:txBody>
          <a:bodyPr wrap="none" rtlCol="0">
            <a:noAutofit/>
          </a:bodyPr>
          <a:lstStyle/>
          <a:p>
            <a:pPr algn="l"/>
            <a:endParaRPr lang="en-US">
              <a:solidFill>
                <a:srgbClr val="FFFFFF"/>
              </a:solidFill>
            </a:endParaRPr>
          </a:p>
        </p:txBody>
      </p:sp>
      <p:sp>
        <p:nvSpPr>
          <p:cNvPr id="8" name="Footer Placeholder 4">
            <a:extLst>
              <a:ext uri="{FF2B5EF4-FFF2-40B4-BE49-F238E27FC236}">
                <a16:creationId xmlns:a16="http://schemas.microsoft.com/office/drawing/2014/main" id="{59C35B40-A84A-00D6-5FD3-6FD80F61E86D}"/>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a:t>
            </a:r>
            <a:fld id="{D5E2ACA5-37E6-4AC5-8853-C5E4A1E0FC77}" type="datetimeyyyy">
              <a:rPr lang="en-US" smtClean="0"/>
              <a:pPr/>
              <a:t>2026</a:t>
            </a:fld>
            <a:r>
              <a:rPr lang="en-US"/>
              <a:t> NTT DATA Business Solutions</a:t>
            </a:r>
          </a:p>
        </p:txBody>
      </p:sp>
      <p:sp>
        <p:nvSpPr>
          <p:cNvPr id="9" name="Slide Number Placeholder 5">
            <a:extLst>
              <a:ext uri="{FF2B5EF4-FFF2-40B4-BE49-F238E27FC236}">
                <a16:creationId xmlns:a16="http://schemas.microsoft.com/office/drawing/2014/main" id="{BFC1EFC3-6CA1-181A-9D7F-24D4581B2107}"/>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20" name="Picture Placeholder 25">
            <a:extLst>
              <a:ext uri="{FF2B5EF4-FFF2-40B4-BE49-F238E27FC236}">
                <a16:creationId xmlns:a16="http://schemas.microsoft.com/office/drawing/2014/main" id="{0C8FF3E1-7296-5F16-4A05-46FE6C63B735}"/>
              </a:ext>
              <a:ext uri="{C183D7F6-B498-43B3-948B-1728B52AA6E4}">
                <adec:decorative xmlns:adec="http://schemas.microsoft.com/office/drawing/2017/decorative" val="1"/>
              </a:ext>
            </a:extLst>
          </p:cNvPr>
          <p:cNvSpPr>
            <a:spLocks noGrp="1"/>
          </p:cNvSpPr>
          <p:nvPr>
            <p:ph type="pic" sz="quarter" idx="22" hasCustomPrompt="1"/>
          </p:nvPr>
        </p:nvSpPr>
        <p:spPr bwMode="gray">
          <a:xfrm>
            <a:off x="3884852" y="3987605"/>
            <a:ext cx="5371357" cy="2249683"/>
          </a:xfrm>
          <a:prstGeom prst="roundRect">
            <a:avLst>
              <a:gd name="adj" fmla="val 0"/>
            </a:avLst>
          </a:prstGeom>
          <a:solidFill>
            <a:schemeClr val="bg2"/>
          </a:solidFill>
          <a:ln w="3175" cmpd="sng">
            <a:noFill/>
          </a:ln>
          <a:effectLst/>
        </p:spPr>
        <p:txBody>
          <a:bodyPr vert="horz" lIns="91440" tIns="45720" rIns="91440" bIns="45720" rtlCol="0" anchor="ctr" anchorCtr="0">
            <a:normAutofit/>
          </a:bodyPr>
          <a:lstStyle>
            <a:lvl1pPr marL="0" indent="0" algn="ctr" defTabSz="1219170" rtl="0" eaLnBrk="1" latinLnBrk="0" hangingPunct="1">
              <a:lnSpc>
                <a:spcPct val="95000"/>
              </a:lnSpc>
              <a:spcBef>
                <a:spcPts val="1920"/>
              </a:spcBef>
              <a:buClr>
                <a:srgbClr val="92D050"/>
              </a:buClr>
              <a:buSzPct val="90000"/>
              <a:buFont typeface="Arial" pitchFamily="34" charset="0"/>
              <a:buNone/>
              <a:tabLst/>
              <a:defRPr lang="en-US" sz="2667" kern="1200" dirty="0">
                <a:solidFill>
                  <a:schemeClr val="tx1"/>
                </a:solidFill>
                <a:latin typeface="+mn-lt"/>
                <a:ea typeface="+mn-ea"/>
                <a:cs typeface="+mn-cs"/>
              </a:defRPr>
            </a:lvl1pPr>
          </a:lstStyle>
          <a:p>
            <a:r>
              <a:rPr lang="en-US"/>
              <a:t>Insert photo here</a:t>
            </a:r>
          </a:p>
        </p:txBody>
      </p:sp>
      <p:sp>
        <p:nvSpPr>
          <p:cNvPr id="23" name="Rounded Rectangle 12">
            <a:extLst>
              <a:ext uri="{FF2B5EF4-FFF2-40B4-BE49-F238E27FC236}">
                <a16:creationId xmlns:a16="http://schemas.microsoft.com/office/drawing/2014/main" id="{40AB8DA9-A69B-4E07-649F-D7F377939A43}"/>
              </a:ext>
              <a:ext uri="{C183D7F6-B498-43B3-948B-1728B52AA6E4}">
                <adec:decorative xmlns:adec="http://schemas.microsoft.com/office/drawing/2017/decorative" val="1"/>
              </a:ext>
            </a:extLst>
          </p:cNvPr>
          <p:cNvSpPr/>
          <p:nvPr userDrawn="1"/>
        </p:nvSpPr>
        <p:spPr bwMode="gray">
          <a:xfrm>
            <a:off x="9349318" y="2163386"/>
            <a:ext cx="2484125" cy="2675053"/>
          </a:xfrm>
          <a:prstGeom prst="roundRect">
            <a:avLst>
              <a:gd name="adj" fmla="val 0"/>
            </a:avLst>
          </a:prstGeom>
          <a:solidFill>
            <a:schemeClr val="bg1">
              <a:alpha val="3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latin typeface="+mn-lt"/>
            </a:endParaRPr>
          </a:p>
        </p:txBody>
      </p:sp>
      <p:sp>
        <p:nvSpPr>
          <p:cNvPr id="27" name="Picture Placeholder 25">
            <a:extLst>
              <a:ext uri="{FF2B5EF4-FFF2-40B4-BE49-F238E27FC236}">
                <a16:creationId xmlns:a16="http://schemas.microsoft.com/office/drawing/2014/main" id="{FD37530F-3C4A-7D5E-92A7-0ECB53BEF791}"/>
              </a:ext>
              <a:ext uri="{C183D7F6-B498-43B3-948B-1728B52AA6E4}">
                <adec:decorative xmlns:adec="http://schemas.microsoft.com/office/drawing/2017/decorative" val="1"/>
              </a:ext>
            </a:extLst>
          </p:cNvPr>
          <p:cNvSpPr>
            <a:spLocks noGrp="1"/>
          </p:cNvSpPr>
          <p:nvPr>
            <p:ph type="pic" sz="quarter" idx="10" hasCustomPrompt="1"/>
          </p:nvPr>
        </p:nvSpPr>
        <p:spPr bwMode="gray">
          <a:xfrm>
            <a:off x="371475" y="333373"/>
            <a:ext cx="4419959" cy="3547536"/>
          </a:xfrm>
          <a:prstGeom prst="roundRect">
            <a:avLst>
              <a:gd name="adj" fmla="val 0"/>
            </a:avLst>
          </a:prstGeom>
          <a:solidFill>
            <a:schemeClr val="bg2"/>
          </a:solidFill>
          <a:ln>
            <a:noFill/>
          </a:ln>
          <a:effectLst/>
        </p:spPr>
        <p:txBody>
          <a:bodyPr vert="horz" lIns="91440" tIns="45720" rIns="91440" bIns="45720" rtlCol="0" anchor="ctr" anchorCtr="0">
            <a:normAutofit/>
          </a:bodyPr>
          <a:lstStyle>
            <a:lvl1pPr marL="0" indent="0" algn="ctr" defTabSz="1219170" rtl="0" eaLnBrk="1" latinLnBrk="0" hangingPunct="1">
              <a:lnSpc>
                <a:spcPct val="100000"/>
              </a:lnSpc>
              <a:spcBef>
                <a:spcPts val="1920"/>
              </a:spcBef>
              <a:buClr>
                <a:srgbClr val="92D050"/>
              </a:buClr>
              <a:buSzPct val="90000"/>
              <a:buFont typeface="Arial" pitchFamily="34" charset="0"/>
              <a:buNone/>
              <a:tabLst/>
              <a:defRPr lang="en-US" sz="2667" kern="1200" dirty="0">
                <a:solidFill>
                  <a:schemeClr val="tx1"/>
                </a:solidFill>
                <a:latin typeface="+mn-lt"/>
                <a:ea typeface="+mn-ea"/>
                <a:cs typeface="+mn-cs"/>
              </a:defRPr>
            </a:lvl1pPr>
          </a:lstStyle>
          <a:p>
            <a:r>
              <a:rPr lang="en-US"/>
              <a:t>Insert photo here</a:t>
            </a:r>
          </a:p>
        </p:txBody>
      </p:sp>
      <p:sp>
        <p:nvSpPr>
          <p:cNvPr id="30" name="Picture Placeholder 25">
            <a:extLst>
              <a:ext uri="{FF2B5EF4-FFF2-40B4-BE49-F238E27FC236}">
                <a16:creationId xmlns:a16="http://schemas.microsoft.com/office/drawing/2014/main" id="{E9885110-503F-60E9-B051-6A81233C1D93}"/>
              </a:ext>
              <a:ext uri="{C183D7F6-B498-43B3-948B-1728B52AA6E4}">
                <adec:decorative xmlns:adec="http://schemas.microsoft.com/office/drawing/2017/decorative" val="1"/>
              </a:ext>
            </a:extLst>
          </p:cNvPr>
          <p:cNvSpPr>
            <a:spLocks noGrp="1"/>
          </p:cNvSpPr>
          <p:nvPr>
            <p:ph type="pic" sz="quarter" idx="15" hasCustomPrompt="1"/>
          </p:nvPr>
        </p:nvSpPr>
        <p:spPr bwMode="gray">
          <a:xfrm>
            <a:off x="9349318" y="2140170"/>
            <a:ext cx="2448000" cy="2680693"/>
          </a:xfrm>
          <a:prstGeom prst="roundRect">
            <a:avLst>
              <a:gd name="adj" fmla="val 0"/>
            </a:avLst>
          </a:prstGeom>
          <a:solidFill>
            <a:schemeClr val="bg2"/>
          </a:solidFill>
          <a:ln w="3175" cmpd="sng">
            <a:noFill/>
          </a:ln>
          <a:effectLst/>
        </p:spPr>
        <p:txBody>
          <a:bodyPr vert="horz" lIns="91440" tIns="45720" rIns="91440" bIns="45720" rtlCol="0" anchor="ctr" anchorCtr="0">
            <a:normAutofit/>
          </a:bodyPr>
          <a:lstStyle>
            <a:lvl1pPr marL="0" indent="0" algn="ctr" defTabSz="1219170" rtl="0" eaLnBrk="1" latinLnBrk="0" hangingPunct="1">
              <a:lnSpc>
                <a:spcPct val="100000"/>
              </a:lnSpc>
              <a:spcBef>
                <a:spcPts val="1920"/>
              </a:spcBef>
              <a:buClr>
                <a:srgbClr val="92D050"/>
              </a:buClr>
              <a:buSzPct val="90000"/>
              <a:buFont typeface="Arial" pitchFamily="34" charset="0"/>
              <a:buNone/>
              <a:tabLst/>
              <a:defRPr lang="en-US" sz="2667" kern="1200" dirty="0">
                <a:solidFill>
                  <a:schemeClr val="tx1"/>
                </a:solidFill>
                <a:latin typeface="+mn-lt"/>
                <a:ea typeface="+mn-ea"/>
                <a:cs typeface="+mn-cs"/>
              </a:defRPr>
            </a:lvl1pPr>
          </a:lstStyle>
          <a:p>
            <a:r>
              <a:rPr lang="en-US"/>
              <a:t>Insert photo here</a:t>
            </a:r>
          </a:p>
        </p:txBody>
      </p:sp>
      <p:sp>
        <p:nvSpPr>
          <p:cNvPr id="31" name="Text Placeholder 4">
            <a:extLst>
              <a:ext uri="{FF2B5EF4-FFF2-40B4-BE49-F238E27FC236}">
                <a16:creationId xmlns:a16="http://schemas.microsoft.com/office/drawing/2014/main" id="{C71208CF-104A-8CA6-560F-DD8F1E42F180}"/>
              </a:ext>
            </a:extLst>
          </p:cNvPr>
          <p:cNvSpPr>
            <a:spLocks noGrp="1"/>
          </p:cNvSpPr>
          <p:nvPr>
            <p:ph type="body" sz="quarter" idx="23" hasCustomPrompt="1"/>
          </p:nvPr>
        </p:nvSpPr>
        <p:spPr bwMode="gray">
          <a:xfrm>
            <a:off x="371475" y="2422522"/>
            <a:ext cx="4419959" cy="1458387"/>
          </a:xfrm>
          <a:prstGeom prst="roundRect">
            <a:avLst>
              <a:gd name="adj" fmla="val 0"/>
            </a:avLst>
          </a:prstGeom>
          <a:noFill/>
          <a:ln>
            <a:noFill/>
          </a:ln>
          <a:effectLst/>
        </p:spPr>
        <p:txBody>
          <a:bodyPr anchor="t" anchorCtr="0"/>
          <a:lstStyle>
            <a:lvl1pPr algn="ctr">
              <a:lnSpc>
                <a:spcPct val="100000"/>
              </a:lnSpc>
              <a:defRPr sz="2133">
                <a:solidFill>
                  <a:schemeClr val="tx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p:txBody>
      </p:sp>
      <p:sp>
        <p:nvSpPr>
          <p:cNvPr id="32" name="Text Placeholder 4">
            <a:extLst>
              <a:ext uri="{FF2B5EF4-FFF2-40B4-BE49-F238E27FC236}">
                <a16:creationId xmlns:a16="http://schemas.microsoft.com/office/drawing/2014/main" id="{3DC9B537-F308-5D0A-0ADB-686C85DB162E}"/>
              </a:ext>
            </a:extLst>
          </p:cNvPr>
          <p:cNvSpPr>
            <a:spLocks noGrp="1"/>
          </p:cNvSpPr>
          <p:nvPr>
            <p:ph type="body" sz="quarter" idx="17" hasCustomPrompt="1"/>
          </p:nvPr>
        </p:nvSpPr>
        <p:spPr bwMode="gray">
          <a:xfrm>
            <a:off x="4884544" y="333375"/>
            <a:ext cx="4371666" cy="3555695"/>
          </a:xfrm>
          <a:prstGeom prst="roundRect">
            <a:avLst>
              <a:gd name="adj" fmla="val 0"/>
            </a:avLst>
          </a:prstGeom>
          <a:solidFill>
            <a:schemeClr val="bg1"/>
          </a:solidFill>
          <a:ln>
            <a:noFill/>
          </a:ln>
          <a:effectLst/>
        </p:spPr>
        <p:txBody>
          <a:bodyPr lIns="108000" anchor="ctr"/>
          <a:lstStyle>
            <a:lvl1pPr marL="0" indent="0" algn="l">
              <a:lnSpc>
                <a:spcPct val="100000"/>
              </a:lnSpc>
              <a:tabLst/>
              <a:defRPr sz="3200" b="1">
                <a:solidFill>
                  <a:schemeClr val="tx1"/>
                </a:solidFill>
                <a:effectLst/>
                <a:latin typeface="+mn-lt"/>
                <a:cs typeface="Arial"/>
              </a:defRPr>
            </a:lvl1pPr>
            <a:lvl2pPr marL="0" indent="0" algn="l">
              <a:lnSpc>
                <a:spcPct val="100000"/>
              </a:lnSpc>
              <a:defRPr>
                <a:solidFill>
                  <a:schemeClr val="tx1"/>
                </a:solidFill>
                <a:effectLst/>
                <a:latin typeface="+mn-lt"/>
                <a:cs typeface="Aria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a:p>
            <a:pPr lvl="1"/>
            <a:r>
              <a:rPr lang="en-US" altLang="ja-JP"/>
              <a:t>Second level</a:t>
            </a:r>
          </a:p>
        </p:txBody>
      </p:sp>
      <p:sp>
        <p:nvSpPr>
          <p:cNvPr id="33" name="Text Placeholder 4">
            <a:extLst>
              <a:ext uri="{FF2B5EF4-FFF2-40B4-BE49-F238E27FC236}">
                <a16:creationId xmlns:a16="http://schemas.microsoft.com/office/drawing/2014/main" id="{43A55220-973F-D77F-0512-928E00FD23A5}"/>
              </a:ext>
            </a:extLst>
          </p:cNvPr>
          <p:cNvSpPr>
            <a:spLocks noGrp="1"/>
          </p:cNvSpPr>
          <p:nvPr>
            <p:ph type="body" sz="quarter" idx="14" hasCustomPrompt="1"/>
          </p:nvPr>
        </p:nvSpPr>
        <p:spPr bwMode="gray">
          <a:xfrm>
            <a:off x="9359747" y="333375"/>
            <a:ext cx="2448000" cy="1700963"/>
          </a:xfrm>
          <a:prstGeom prst="roundRect">
            <a:avLst>
              <a:gd name="adj" fmla="val 0"/>
            </a:avLst>
          </a:prstGeom>
          <a:solidFill>
            <a:schemeClr val="accent6"/>
          </a:solidFill>
          <a:ln>
            <a:noFill/>
          </a:ln>
          <a:effectLst/>
        </p:spPr>
        <p:txBody>
          <a:bodyPr anchor="ctr"/>
          <a:lstStyle>
            <a:lvl1pPr algn="ctr">
              <a:lnSpc>
                <a:spcPct val="100000"/>
              </a:lnSpc>
              <a:defRPr sz="2133">
                <a:solidFill>
                  <a:schemeClr val="tx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p:txBody>
      </p:sp>
      <p:sp>
        <p:nvSpPr>
          <p:cNvPr id="34" name="Text Placeholder 4">
            <a:extLst>
              <a:ext uri="{FF2B5EF4-FFF2-40B4-BE49-F238E27FC236}">
                <a16:creationId xmlns:a16="http://schemas.microsoft.com/office/drawing/2014/main" id="{C8D66836-BE4C-186F-91EC-6185CD7DBB8F}"/>
              </a:ext>
            </a:extLst>
          </p:cNvPr>
          <p:cNvSpPr>
            <a:spLocks noGrp="1"/>
          </p:cNvSpPr>
          <p:nvPr>
            <p:ph type="body" sz="quarter" idx="21" hasCustomPrompt="1"/>
          </p:nvPr>
        </p:nvSpPr>
        <p:spPr bwMode="gray">
          <a:xfrm>
            <a:off x="9349318" y="3744196"/>
            <a:ext cx="2448000" cy="1076667"/>
          </a:xfrm>
          <a:prstGeom prst="roundRect">
            <a:avLst>
              <a:gd name="adj" fmla="val 0"/>
            </a:avLst>
          </a:prstGeom>
          <a:noFill/>
          <a:ln>
            <a:noFill/>
          </a:ln>
          <a:effectLst/>
        </p:spPr>
        <p:txBody>
          <a:bodyPr anchor="t" anchorCtr="0"/>
          <a:lstStyle>
            <a:lvl1pPr algn="ctr">
              <a:defRPr sz="2133">
                <a:solidFill>
                  <a:schemeClr val="tx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p:txBody>
      </p:sp>
      <p:sp>
        <p:nvSpPr>
          <p:cNvPr id="35" name="Text Placeholder 4">
            <a:extLst>
              <a:ext uri="{FF2B5EF4-FFF2-40B4-BE49-F238E27FC236}">
                <a16:creationId xmlns:a16="http://schemas.microsoft.com/office/drawing/2014/main" id="{BF07220C-71BF-2AC7-BDED-7C252C625877}"/>
              </a:ext>
            </a:extLst>
          </p:cNvPr>
          <p:cNvSpPr>
            <a:spLocks noGrp="1"/>
          </p:cNvSpPr>
          <p:nvPr>
            <p:ph type="body" sz="quarter" idx="13" hasCustomPrompt="1"/>
          </p:nvPr>
        </p:nvSpPr>
        <p:spPr bwMode="gray">
          <a:xfrm>
            <a:off x="371475" y="3987606"/>
            <a:ext cx="3420269" cy="2249682"/>
          </a:xfrm>
          <a:prstGeom prst="roundRect">
            <a:avLst>
              <a:gd name="adj" fmla="val 0"/>
            </a:avLst>
          </a:prstGeom>
          <a:solidFill>
            <a:schemeClr val="accent6"/>
          </a:solidFill>
          <a:ln>
            <a:noFill/>
          </a:ln>
          <a:effectLst/>
        </p:spPr>
        <p:txBody>
          <a:bodyPr lIns="108000" anchor="ctr"/>
          <a:lstStyle>
            <a:lvl1pPr algn="l">
              <a:lnSpc>
                <a:spcPct val="100000"/>
              </a:lnSpc>
              <a:defRPr sz="2667" b="1">
                <a:solidFill>
                  <a:schemeClr val="tx1"/>
                </a:solidFill>
                <a:latin typeface="+mn-lt"/>
                <a:cs typeface="Arial"/>
              </a:defRPr>
            </a:lvl1pPr>
            <a:lvl2pPr algn="l">
              <a:defRPr>
                <a:solidFill>
                  <a:schemeClr val="tx2"/>
                </a:solidFill>
              </a:defRPr>
            </a:lvl2pPr>
            <a:lvl3pPr algn="l">
              <a:defRPr>
                <a:solidFill>
                  <a:schemeClr val="tx2"/>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p:txBody>
      </p:sp>
      <p:sp>
        <p:nvSpPr>
          <p:cNvPr id="36" name="Text Placeholder 4">
            <a:extLst>
              <a:ext uri="{FF2B5EF4-FFF2-40B4-BE49-F238E27FC236}">
                <a16:creationId xmlns:a16="http://schemas.microsoft.com/office/drawing/2014/main" id="{8B870FE4-EEFB-FE24-2C58-DE2A16E0E9A1}"/>
              </a:ext>
            </a:extLst>
          </p:cNvPr>
          <p:cNvSpPr>
            <a:spLocks noGrp="1"/>
          </p:cNvSpPr>
          <p:nvPr>
            <p:ph type="body" sz="quarter" idx="20" hasCustomPrompt="1"/>
          </p:nvPr>
        </p:nvSpPr>
        <p:spPr bwMode="gray">
          <a:xfrm>
            <a:off x="3884852" y="5399590"/>
            <a:ext cx="5371200" cy="837698"/>
          </a:xfrm>
          <a:prstGeom prst="roundRect">
            <a:avLst>
              <a:gd name="adj" fmla="val 0"/>
            </a:avLst>
          </a:prstGeom>
          <a:noFill/>
          <a:ln>
            <a:noFill/>
          </a:ln>
          <a:effectLst/>
        </p:spPr>
        <p:txBody>
          <a:bodyPr anchor="t" anchorCtr="0"/>
          <a:lstStyle>
            <a:lvl1pPr algn="ctr">
              <a:lnSpc>
                <a:spcPct val="100000"/>
              </a:lnSpc>
              <a:defRPr sz="2133">
                <a:solidFill>
                  <a:schemeClr val="tx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p:txBody>
      </p:sp>
      <p:sp>
        <p:nvSpPr>
          <p:cNvPr id="37" name="Text Placeholder 4">
            <a:extLst>
              <a:ext uri="{FF2B5EF4-FFF2-40B4-BE49-F238E27FC236}">
                <a16:creationId xmlns:a16="http://schemas.microsoft.com/office/drawing/2014/main" id="{D6DDC3D0-182E-7130-0E50-6B1AB5C1DE01}"/>
              </a:ext>
            </a:extLst>
          </p:cNvPr>
          <p:cNvSpPr>
            <a:spLocks noGrp="1"/>
          </p:cNvSpPr>
          <p:nvPr>
            <p:ph type="body" sz="quarter" idx="19" hasCustomPrompt="1"/>
          </p:nvPr>
        </p:nvSpPr>
        <p:spPr bwMode="gray">
          <a:xfrm>
            <a:off x="9349318" y="4926695"/>
            <a:ext cx="2448000" cy="1310593"/>
          </a:xfrm>
          <a:prstGeom prst="roundRect">
            <a:avLst>
              <a:gd name="adj" fmla="val 0"/>
            </a:avLst>
          </a:prstGeom>
          <a:solidFill>
            <a:schemeClr val="accent1"/>
          </a:solidFill>
          <a:ln>
            <a:noFill/>
          </a:ln>
          <a:effectLst/>
        </p:spPr>
        <p:txBody>
          <a:bodyPr anchor="ctr"/>
          <a:lstStyle>
            <a:lvl1pPr algn="ctr">
              <a:lnSpc>
                <a:spcPct val="100000"/>
              </a:lnSpc>
              <a:defRPr sz="2133">
                <a:solidFill>
                  <a:schemeClr val="tx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p:txBody>
      </p:sp>
      <p:pic>
        <p:nvPicPr>
          <p:cNvPr id="2" name="NTT DATA Global Logo">
            <a:extLst>
              <a:ext uri="{FF2B5EF4-FFF2-40B4-BE49-F238E27FC236}">
                <a16:creationId xmlns:a16="http://schemas.microsoft.com/office/drawing/2014/main" id="{BC2D7FFE-7C11-9442-57CB-9B6B1CFA53A1}"/>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49745"/>
            <a:ext cx="1288971" cy="262800"/>
          </a:xfrm>
          <a:prstGeom prst="rect">
            <a:avLst/>
          </a:prstGeom>
        </p:spPr>
      </p:pic>
    </p:spTree>
    <p:extLst>
      <p:ext uri="{BB962C8B-B14F-4D97-AF65-F5344CB8AC3E}">
        <p14:creationId xmlns:p14="http://schemas.microsoft.com/office/powerpoint/2010/main" val="302104171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D_Contact_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C3BB7C-B4A7-41A4-8C5A-903570B6070B}"/>
              </a:ext>
            </a:extLst>
          </p:cNvPr>
          <p:cNvSpPr>
            <a:spLocks noGrp="1"/>
          </p:cNvSpPr>
          <p:nvPr>
            <p:ph type="title" hasCustomPrompt="1"/>
          </p:nvPr>
        </p:nvSpPr>
        <p:spPr bwMode="gray"/>
        <p:txBody>
          <a:bodyPr vert="horz"/>
          <a:lstStyle/>
          <a:p>
            <a:r>
              <a:rPr lang="en-US"/>
              <a:t>Click to edit Master title style</a:t>
            </a:r>
          </a:p>
        </p:txBody>
      </p:sp>
      <p:sp>
        <p:nvSpPr>
          <p:cNvPr id="10" name="Footer Placeholder 4">
            <a:extLst>
              <a:ext uri="{FF2B5EF4-FFF2-40B4-BE49-F238E27FC236}">
                <a16:creationId xmlns:a16="http://schemas.microsoft.com/office/drawing/2014/main" id="{A9C53063-1F58-BE27-2E94-7E00DE772613}"/>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a:t>
            </a:r>
            <a:fld id="{28B5FB0A-DD38-445A-AA68-C027D13E2319}" type="datetimeyyyy">
              <a:rPr lang="en-US" smtClean="0"/>
              <a:pPr/>
              <a:t>2026</a:t>
            </a:fld>
            <a:r>
              <a:rPr lang="en-US"/>
              <a:t> NTT DATA Business Solutions</a:t>
            </a:r>
          </a:p>
        </p:txBody>
      </p:sp>
      <p:sp>
        <p:nvSpPr>
          <p:cNvPr id="11" name="Slide Number Placeholder 5">
            <a:extLst>
              <a:ext uri="{FF2B5EF4-FFF2-40B4-BE49-F238E27FC236}">
                <a16:creationId xmlns:a16="http://schemas.microsoft.com/office/drawing/2014/main" id="{AF1EE05E-1EF3-FA88-09CC-87DB6B58184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2" name="Bild">
            <a:extLst>
              <a:ext uri="{FF2B5EF4-FFF2-40B4-BE49-F238E27FC236}">
                <a16:creationId xmlns:a16="http://schemas.microsoft.com/office/drawing/2014/main" id="{4CC7DCAF-B2CD-3B7D-E178-56F93103926F}"/>
              </a:ext>
            </a:extLst>
          </p:cNvPr>
          <p:cNvSpPr>
            <a:spLocks noGrp="1"/>
          </p:cNvSpPr>
          <p:nvPr>
            <p:ph type="pic" sz="quarter" idx="18"/>
          </p:nvPr>
        </p:nvSpPr>
        <p:spPr bwMode="gray">
          <a:xfrm>
            <a:off x="2267270" y="2011950"/>
            <a:ext cx="3488705" cy="3488400"/>
          </a:xfrm>
          <a:prstGeom prst="ellipse">
            <a:avLst/>
          </a:prstGeom>
          <a:solidFill>
            <a:schemeClr val="accent6"/>
          </a:solidFill>
        </p:spPr>
        <p:txBody>
          <a:bodyPr lIns="144000" tIns="144000" rIns="144000" bIns="144000"/>
          <a:lstStyle>
            <a:lvl1pPr marL="0" indent="0">
              <a:buNone/>
              <a:defRPr sz="1400"/>
            </a:lvl1pPr>
          </a:lstStyle>
          <a:p>
            <a:r>
              <a:rPr lang="de-DE" noProof="0"/>
              <a:t>Bild</a:t>
            </a:r>
          </a:p>
        </p:txBody>
      </p:sp>
      <p:sp>
        <p:nvSpPr>
          <p:cNvPr id="3" name="Textplatzhalter 19">
            <a:extLst>
              <a:ext uri="{FF2B5EF4-FFF2-40B4-BE49-F238E27FC236}">
                <a16:creationId xmlns:a16="http://schemas.microsoft.com/office/drawing/2014/main" id="{24EAD1E1-380A-9FAF-070A-DDDC45ECCA22}"/>
              </a:ext>
            </a:extLst>
          </p:cNvPr>
          <p:cNvSpPr>
            <a:spLocks noGrp="1"/>
          </p:cNvSpPr>
          <p:nvPr>
            <p:ph type="body" sz="quarter" idx="20" hasCustomPrompt="1"/>
          </p:nvPr>
        </p:nvSpPr>
        <p:spPr bwMode="gray">
          <a:xfrm>
            <a:off x="6426199" y="2972822"/>
            <a:ext cx="5394325" cy="256154"/>
          </a:xfrm>
        </p:spPr>
        <p:txBody>
          <a:bodyPr/>
          <a:lstStyle>
            <a:lvl1pPr marL="0" indent="0">
              <a:buNone/>
              <a:defRPr sz="2000">
                <a:solidFill>
                  <a:schemeClr val="tx1"/>
                </a:solidFill>
              </a:defRPr>
            </a:lvl1pPr>
          </a:lstStyle>
          <a:p>
            <a:pPr lvl="0"/>
            <a:r>
              <a:rPr lang="de-DE"/>
              <a:t>Position</a:t>
            </a:r>
          </a:p>
        </p:txBody>
      </p:sp>
      <p:sp>
        <p:nvSpPr>
          <p:cNvPr id="4" name="Textplatzhalter 19">
            <a:extLst>
              <a:ext uri="{FF2B5EF4-FFF2-40B4-BE49-F238E27FC236}">
                <a16:creationId xmlns:a16="http://schemas.microsoft.com/office/drawing/2014/main" id="{96E5AC2D-397D-E319-0AFC-6808ACE8774F}"/>
              </a:ext>
            </a:extLst>
          </p:cNvPr>
          <p:cNvSpPr>
            <a:spLocks noGrp="1"/>
          </p:cNvSpPr>
          <p:nvPr>
            <p:ph type="body" sz="quarter" idx="24" hasCustomPrompt="1"/>
          </p:nvPr>
        </p:nvSpPr>
        <p:spPr bwMode="gray">
          <a:xfrm>
            <a:off x="6426199" y="3246666"/>
            <a:ext cx="5394325" cy="256154"/>
          </a:xfrm>
        </p:spPr>
        <p:txBody>
          <a:bodyPr/>
          <a:lstStyle>
            <a:lvl1pPr marL="0" indent="0">
              <a:buNone/>
              <a:defRPr sz="2000">
                <a:solidFill>
                  <a:schemeClr val="tx1"/>
                </a:solidFill>
              </a:defRPr>
            </a:lvl1pPr>
          </a:lstStyle>
          <a:p>
            <a:pPr lvl="0"/>
            <a:r>
              <a:rPr lang="de-DE" err="1"/>
              <a:t>Section</a:t>
            </a:r>
            <a:endParaRPr lang="de-DE"/>
          </a:p>
        </p:txBody>
      </p:sp>
      <p:sp>
        <p:nvSpPr>
          <p:cNvPr id="5" name="Textplatzhalter 19">
            <a:extLst>
              <a:ext uri="{FF2B5EF4-FFF2-40B4-BE49-F238E27FC236}">
                <a16:creationId xmlns:a16="http://schemas.microsoft.com/office/drawing/2014/main" id="{602F9BFE-9706-DF6E-9360-FEE8A8D4CFAA}"/>
              </a:ext>
            </a:extLst>
          </p:cNvPr>
          <p:cNvSpPr>
            <a:spLocks noGrp="1"/>
          </p:cNvSpPr>
          <p:nvPr>
            <p:ph type="body" sz="quarter" idx="25" hasCustomPrompt="1"/>
          </p:nvPr>
        </p:nvSpPr>
        <p:spPr bwMode="gray">
          <a:xfrm>
            <a:off x="6426199" y="2589435"/>
            <a:ext cx="5394325" cy="368078"/>
          </a:xfrm>
        </p:spPr>
        <p:txBody>
          <a:bodyPr/>
          <a:lstStyle>
            <a:lvl1pPr marL="0" indent="0">
              <a:buNone/>
              <a:defRPr sz="2800" b="1">
                <a:solidFill>
                  <a:schemeClr val="accent1"/>
                </a:solidFill>
                <a:latin typeface="+mn-lt"/>
              </a:defRPr>
            </a:lvl1pPr>
          </a:lstStyle>
          <a:p>
            <a:pPr lvl="0"/>
            <a:r>
              <a:rPr lang="de-DE"/>
              <a:t>John </a:t>
            </a:r>
            <a:r>
              <a:rPr lang="de-DE" err="1"/>
              <a:t>Doe</a:t>
            </a:r>
            <a:endParaRPr lang="de-DE"/>
          </a:p>
        </p:txBody>
      </p:sp>
      <p:sp>
        <p:nvSpPr>
          <p:cNvPr id="7" name="Textplatzhalter 19">
            <a:extLst>
              <a:ext uri="{FF2B5EF4-FFF2-40B4-BE49-F238E27FC236}">
                <a16:creationId xmlns:a16="http://schemas.microsoft.com/office/drawing/2014/main" id="{B80CD46D-FAAB-152C-4063-47492270BA8A}"/>
              </a:ext>
            </a:extLst>
          </p:cNvPr>
          <p:cNvSpPr>
            <a:spLocks noGrp="1"/>
          </p:cNvSpPr>
          <p:nvPr>
            <p:ph type="body" sz="quarter" idx="26" hasCustomPrompt="1"/>
          </p:nvPr>
        </p:nvSpPr>
        <p:spPr bwMode="gray">
          <a:xfrm>
            <a:off x="6426199" y="4178440"/>
            <a:ext cx="5394325" cy="187184"/>
          </a:xfrm>
        </p:spPr>
        <p:txBody>
          <a:bodyPr/>
          <a:lstStyle>
            <a:lvl1pPr marL="0" indent="0">
              <a:buNone/>
              <a:defRPr sz="1600">
                <a:solidFill>
                  <a:schemeClr val="tx1"/>
                </a:solidFill>
              </a:defRPr>
            </a:lvl1pPr>
          </a:lstStyle>
          <a:p>
            <a:pPr lvl="0"/>
            <a:r>
              <a:rPr lang="de-DE"/>
              <a:t>Web</a:t>
            </a:r>
          </a:p>
        </p:txBody>
      </p:sp>
      <p:sp>
        <p:nvSpPr>
          <p:cNvPr id="8" name="Textplatzhalter 19">
            <a:extLst>
              <a:ext uri="{FF2B5EF4-FFF2-40B4-BE49-F238E27FC236}">
                <a16:creationId xmlns:a16="http://schemas.microsoft.com/office/drawing/2014/main" id="{5D9E8C6F-5249-CF8D-CC8C-1D18DE96AA18}"/>
              </a:ext>
            </a:extLst>
          </p:cNvPr>
          <p:cNvSpPr>
            <a:spLocks noGrp="1"/>
          </p:cNvSpPr>
          <p:nvPr>
            <p:ph type="body" sz="quarter" idx="27" hasCustomPrompt="1"/>
          </p:nvPr>
        </p:nvSpPr>
        <p:spPr bwMode="gray">
          <a:xfrm>
            <a:off x="6426199" y="4397515"/>
            <a:ext cx="5394325" cy="187184"/>
          </a:xfrm>
        </p:spPr>
        <p:txBody>
          <a:bodyPr/>
          <a:lstStyle>
            <a:lvl1pPr marL="0" indent="0">
              <a:buNone/>
              <a:defRPr sz="1600">
                <a:solidFill>
                  <a:schemeClr val="tx1"/>
                </a:solidFill>
              </a:defRPr>
            </a:lvl1pPr>
          </a:lstStyle>
          <a:p>
            <a:pPr lvl="0"/>
            <a:r>
              <a:rPr lang="de-DE"/>
              <a:t>E-Mail</a:t>
            </a:r>
          </a:p>
        </p:txBody>
      </p:sp>
      <p:sp>
        <p:nvSpPr>
          <p:cNvPr id="9" name="Textplatzhalter 19">
            <a:extLst>
              <a:ext uri="{FF2B5EF4-FFF2-40B4-BE49-F238E27FC236}">
                <a16:creationId xmlns:a16="http://schemas.microsoft.com/office/drawing/2014/main" id="{B4A5F30D-E180-8CDB-4CBF-B5E6B1CE30A7}"/>
              </a:ext>
            </a:extLst>
          </p:cNvPr>
          <p:cNvSpPr>
            <a:spLocks noGrp="1"/>
          </p:cNvSpPr>
          <p:nvPr>
            <p:ph type="body" sz="quarter" idx="28" hasCustomPrompt="1"/>
          </p:nvPr>
        </p:nvSpPr>
        <p:spPr bwMode="gray">
          <a:xfrm>
            <a:off x="6426199" y="4616591"/>
            <a:ext cx="5394325" cy="187184"/>
          </a:xfrm>
        </p:spPr>
        <p:txBody>
          <a:bodyPr/>
          <a:lstStyle>
            <a:lvl1pPr marL="0" indent="0">
              <a:buNone/>
              <a:defRPr sz="1600">
                <a:solidFill>
                  <a:schemeClr val="tx1"/>
                </a:solidFill>
              </a:defRPr>
            </a:lvl1pPr>
          </a:lstStyle>
          <a:p>
            <a:pPr lvl="0"/>
            <a:r>
              <a:rPr lang="de-DE"/>
              <a:t>Phone</a:t>
            </a:r>
          </a:p>
        </p:txBody>
      </p:sp>
      <p:cxnSp>
        <p:nvCxnSpPr>
          <p:cNvPr id="12" name="Gerader Verbinder 11">
            <a:extLst>
              <a:ext uri="{FF2B5EF4-FFF2-40B4-BE49-F238E27FC236}">
                <a16:creationId xmlns:a16="http://schemas.microsoft.com/office/drawing/2014/main" id="{5FED17C3-FC4F-7B91-21C9-988C8D436F0F}"/>
              </a:ext>
            </a:extLst>
          </p:cNvPr>
          <p:cNvCxnSpPr>
            <a:cxnSpLocks/>
          </p:cNvCxnSpPr>
          <p:nvPr userDrawn="1"/>
        </p:nvCxnSpPr>
        <p:spPr bwMode="gray">
          <a:xfrm flipH="1">
            <a:off x="6426199" y="384063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3" name="NTT DATA Global Logo">
            <a:extLst>
              <a:ext uri="{FF2B5EF4-FFF2-40B4-BE49-F238E27FC236}">
                <a16:creationId xmlns:a16="http://schemas.microsoft.com/office/drawing/2014/main" id="{69D0DD74-37AC-F8AD-46F7-9F4589B95EFB}"/>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49745"/>
            <a:ext cx="1288971" cy="262800"/>
          </a:xfrm>
          <a:prstGeom prst="rect">
            <a:avLst/>
          </a:prstGeom>
        </p:spPr>
      </p:pic>
    </p:spTree>
    <p:extLst>
      <p:ext uri="{BB962C8B-B14F-4D97-AF65-F5344CB8AC3E}">
        <p14:creationId xmlns:p14="http://schemas.microsoft.com/office/powerpoint/2010/main" val="345834943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D_Contact_2">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C3BB7C-B4A7-41A4-8C5A-903570B6070B}"/>
              </a:ext>
            </a:extLst>
          </p:cNvPr>
          <p:cNvSpPr>
            <a:spLocks noGrp="1"/>
          </p:cNvSpPr>
          <p:nvPr>
            <p:ph type="title" hasCustomPrompt="1"/>
          </p:nvPr>
        </p:nvSpPr>
        <p:spPr bwMode="gray"/>
        <p:txBody>
          <a:bodyPr vert="horz"/>
          <a:lstStyle/>
          <a:p>
            <a:r>
              <a:rPr lang="en-US"/>
              <a:t>Click to edit Master title style</a:t>
            </a:r>
          </a:p>
        </p:txBody>
      </p:sp>
      <p:sp>
        <p:nvSpPr>
          <p:cNvPr id="10" name="Footer Placeholder 4">
            <a:extLst>
              <a:ext uri="{FF2B5EF4-FFF2-40B4-BE49-F238E27FC236}">
                <a16:creationId xmlns:a16="http://schemas.microsoft.com/office/drawing/2014/main" id="{A9C53063-1F58-BE27-2E94-7E00DE772613}"/>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a:t>
            </a:r>
            <a:fld id="{5A57F943-BF06-454D-8C31-3938EB3628AA}" type="datetimeyyyy">
              <a:rPr lang="en-US" smtClean="0"/>
              <a:pPr/>
              <a:t>2026</a:t>
            </a:fld>
            <a:r>
              <a:rPr lang="en-US"/>
              <a:t> NTT DATA Business Solutions</a:t>
            </a:r>
          </a:p>
        </p:txBody>
      </p:sp>
      <p:sp>
        <p:nvSpPr>
          <p:cNvPr id="11" name="Slide Number Placeholder 5">
            <a:extLst>
              <a:ext uri="{FF2B5EF4-FFF2-40B4-BE49-F238E27FC236}">
                <a16:creationId xmlns:a16="http://schemas.microsoft.com/office/drawing/2014/main" id="{AF1EE05E-1EF3-FA88-09CC-87DB6B58184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13" name="Bild">
            <a:extLst>
              <a:ext uri="{FF2B5EF4-FFF2-40B4-BE49-F238E27FC236}">
                <a16:creationId xmlns:a16="http://schemas.microsoft.com/office/drawing/2014/main" id="{557575C8-6431-12A3-895D-45BB2DD19B92}"/>
              </a:ext>
            </a:extLst>
          </p:cNvPr>
          <p:cNvSpPr>
            <a:spLocks noGrp="1"/>
          </p:cNvSpPr>
          <p:nvPr>
            <p:ph type="pic" sz="quarter" idx="18"/>
          </p:nvPr>
        </p:nvSpPr>
        <p:spPr bwMode="gray">
          <a:xfrm>
            <a:off x="2889419" y="1719468"/>
            <a:ext cx="2158392" cy="2158204"/>
          </a:xfrm>
          <a:prstGeom prst="ellipse">
            <a:avLst/>
          </a:prstGeom>
          <a:solidFill>
            <a:schemeClr val="accent6"/>
          </a:solidFill>
        </p:spPr>
        <p:txBody>
          <a:bodyPr lIns="144000" tIns="144000" rIns="144000" bIns="144000"/>
          <a:lstStyle>
            <a:lvl1pPr marL="0" indent="0">
              <a:buNone/>
              <a:defRPr sz="1400"/>
            </a:lvl1pPr>
          </a:lstStyle>
          <a:p>
            <a:r>
              <a:rPr lang="de-DE" noProof="0"/>
              <a:t>Bild</a:t>
            </a:r>
          </a:p>
        </p:txBody>
      </p:sp>
      <p:sp>
        <p:nvSpPr>
          <p:cNvPr id="14" name="Textplatzhalter 19">
            <a:extLst>
              <a:ext uri="{FF2B5EF4-FFF2-40B4-BE49-F238E27FC236}">
                <a16:creationId xmlns:a16="http://schemas.microsoft.com/office/drawing/2014/main" id="{60BA97C1-891E-35D3-F7DE-6AE8C84863D9}"/>
              </a:ext>
            </a:extLst>
          </p:cNvPr>
          <p:cNvSpPr>
            <a:spLocks noGrp="1"/>
          </p:cNvSpPr>
          <p:nvPr>
            <p:ph type="body" sz="quarter" idx="20" hasCustomPrompt="1"/>
          </p:nvPr>
        </p:nvSpPr>
        <p:spPr bwMode="gray">
          <a:xfrm>
            <a:off x="2713041" y="4463802"/>
            <a:ext cx="2511148" cy="199671"/>
          </a:xfrm>
        </p:spPr>
        <p:txBody>
          <a:bodyPr/>
          <a:lstStyle>
            <a:lvl1pPr marL="0" indent="0" algn="ctr">
              <a:buNone/>
              <a:defRPr sz="1600">
                <a:solidFill>
                  <a:schemeClr val="tx1"/>
                </a:solidFill>
              </a:defRPr>
            </a:lvl1pPr>
          </a:lstStyle>
          <a:p>
            <a:pPr lvl="0"/>
            <a:r>
              <a:rPr lang="de-DE"/>
              <a:t>Position</a:t>
            </a:r>
          </a:p>
        </p:txBody>
      </p:sp>
      <p:sp>
        <p:nvSpPr>
          <p:cNvPr id="15" name="Textplatzhalter 19">
            <a:extLst>
              <a:ext uri="{FF2B5EF4-FFF2-40B4-BE49-F238E27FC236}">
                <a16:creationId xmlns:a16="http://schemas.microsoft.com/office/drawing/2014/main" id="{FEDBECCC-E388-CA03-4920-90ECCB6A95D3}"/>
              </a:ext>
            </a:extLst>
          </p:cNvPr>
          <p:cNvSpPr>
            <a:spLocks noGrp="1"/>
          </p:cNvSpPr>
          <p:nvPr>
            <p:ph type="body" sz="quarter" idx="24" hasCustomPrompt="1"/>
          </p:nvPr>
        </p:nvSpPr>
        <p:spPr bwMode="gray">
          <a:xfrm>
            <a:off x="2713041" y="4686846"/>
            <a:ext cx="2511148" cy="199671"/>
          </a:xfrm>
        </p:spPr>
        <p:txBody>
          <a:bodyPr/>
          <a:lstStyle>
            <a:lvl1pPr marL="0" indent="0" algn="ctr">
              <a:buNone/>
              <a:defRPr sz="1600">
                <a:solidFill>
                  <a:schemeClr val="tx1"/>
                </a:solidFill>
              </a:defRPr>
            </a:lvl1pPr>
          </a:lstStyle>
          <a:p>
            <a:pPr lvl="0"/>
            <a:r>
              <a:rPr lang="de-DE" err="1"/>
              <a:t>Section</a:t>
            </a:r>
            <a:endParaRPr lang="de-DE"/>
          </a:p>
        </p:txBody>
      </p:sp>
      <p:sp>
        <p:nvSpPr>
          <p:cNvPr id="16" name="Textplatzhalter 19">
            <a:extLst>
              <a:ext uri="{FF2B5EF4-FFF2-40B4-BE49-F238E27FC236}">
                <a16:creationId xmlns:a16="http://schemas.microsoft.com/office/drawing/2014/main" id="{AF65C019-0E4A-C8B5-2DB7-5327455A0C2C}"/>
              </a:ext>
            </a:extLst>
          </p:cNvPr>
          <p:cNvSpPr>
            <a:spLocks noGrp="1"/>
          </p:cNvSpPr>
          <p:nvPr>
            <p:ph type="body" sz="quarter" idx="25" hasCustomPrompt="1"/>
          </p:nvPr>
        </p:nvSpPr>
        <p:spPr bwMode="gray">
          <a:xfrm>
            <a:off x="2713041"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17" name="Textplatzhalter 19">
            <a:extLst>
              <a:ext uri="{FF2B5EF4-FFF2-40B4-BE49-F238E27FC236}">
                <a16:creationId xmlns:a16="http://schemas.microsoft.com/office/drawing/2014/main" id="{6837C6B5-3816-9533-A19D-78333F0AB2BF}"/>
              </a:ext>
            </a:extLst>
          </p:cNvPr>
          <p:cNvSpPr>
            <a:spLocks noGrp="1"/>
          </p:cNvSpPr>
          <p:nvPr>
            <p:ph type="body" sz="quarter" idx="26" hasCustomPrompt="1"/>
          </p:nvPr>
        </p:nvSpPr>
        <p:spPr bwMode="gray">
          <a:xfrm>
            <a:off x="2713041" y="5401450"/>
            <a:ext cx="2511148" cy="145909"/>
          </a:xfrm>
        </p:spPr>
        <p:txBody>
          <a:bodyPr/>
          <a:lstStyle>
            <a:lvl1pPr marL="0" indent="0" algn="ctr">
              <a:buNone/>
              <a:defRPr sz="1200">
                <a:solidFill>
                  <a:schemeClr val="tx1"/>
                </a:solidFill>
              </a:defRPr>
            </a:lvl1pPr>
          </a:lstStyle>
          <a:p>
            <a:pPr lvl="0"/>
            <a:r>
              <a:rPr lang="de-DE"/>
              <a:t>Web</a:t>
            </a:r>
          </a:p>
        </p:txBody>
      </p:sp>
      <p:sp>
        <p:nvSpPr>
          <p:cNvPr id="18" name="Textplatzhalter 19">
            <a:extLst>
              <a:ext uri="{FF2B5EF4-FFF2-40B4-BE49-F238E27FC236}">
                <a16:creationId xmlns:a16="http://schemas.microsoft.com/office/drawing/2014/main" id="{99BDB956-AABF-98CD-09B7-A5EC2299F4BD}"/>
              </a:ext>
            </a:extLst>
          </p:cNvPr>
          <p:cNvSpPr>
            <a:spLocks noGrp="1"/>
          </p:cNvSpPr>
          <p:nvPr>
            <p:ph type="body" sz="quarter" idx="27" hasCustomPrompt="1"/>
          </p:nvPr>
        </p:nvSpPr>
        <p:spPr bwMode="gray">
          <a:xfrm>
            <a:off x="2713041" y="5566551"/>
            <a:ext cx="2511148" cy="145909"/>
          </a:xfrm>
        </p:spPr>
        <p:txBody>
          <a:bodyPr/>
          <a:lstStyle>
            <a:lvl1pPr marL="0" indent="0" algn="ctr">
              <a:buNone/>
              <a:defRPr sz="1200">
                <a:solidFill>
                  <a:schemeClr val="tx1"/>
                </a:solidFill>
              </a:defRPr>
            </a:lvl1pPr>
          </a:lstStyle>
          <a:p>
            <a:pPr lvl="0"/>
            <a:r>
              <a:rPr lang="de-DE"/>
              <a:t>E-Mail</a:t>
            </a:r>
          </a:p>
        </p:txBody>
      </p:sp>
      <p:sp>
        <p:nvSpPr>
          <p:cNvPr id="19" name="Textplatzhalter 19">
            <a:extLst>
              <a:ext uri="{FF2B5EF4-FFF2-40B4-BE49-F238E27FC236}">
                <a16:creationId xmlns:a16="http://schemas.microsoft.com/office/drawing/2014/main" id="{037CF607-A5F0-BFC7-29A0-45AFCA4ACA02}"/>
              </a:ext>
            </a:extLst>
          </p:cNvPr>
          <p:cNvSpPr>
            <a:spLocks noGrp="1"/>
          </p:cNvSpPr>
          <p:nvPr>
            <p:ph type="body" sz="quarter" idx="28" hasCustomPrompt="1"/>
          </p:nvPr>
        </p:nvSpPr>
        <p:spPr bwMode="gray">
          <a:xfrm>
            <a:off x="2713041" y="5731651"/>
            <a:ext cx="2511148" cy="145909"/>
          </a:xfrm>
        </p:spPr>
        <p:txBody>
          <a:bodyPr/>
          <a:lstStyle>
            <a:lvl1pPr marL="0" indent="0" algn="ctr">
              <a:buNone/>
              <a:defRPr sz="1200">
                <a:solidFill>
                  <a:schemeClr val="tx1"/>
                </a:solidFill>
              </a:defRPr>
            </a:lvl1pPr>
          </a:lstStyle>
          <a:p>
            <a:pPr lvl="0"/>
            <a:r>
              <a:rPr lang="de-DE"/>
              <a:t>Phone</a:t>
            </a:r>
          </a:p>
        </p:txBody>
      </p:sp>
      <p:sp>
        <p:nvSpPr>
          <p:cNvPr id="20" name="Bild">
            <a:extLst>
              <a:ext uri="{FF2B5EF4-FFF2-40B4-BE49-F238E27FC236}">
                <a16:creationId xmlns:a16="http://schemas.microsoft.com/office/drawing/2014/main" id="{0DC5AF74-C2A5-03C1-45C4-D1AEC581CF86}"/>
              </a:ext>
            </a:extLst>
          </p:cNvPr>
          <p:cNvSpPr>
            <a:spLocks noGrp="1"/>
          </p:cNvSpPr>
          <p:nvPr>
            <p:ph type="pic" sz="quarter" idx="37"/>
          </p:nvPr>
        </p:nvSpPr>
        <p:spPr bwMode="gray">
          <a:xfrm>
            <a:off x="7144188" y="1719468"/>
            <a:ext cx="2158392" cy="2158204"/>
          </a:xfrm>
          <a:prstGeom prst="ellipse">
            <a:avLst/>
          </a:prstGeom>
          <a:solidFill>
            <a:schemeClr val="accent6"/>
          </a:solidFill>
        </p:spPr>
        <p:txBody>
          <a:bodyPr lIns="144000" tIns="144000" rIns="144000" bIns="144000"/>
          <a:lstStyle>
            <a:lvl1pPr marL="0" indent="0">
              <a:buNone/>
              <a:defRPr sz="1100"/>
            </a:lvl1pPr>
          </a:lstStyle>
          <a:p>
            <a:r>
              <a:rPr lang="de-DE" noProof="0"/>
              <a:t>Bild</a:t>
            </a:r>
          </a:p>
        </p:txBody>
      </p:sp>
      <p:sp>
        <p:nvSpPr>
          <p:cNvPr id="21" name="Textplatzhalter 19">
            <a:extLst>
              <a:ext uri="{FF2B5EF4-FFF2-40B4-BE49-F238E27FC236}">
                <a16:creationId xmlns:a16="http://schemas.microsoft.com/office/drawing/2014/main" id="{03A867AA-BA5A-EF00-0579-A03C42B90DCA}"/>
              </a:ext>
            </a:extLst>
          </p:cNvPr>
          <p:cNvSpPr>
            <a:spLocks noGrp="1"/>
          </p:cNvSpPr>
          <p:nvPr>
            <p:ph type="body" sz="quarter" idx="50" hasCustomPrompt="1"/>
          </p:nvPr>
        </p:nvSpPr>
        <p:spPr bwMode="gray">
          <a:xfrm>
            <a:off x="6967810" y="4463802"/>
            <a:ext cx="2511148" cy="199671"/>
          </a:xfrm>
        </p:spPr>
        <p:txBody>
          <a:bodyPr/>
          <a:lstStyle>
            <a:lvl1pPr marL="0" indent="0" algn="ctr">
              <a:buNone/>
              <a:defRPr sz="1600">
                <a:solidFill>
                  <a:schemeClr val="tx1"/>
                </a:solidFill>
              </a:defRPr>
            </a:lvl1pPr>
          </a:lstStyle>
          <a:p>
            <a:pPr lvl="0"/>
            <a:r>
              <a:rPr lang="de-DE"/>
              <a:t>Position</a:t>
            </a:r>
          </a:p>
        </p:txBody>
      </p:sp>
      <p:sp>
        <p:nvSpPr>
          <p:cNvPr id="22" name="Textplatzhalter 19">
            <a:extLst>
              <a:ext uri="{FF2B5EF4-FFF2-40B4-BE49-F238E27FC236}">
                <a16:creationId xmlns:a16="http://schemas.microsoft.com/office/drawing/2014/main" id="{29DB1B20-A0AA-3176-2157-D9B1B9C9F529}"/>
              </a:ext>
            </a:extLst>
          </p:cNvPr>
          <p:cNvSpPr>
            <a:spLocks noGrp="1"/>
          </p:cNvSpPr>
          <p:nvPr>
            <p:ph type="body" sz="quarter" idx="51" hasCustomPrompt="1"/>
          </p:nvPr>
        </p:nvSpPr>
        <p:spPr bwMode="gray">
          <a:xfrm>
            <a:off x="6967810" y="4686846"/>
            <a:ext cx="2511148" cy="199671"/>
          </a:xfrm>
        </p:spPr>
        <p:txBody>
          <a:bodyPr/>
          <a:lstStyle>
            <a:lvl1pPr marL="0" indent="0" algn="ctr">
              <a:buNone/>
              <a:defRPr sz="1600">
                <a:solidFill>
                  <a:schemeClr val="tx1"/>
                </a:solidFill>
              </a:defRPr>
            </a:lvl1pPr>
          </a:lstStyle>
          <a:p>
            <a:pPr lvl="0"/>
            <a:r>
              <a:rPr lang="de-DE" err="1"/>
              <a:t>Section</a:t>
            </a:r>
            <a:endParaRPr lang="de-DE"/>
          </a:p>
        </p:txBody>
      </p:sp>
      <p:sp>
        <p:nvSpPr>
          <p:cNvPr id="23" name="Textplatzhalter 19">
            <a:extLst>
              <a:ext uri="{FF2B5EF4-FFF2-40B4-BE49-F238E27FC236}">
                <a16:creationId xmlns:a16="http://schemas.microsoft.com/office/drawing/2014/main" id="{F44048F5-2785-E175-C768-94D382B3205E}"/>
              </a:ext>
            </a:extLst>
          </p:cNvPr>
          <p:cNvSpPr>
            <a:spLocks noGrp="1"/>
          </p:cNvSpPr>
          <p:nvPr>
            <p:ph type="body" sz="quarter" idx="52" hasCustomPrompt="1"/>
          </p:nvPr>
        </p:nvSpPr>
        <p:spPr bwMode="gray">
          <a:xfrm>
            <a:off x="6967810"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24" name="Textplatzhalter 19">
            <a:extLst>
              <a:ext uri="{FF2B5EF4-FFF2-40B4-BE49-F238E27FC236}">
                <a16:creationId xmlns:a16="http://schemas.microsoft.com/office/drawing/2014/main" id="{591E019D-0DF8-5E5A-6887-AEA97A38E551}"/>
              </a:ext>
            </a:extLst>
          </p:cNvPr>
          <p:cNvSpPr>
            <a:spLocks noGrp="1"/>
          </p:cNvSpPr>
          <p:nvPr>
            <p:ph type="body" sz="quarter" idx="53" hasCustomPrompt="1"/>
          </p:nvPr>
        </p:nvSpPr>
        <p:spPr bwMode="gray">
          <a:xfrm>
            <a:off x="6967810" y="5401450"/>
            <a:ext cx="2511148" cy="145909"/>
          </a:xfrm>
        </p:spPr>
        <p:txBody>
          <a:bodyPr/>
          <a:lstStyle>
            <a:lvl1pPr marL="0" indent="0" algn="ctr">
              <a:buNone/>
              <a:defRPr sz="1200">
                <a:solidFill>
                  <a:schemeClr val="tx1"/>
                </a:solidFill>
              </a:defRPr>
            </a:lvl1pPr>
          </a:lstStyle>
          <a:p>
            <a:pPr lvl="0"/>
            <a:r>
              <a:rPr lang="de-DE"/>
              <a:t>Web</a:t>
            </a:r>
          </a:p>
        </p:txBody>
      </p:sp>
      <p:sp>
        <p:nvSpPr>
          <p:cNvPr id="25" name="Textplatzhalter 19">
            <a:extLst>
              <a:ext uri="{FF2B5EF4-FFF2-40B4-BE49-F238E27FC236}">
                <a16:creationId xmlns:a16="http://schemas.microsoft.com/office/drawing/2014/main" id="{59BBF415-E8BF-24F5-AE98-3FE40A27D7D2}"/>
              </a:ext>
            </a:extLst>
          </p:cNvPr>
          <p:cNvSpPr>
            <a:spLocks noGrp="1"/>
          </p:cNvSpPr>
          <p:nvPr>
            <p:ph type="body" sz="quarter" idx="54" hasCustomPrompt="1"/>
          </p:nvPr>
        </p:nvSpPr>
        <p:spPr bwMode="gray">
          <a:xfrm>
            <a:off x="6967810" y="5566551"/>
            <a:ext cx="2511148" cy="145909"/>
          </a:xfrm>
        </p:spPr>
        <p:txBody>
          <a:bodyPr/>
          <a:lstStyle>
            <a:lvl1pPr marL="0" indent="0" algn="ctr">
              <a:buNone/>
              <a:defRPr sz="1200">
                <a:solidFill>
                  <a:schemeClr val="tx1"/>
                </a:solidFill>
              </a:defRPr>
            </a:lvl1pPr>
          </a:lstStyle>
          <a:p>
            <a:pPr lvl="0"/>
            <a:r>
              <a:rPr lang="de-DE"/>
              <a:t>E-Mail</a:t>
            </a:r>
          </a:p>
        </p:txBody>
      </p:sp>
      <p:sp>
        <p:nvSpPr>
          <p:cNvPr id="26" name="Textplatzhalter 19">
            <a:extLst>
              <a:ext uri="{FF2B5EF4-FFF2-40B4-BE49-F238E27FC236}">
                <a16:creationId xmlns:a16="http://schemas.microsoft.com/office/drawing/2014/main" id="{81BFBAE5-787E-888E-9ECF-5EE31D61DAB6}"/>
              </a:ext>
            </a:extLst>
          </p:cNvPr>
          <p:cNvSpPr>
            <a:spLocks noGrp="1"/>
          </p:cNvSpPr>
          <p:nvPr>
            <p:ph type="body" sz="quarter" idx="55" hasCustomPrompt="1"/>
          </p:nvPr>
        </p:nvSpPr>
        <p:spPr bwMode="gray">
          <a:xfrm>
            <a:off x="6967810" y="5731651"/>
            <a:ext cx="2511148" cy="145909"/>
          </a:xfrm>
        </p:spPr>
        <p:txBody>
          <a:bodyPr/>
          <a:lstStyle>
            <a:lvl1pPr marL="0" indent="0" algn="ctr">
              <a:buNone/>
              <a:defRPr sz="1200">
                <a:solidFill>
                  <a:schemeClr val="tx1"/>
                </a:solidFill>
              </a:defRPr>
            </a:lvl1pPr>
          </a:lstStyle>
          <a:p>
            <a:pPr lvl="0"/>
            <a:r>
              <a:rPr lang="de-DE"/>
              <a:t>Phone</a:t>
            </a:r>
          </a:p>
        </p:txBody>
      </p:sp>
      <p:cxnSp>
        <p:nvCxnSpPr>
          <p:cNvPr id="27" name="Gerader Verbinder 26">
            <a:extLst>
              <a:ext uri="{FF2B5EF4-FFF2-40B4-BE49-F238E27FC236}">
                <a16:creationId xmlns:a16="http://schemas.microsoft.com/office/drawing/2014/main" id="{C9AD5D1A-461B-3847-37DC-3F545B1243CD}"/>
              </a:ext>
            </a:extLst>
          </p:cNvPr>
          <p:cNvCxnSpPr>
            <a:cxnSpLocks/>
          </p:cNvCxnSpPr>
          <p:nvPr userDrawn="1"/>
        </p:nvCxnSpPr>
        <p:spPr bwMode="gray">
          <a:xfrm flipH="1">
            <a:off x="3703185"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78432202-A57D-D4C4-FB2D-5F10E371FFEB}"/>
              </a:ext>
            </a:extLst>
          </p:cNvPr>
          <p:cNvCxnSpPr>
            <a:cxnSpLocks/>
          </p:cNvCxnSpPr>
          <p:nvPr userDrawn="1"/>
        </p:nvCxnSpPr>
        <p:spPr bwMode="gray">
          <a:xfrm flipH="1">
            <a:off x="7957954"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 name="NTT DATA Global Logo">
            <a:extLst>
              <a:ext uri="{FF2B5EF4-FFF2-40B4-BE49-F238E27FC236}">
                <a16:creationId xmlns:a16="http://schemas.microsoft.com/office/drawing/2014/main" id="{82A6BDFC-7EFD-2325-DD81-554E7410057E}"/>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49745"/>
            <a:ext cx="1288971" cy="262800"/>
          </a:xfrm>
          <a:prstGeom prst="rect">
            <a:avLst/>
          </a:prstGeom>
        </p:spPr>
      </p:pic>
    </p:spTree>
    <p:extLst>
      <p:ext uri="{BB962C8B-B14F-4D97-AF65-F5344CB8AC3E}">
        <p14:creationId xmlns:p14="http://schemas.microsoft.com/office/powerpoint/2010/main" val="90475448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D_Contact_3">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C3BB7C-B4A7-41A4-8C5A-903570B6070B}"/>
              </a:ext>
            </a:extLst>
          </p:cNvPr>
          <p:cNvSpPr>
            <a:spLocks noGrp="1"/>
          </p:cNvSpPr>
          <p:nvPr>
            <p:ph type="title" hasCustomPrompt="1"/>
          </p:nvPr>
        </p:nvSpPr>
        <p:spPr bwMode="gray"/>
        <p:txBody>
          <a:bodyPr vert="horz"/>
          <a:lstStyle/>
          <a:p>
            <a:r>
              <a:rPr lang="en-US"/>
              <a:t>Click to edit Master title style</a:t>
            </a:r>
          </a:p>
        </p:txBody>
      </p:sp>
      <p:sp>
        <p:nvSpPr>
          <p:cNvPr id="10" name="Footer Placeholder 4">
            <a:extLst>
              <a:ext uri="{FF2B5EF4-FFF2-40B4-BE49-F238E27FC236}">
                <a16:creationId xmlns:a16="http://schemas.microsoft.com/office/drawing/2014/main" id="{A9C53063-1F58-BE27-2E94-7E00DE772613}"/>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a:t>
            </a:r>
            <a:fld id="{D77EC513-F3C5-40CF-B465-EBDDA5C543A6}" type="datetimeyyyy">
              <a:rPr lang="en-US" smtClean="0"/>
              <a:pPr/>
              <a:t>2026</a:t>
            </a:fld>
            <a:r>
              <a:rPr lang="en-US"/>
              <a:t> NTT DATA Business Solutions</a:t>
            </a:r>
          </a:p>
        </p:txBody>
      </p:sp>
      <p:sp>
        <p:nvSpPr>
          <p:cNvPr id="11" name="Slide Number Placeholder 5">
            <a:extLst>
              <a:ext uri="{FF2B5EF4-FFF2-40B4-BE49-F238E27FC236}">
                <a16:creationId xmlns:a16="http://schemas.microsoft.com/office/drawing/2014/main" id="{AF1EE05E-1EF3-FA88-09CC-87DB6B58184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2" name="Bild">
            <a:extLst>
              <a:ext uri="{FF2B5EF4-FFF2-40B4-BE49-F238E27FC236}">
                <a16:creationId xmlns:a16="http://schemas.microsoft.com/office/drawing/2014/main" id="{51A51BF0-AA6D-1885-7B29-DAC72D2AF768}"/>
              </a:ext>
            </a:extLst>
          </p:cNvPr>
          <p:cNvSpPr>
            <a:spLocks noGrp="1"/>
          </p:cNvSpPr>
          <p:nvPr>
            <p:ph type="pic" sz="quarter" idx="18"/>
          </p:nvPr>
        </p:nvSpPr>
        <p:spPr bwMode="gray">
          <a:xfrm>
            <a:off x="1502898" y="1719468"/>
            <a:ext cx="2158392" cy="2158204"/>
          </a:xfrm>
          <a:prstGeom prst="ellipse">
            <a:avLst/>
          </a:prstGeom>
          <a:solidFill>
            <a:schemeClr val="accent6"/>
          </a:solidFill>
        </p:spPr>
        <p:txBody>
          <a:bodyPr lIns="144000" tIns="144000" rIns="144000" bIns="144000"/>
          <a:lstStyle>
            <a:lvl1pPr marL="0" indent="0">
              <a:buNone/>
              <a:defRPr sz="1400"/>
            </a:lvl1pPr>
          </a:lstStyle>
          <a:p>
            <a:r>
              <a:rPr lang="de-DE" noProof="0"/>
              <a:t>Bild</a:t>
            </a:r>
          </a:p>
        </p:txBody>
      </p:sp>
      <p:sp>
        <p:nvSpPr>
          <p:cNvPr id="3" name="Textplatzhalter 19">
            <a:extLst>
              <a:ext uri="{FF2B5EF4-FFF2-40B4-BE49-F238E27FC236}">
                <a16:creationId xmlns:a16="http://schemas.microsoft.com/office/drawing/2014/main" id="{29F52C55-3259-0C33-FD07-5925E2121A6E}"/>
              </a:ext>
            </a:extLst>
          </p:cNvPr>
          <p:cNvSpPr>
            <a:spLocks noGrp="1"/>
          </p:cNvSpPr>
          <p:nvPr>
            <p:ph type="body" sz="quarter" idx="20" hasCustomPrompt="1"/>
          </p:nvPr>
        </p:nvSpPr>
        <p:spPr bwMode="gray">
          <a:xfrm>
            <a:off x="1326520" y="4463802"/>
            <a:ext cx="2511148" cy="199671"/>
          </a:xfrm>
        </p:spPr>
        <p:txBody>
          <a:bodyPr/>
          <a:lstStyle>
            <a:lvl1pPr marL="0" indent="0" algn="ctr">
              <a:buNone/>
              <a:defRPr sz="1600">
                <a:solidFill>
                  <a:schemeClr val="tx1"/>
                </a:solidFill>
              </a:defRPr>
            </a:lvl1pPr>
          </a:lstStyle>
          <a:p>
            <a:pPr lvl="0"/>
            <a:r>
              <a:rPr lang="de-DE"/>
              <a:t>Position</a:t>
            </a:r>
          </a:p>
        </p:txBody>
      </p:sp>
      <p:sp>
        <p:nvSpPr>
          <p:cNvPr id="4" name="Textplatzhalter 19">
            <a:extLst>
              <a:ext uri="{FF2B5EF4-FFF2-40B4-BE49-F238E27FC236}">
                <a16:creationId xmlns:a16="http://schemas.microsoft.com/office/drawing/2014/main" id="{EF08589A-2633-C015-C938-602F2A2EDE44}"/>
              </a:ext>
            </a:extLst>
          </p:cNvPr>
          <p:cNvSpPr>
            <a:spLocks noGrp="1"/>
          </p:cNvSpPr>
          <p:nvPr>
            <p:ph type="body" sz="quarter" idx="24" hasCustomPrompt="1"/>
          </p:nvPr>
        </p:nvSpPr>
        <p:spPr bwMode="gray">
          <a:xfrm>
            <a:off x="1326520" y="4686846"/>
            <a:ext cx="2511148" cy="199671"/>
          </a:xfrm>
        </p:spPr>
        <p:txBody>
          <a:bodyPr/>
          <a:lstStyle>
            <a:lvl1pPr marL="0" indent="0" algn="ctr">
              <a:buNone/>
              <a:defRPr sz="1600">
                <a:solidFill>
                  <a:schemeClr val="tx1"/>
                </a:solidFill>
              </a:defRPr>
            </a:lvl1pPr>
          </a:lstStyle>
          <a:p>
            <a:pPr lvl="0"/>
            <a:r>
              <a:rPr lang="de-DE" err="1"/>
              <a:t>Section</a:t>
            </a:r>
            <a:endParaRPr lang="de-DE"/>
          </a:p>
        </p:txBody>
      </p:sp>
      <p:sp>
        <p:nvSpPr>
          <p:cNvPr id="5" name="Textplatzhalter 19">
            <a:extLst>
              <a:ext uri="{FF2B5EF4-FFF2-40B4-BE49-F238E27FC236}">
                <a16:creationId xmlns:a16="http://schemas.microsoft.com/office/drawing/2014/main" id="{A193C798-666B-CFA8-4FEB-36FCAF36D180}"/>
              </a:ext>
            </a:extLst>
          </p:cNvPr>
          <p:cNvSpPr>
            <a:spLocks noGrp="1"/>
          </p:cNvSpPr>
          <p:nvPr>
            <p:ph type="body" sz="quarter" idx="25" hasCustomPrompt="1"/>
          </p:nvPr>
        </p:nvSpPr>
        <p:spPr bwMode="gray">
          <a:xfrm>
            <a:off x="1326520"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7" name="Textplatzhalter 19">
            <a:extLst>
              <a:ext uri="{FF2B5EF4-FFF2-40B4-BE49-F238E27FC236}">
                <a16:creationId xmlns:a16="http://schemas.microsoft.com/office/drawing/2014/main" id="{44625A74-83E8-F51F-EFBE-AEDB3BF8954A}"/>
              </a:ext>
            </a:extLst>
          </p:cNvPr>
          <p:cNvSpPr>
            <a:spLocks noGrp="1"/>
          </p:cNvSpPr>
          <p:nvPr>
            <p:ph type="body" sz="quarter" idx="26" hasCustomPrompt="1"/>
          </p:nvPr>
        </p:nvSpPr>
        <p:spPr bwMode="gray">
          <a:xfrm>
            <a:off x="1326520" y="5401450"/>
            <a:ext cx="2511148" cy="145909"/>
          </a:xfrm>
        </p:spPr>
        <p:txBody>
          <a:bodyPr/>
          <a:lstStyle>
            <a:lvl1pPr marL="0" indent="0" algn="ctr">
              <a:buNone/>
              <a:defRPr sz="1200">
                <a:solidFill>
                  <a:schemeClr val="tx1"/>
                </a:solidFill>
              </a:defRPr>
            </a:lvl1pPr>
          </a:lstStyle>
          <a:p>
            <a:pPr lvl="0"/>
            <a:r>
              <a:rPr lang="de-DE"/>
              <a:t>Web</a:t>
            </a:r>
          </a:p>
        </p:txBody>
      </p:sp>
      <p:sp>
        <p:nvSpPr>
          <p:cNvPr id="8" name="Textplatzhalter 19">
            <a:extLst>
              <a:ext uri="{FF2B5EF4-FFF2-40B4-BE49-F238E27FC236}">
                <a16:creationId xmlns:a16="http://schemas.microsoft.com/office/drawing/2014/main" id="{8EED522A-F794-7918-BA3A-79CC0B173978}"/>
              </a:ext>
            </a:extLst>
          </p:cNvPr>
          <p:cNvSpPr>
            <a:spLocks noGrp="1"/>
          </p:cNvSpPr>
          <p:nvPr>
            <p:ph type="body" sz="quarter" idx="27" hasCustomPrompt="1"/>
          </p:nvPr>
        </p:nvSpPr>
        <p:spPr bwMode="gray">
          <a:xfrm>
            <a:off x="1326520" y="5566551"/>
            <a:ext cx="2511148" cy="145909"/>
          </a:xfrm>
        </p:spPr>
        <p:txBody>
          <a:bodyPr/>
          <a:lstStyle>
            <a:lvl1pPr marL="0" indent="0" algn="ctr">
              <a:buNone/>
              <a:defRPr sz="1200">
                <a:solidFill>
                  <a:schemeClr val="tx1"/>
                </a:solidFill>
              </a:defRPr>
            </a:lvl1pPr>
          </a:lstStyle>
          <a:p>
            <a:pPr lvl="0"/>
            <a:r>
              <a:rPr lang="de-DE"/>
              <a:t>E-Mail</a:t>
            </a:r>
          </a:p>
        </p:txBody>
      </p:sp>
      <p:sp>
        <p:nvSpPr>
          <p:cNvPr id="9" name="Textplatzhalter 19">
            <a:extLst>
              <a:ext uri="{FF2B5EF4-FFF2-40B4-BE49-F238E27FC236}">
                <a16:creationId xmlns:a16="http://schemas.microsoft.com/office/drawing/2014/main" id="{1D2D5F28-B111-86F6-4619-F5613632036E}"/>
              </a:ext>
            </a:extLst>
          </p:cNvPr>
          <p:cNvSpPr>
            <a:spLocks noGrp="1"/>
          </p:cNvSpPr>
          <p:nvPr>
            <p:ph type="body" sz="quarter" idx="28" hasCustomPrompt="1"/>
          </p:nvPr>
        </p:nvSpPr>
        <p:spPr bwMode="gray">
          <a:xfrm>
            <a:off x="1326520" y="5731651"/>
            <a:ext cx="2511148" cy="145909"/>
          </a:xfrm>
        </p:spPr>
        <p:txBody>
          <a:bodyPr/>
          <a:lstStyle>
            <a:lvl1pPr marL="0" indent="0" algn="ctr">
              <a:buNone/>
              <a:defRPr sz="1200">
                <a:solidFill>
                  <a:schemeClr val="tx1"/>
                </a:solidFill>
              </a:defRPr>
            </a:lvl1pPr>
          </a:lstStyle>
          <a:p>
            <a:pPr lvl="0"/>
            <a:r>
              <a:rPr lang="de-DE"/>
              <a:t>Phone</a:t>
            </a:r>
          </a:p>
        </p:txBody>
      </p:sp>
      <p:sp>
        <p:nvSpPr>
          <p:cNvPr id="12" name="Bild">
            <a:extLst>
              <a:ext uri="{FF2B5EF4-FFF2-40B4-BE49-F238E27FC236}">
                <a16:creationId xmlns:a16="http://schemas.microsoft.com/office/drawing/2014/main" id="{EEC25022-BC45-C31C-C72F-200DE9FA1720}"/>
              </a:ext>
            </a:extLst>
          </p:cNvPr>
          <p:cNvSpPr>
            <a:spLocks noGrp="1"/>
          </p:cNvSpPr>
          <p:nvPr>
            <p:ph type="pic" sz="quarter" idx="29"/>
          </p:nvPr>
        </p:nvSpPr>
        <p:spPr bwMode="gray">
          <a:xfrm>
            <a:off x="5016397" y="1719468"/>
            <a:ext cx="2158392" cy="2158204"/>
          </a:xfrm>
          <a:prstGeom prst="ellipse">
            <a:avLst/>
          </a:prstGeom>
          <a:solidFill>
            <a:schemeClr val="accent6"/>
          </a:solidFill>
        </p:spPr>
        <p:txBody>
          <a:bodyPr lIns="144000" tIns="144000" rIns="144000" bIns="144000"/>
          <a:lstStyle>
            <a:lvl1pPr marL="0" indent="0">
              <a:buNone/>
              <a:defRPr sz="1100"/>
            </a:lvl1pPr>
          </a:lstStyle>
          <a:p>
            <a:r>
              <a:rPr lang="de-DE" noProof="0"/>
              <a:t>Bild</a:t>
            </a:r>
          </a:p>
        </p:txBody>
      </p:sp>
      <p:sp>
        <p:nvSpPr>
          <p:cNvPr id="13" name="Bild">
            <a:extLst>
              <a:ext uri="{FF2B5EF4-FFF2-40B4-BE49-F238E27FC236}">
                <a16:creationId xmlns:a16="http://schemas.microsoft.com/office/drawing/2014/main" id="{4836C760-778A-4F6D-EBEB-546A906E5CFA}"/>
              </a:ext>
            </a:extLst>
          </p:cNvPr>
          <p:cNvSpPr>
            <a:spLocks noGrp="1"/>
          </p:cNvSpPr>
          <p:nvPr>
            <p:ph type="pic" sz="quarter" idx="37"/>
          </p:nvPr>
        </p:nvSpPr>
        <p:spPr bwMode="gray">
          <a:xfrm>
            <a:off x="8529896" y="1719468"/>
            <a:ext cx="2158392" cy="2158204"/>
          </a:xfrm>
          <a:prstGeom prst="ellipse">
            <a:avLst/>
          </a:prstGeom>
          <a:solidFill>
            <a:schemeClr val="accent6"/>
          </a:solidFill>
        </p:spPr>
        <p:txBody>
          <a:bodyPr lIns="144000" tIns="144000" rIns="144000" bIns="144000"/>
          <a:lstStyle>
            <a:lvl1pPr marL="0" indent="0">
              <a:buNone/>
              <a:defRPr sz="1100"/>
            </a:lvl1pPr>
          </a:lstStyle>
          <a:p>
            <a:r>
              <a:rPr lang="de-DE" noProof="0"/>
              <a:t>Bild</a:t>
            </a:r>
          </a:p>
        </p:txBody>
      </p:sp>
      <p:sp>
        <p:nvSpPr>
          <p:cNvPr id="14" name="Textplatzhalter 19">
            <a:extLst>
              <a:ext uri="{FF2B5EF4-FFF2-40B4-BE49-F238E27FC236}">
                <a16:creationId xmlns:a16="http://schemas.microsoft.com/office/drawing/2014/main" id="{8676FDBA-6C0B-DF48-EC66-3F9242DE74B9}"/>
              </a:ext>
            </a:extLst>
          </p:cNvPr>
          <p:cNvSpPr>
            <a:spLocks noGrp="1"/>
          </p:cNvSpPr>
          <p:nvPr>
            <p:ph type="body" sz="quarter" idx="44" hasCustomPrompt="1"/>
          </p:nvPr>
        </p:nvSpPr>
        <p:spPr bwMode="gray">
          <a:xfrm>
            <a:off x="4840019" y="4463802"/>
            <a:ext cx="2511148" cy="199671"/>
          </a:xfrm>
        </p:spPr>
        <p:txBody>
          <a:bodyPr/>
          <a:lstStyle>
            <a:lvl1pPr marL="0" indent="0" algn="ctr">
              <a:buNone/>
              <a:defRPr sz="1600">
                <a:solidFill>
                  <a:schemeClr val="tx1"/>
                </a:solidFill>
              </a:defRPr>
            </a:lvl1pPr>
          </a:lstStyle>
          <a:p>
            <a:pPr lvl="0"/>
            <a:r>
              <a:rPr lang="de-DE"/>
              <a:t>Position</a:t>
            </a:r>
          </a:p>
        </p:txBody>
      </p:sp>
      <p:sp>
        <p:nvSpPr>
          <p:cNvPr id="15" name="Textplatzhalter 19">
            <a:extLst>
              <a:ext uri="{FF2B5EF4-FFF2-40B4-BE49-F238E27FC236}">
                <a16:creationId xmlns:a16="http://schemas.microsoft.com/office/drawing/2014/main" id="{A3556B82-6BB4-F3B0-E5B6-47EBF82E1536}"/>
              </a:ext>
            </a:extLst>
          </p:cNvPr>
          <p:cNvSpPr>
            <a:spLocks noGrp="1"/>
          </p:cNvSpPr>
          <p:nvPr>
            <p:ph type="body" sz="quarter" idx="45" hasCustomPrompt="1"/>
          </p:nvPr>
        </p:nvSpPr>
        <p:spPr bwMode="gray">
          <a:xfrm>
            <a:off x="4840019" y="4686846"/>
            <a:ext cx="2511148" cy="199671"/>
          </a:xfrm>
        </p:spPr>
        <p:txBody>
          <a:bodyPr/>
          <a:lstStyle>
            <a:lvl1pPr marL="0" indent="0" algn="ctr">
              <a:buNone/>
              <a:defRPr sz="1600">
                <a:solidFill>
                  <a:schemeClr val="tx1"/>
                </a:solidFill>
              </a:defRPr>
            </a:lvl1pPr>
          </a:lstStyle>
          <a:p>
            <a:pPr lvl="0"/>
            <a:r>
              <a:rPr lang="de-DE" err="1"/>
              <a:t>Section</a:t>
            </a:r>
            <a:endParaRPr lang="de-DE"/>
          </a:p>
        </p:txBody>
      </p:sp>
      <p:sp>
        <p:nvSpPr>
          <p:cNvPr id="16" name="Textplatzhalter 19">
            <a:extLst>
              <a:ext uri="{FF2B5EF4-FFF2-40B4-BE49-F238E27FC236}">
                <a16:creationId xmlns:a16="http://schemas.microsoft.com/office/drawing/2014/main" id="{2F0C6954-5EF5-0769-11D8-E5623CDC684A}"/>
              </a:ext>
            </a:extLst>
          </p:cNvPr>
          <p:cNvSpPr>
            <a:spLocks noGrp="1"/>
          </p:cNvSpPr>
          <p:nvPr>
            <p:ph type="body" sz="quarter" idx="46" hasCustomPrompt="1"/>
          </p:nvPr>
        </p:nvSpPr>
        <p:spPr bwMode="gray">
          <a:xfrm>
            <a:off x="4840019"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17" name="Textplatzhalter 19">
            <a:extLst>
              <a:ext uri="{FF2B5EF4-FFF2-40B4-BE49-F238E27FC236}">
                <a16:creationId xmlns:a16="http://schemas.microsoft.com/office/drawing/2014/main" id="{0A7C0463-46E8-836A-425E-520EE1E615DD}"/>
              </a:ext>
            </a:extLst>
          </p:cNvPr>
          <p:cNvSpPr>
            <a:spLocks noGrp="1"/>
          </p:cNvSpPr>
          <p:nvPr>
            <p:ph type="body" sz="quarter" idx="47" hasCustomPrompt="1"/>
          </p:nvPr>
        </p:nvSpPr>
        <p:spPr bwMode="gray">
          <a:xfrm>
            <a:off x="4840019" y="5401450"/>
            <a:ext cx="2511148" cy="145909"/>
          </a:xfrm>
        </p:spPr>
        <p:txBody>
          <a:bodyPr/>
          <a:lstStyle>
            <a:lvl1pPr marL="0" indent="0" algn="ctr">
              <a:buNone/>
              <a:defRPr sz="1200">
                <a:solidFill>
                  <a:schemeClr val="tx1"/>
                </a:solidFill>
              </a:defRPr>
            </a:lvl1pPr>
          </a:lstStyle>
          <a:p>
            <a:pPr lvl="0"/>
            <a:r>
              <a:rPr lang="de-DE"/>
              <a:t>Web</a:t>
            </a:r>
          </a:p>
        </p:txBody>
      </p:sp>
      <p:sp>
        <p:nvSpPr>
          <p:cNvPr id="18" name="Textplatzhalter 19">
            <a:extLst>
              <a:ext uri="{FF2B5EF4-FFF2-40B4-BE49-F238E27FC236}">
                <a16:creationId xmlns:a16="http://schemas.microsoft.com/office/drawing/2014/main" id="{C80B01A0-93F7-8C78-C116-4B30F7A3B943}"/>
              </a:ext>
            </a:extLst>
          </p:cNvPr>
          <p:cNvSpPr>
            <a:spLocks noGrp="1"/>
          </p:cNvSpPr>
          <p:nvPr>
            <p:ph type="body" sz="quarter" idx="48" hasCustomPrompt="1"/>
          </p:nvPr>
        </p:nvSpPr>
        <p:spPr bwMode="gray">
          <a:xfrm>
            <a:off x="4840019" y="5566551"/>
            <a:ext cx="2511148" cy="145909"/>
          </a:xfrm>
        </p:spPr>
        <p:txBody>
          <a:bodyPr/>
          <a:lstStyle>
            <a:lvl1pPr marL="0" indent="0" algn="ctr">
              <a:buNone/>
              <a:defRPr sz="1200">
                <a:solidFill>
                  <a:schemeClr val="tx1"/>
                </a:solidFill>
              </a:defRPr>
            </a:lvl1pPr>
          </a:lstStyle>
          <a:p>
            <a:pPr lvl="0"/>
            <a:r>
              <a:rPr lang="de-DE"/>
              <a:t>E-Mail</a:t>
            </a:r>
          </a:p>
        </p:txBody>
      </p:sp>
      <p:sp>
        <p:nvSpPr>
          <p:cNvPr id="19" name="Textplatzhalter 19">
            <a:extLst>
              <a:ext uri="{FF2B5EF4-FFF2-40B4-BE49-F238E27FC236}">
                <a16:creationId xmlns:a16="http://schemas.microsoft.com/office/drawing/2014/main" id="{4B9D98AF-1F3D-E6FE-682D-C08B6C85CD01}"/>
              </a:ext>
            </a:extLst>
          </p:cNvPr>
          <p:cNvSpPr>
            <a:spLocks noGrp="1"/>
          </p:cNvSpPr>
          <p:nvPr>
            <p:ph type="body" sz="quarter" idx="49" hasCustomPrompt="1"/>
          </p:nvPr>
        </p:nvSpPr>
        <p:spPr bwMode="gray">
          <a:xfrm>
            <a:off x="4840019" y="5731651"/>
            <a:ext cx="2511148" cy="145909"/>
          </a:xfrm>
        </p:spPr>
        <p:txBody>
          <a:bodyPr/>
          <a:lstStyle>
            <a:lvl1pPr marL="0" indent="0" algn="ctr">
              <a:buNone/>
              <a:defRPr sz="1200">
                <a:solidFill>
                  <a:schemeClr val="tx1"/>
                </a:solidFill>
              </a:defRPr>
            </a:lvl1pPr>
          </a:lstStyle>
          <a:p>
            <a:pPr lvl="0"/>
            <a:r>
              <a:rPr lang="de-DE"/>
              <a:t>Phone</a:t>
            </a:r>
          </a:p>
        </p:txBody>
      </p:sp>
      <p:sp>
        <p:nvSpPr>
          <p:cNvPr id="20" name="Textplatzhalter 19">
            <a:extLst>
              <a:ext uri="{FF2B5EF4-FFF2-40B4-BE49-F238E27FC236}">
                <a16:creationId xmlns:a16="http://schemas.microsoft.com/office/drawing/2014/main" id="{5266AE98-2AD7-78F9-F979-0AC39C63E0B5}"/>
              </a:ext>
            </a:extLst>
          </p:cNvPr>
          <p:cNvSpPr>
            <a:spLocks noGrp="1"/>
          </p:cNvSpPr>
          <p:nvPr>
            <p:ph type="body" sz="quarter" idx="50" hasCustomPrompt="1"/>
          </p:nvPr>
        </p:nvSpPr>
        <p:spPr bwMode="gray">
          <a:xfrm>
            <a:off x="8353518" y="4463802"/>
            <a:ext cx="2511148" cy="199671"/>
          </a:xfrm>
        </p:spPr>
        <p:txBody>
          <a:bodyPr/>
          <a:lstStyle>
            <a:lvl1pPr marL="0" indent="0" algn="ctr">
              <a:buNone/>
              <a:defRPr sz="1600">
                <a:solidFill>
                  <a:schemeClr val="tx1"/>
                </a:solidFill>
              </a:defRPr>
            </a:lvl1pPr>
          </a:lstStyle>
          <a:p>
            <a:pPr lvl="0"/>
            <a:r>
              <a:rPr lang="de-DE"/>
              <a:t>Position</a:t>
            </a:r>
          </a:p>
        </p:txBody>
      </p:sp>
      <p:sp>
        <p:nvSpPr>
          <p:cNvPr id="21" name="Textplatzhalter 19">
            <a:extLst>
              <a:ext uri="{FF2B5EF4-FFF2-40B4-BE49-F238E27FC236}">
                <a16:creationId xmlns:a16="http://schemas.microsoft.com/office/drawing/2014/main" id="{103720EB-D9B6-49AD-DF01-D193E5155934}"/>
              </a:ext>
            </a:extLst>
          </p:cNvPr>
          <p:cNvSpPr>
            <a:spLocks noGrp="1"/>
          </p:cNvSpPr>
          <p:nvPr>
            <p:ph type="body" sz="quarter" idx="51" hasCustomPrompt="1"/>
          </p:nvPr>
        </p:nvSpPr>
        <p:spPr bwMode="gray">
          <a:xfrm>
            <a:off x="8353518" y="4686846"/>
            <a:ext cx="2511148" cy="199671"/>
          </a:xfrm>
        </p:spPr>
        <p:txBody>
          <a:bodyPr/>
          <a:lstStyle>
            <a:lvl1pPr marL="0" indent="0" algn="ctr">
              <a:buNone/>
              <a:defRPr sz="1600">
                <a:solidFill>
                  <a:schemeClr val="tx1"/>
                </a:solidFill>
              </a:defRPr>
            </a:lvl1pPr>
          </a:lstStyle>
          <a:p>
            <a:pPr lvl="0"/>
            <a:r>
              <a:rPr lang="de-DE" err="1"/>
              <a:t>Section</a:t>
            </a:r>
            <a:endParaRPr lang="de-DE"/>
          </a:p>
        </p:txBody>
      </p:sp>
      <p:sp>
        <p:nvSpPr>
          <p:cNvPr id="22" name="Textplatzhalter 19">
            <a:extLst>
              <a:ext uri="{FF2B5EF4-FFF2-40B4-BE49-F238E27FC236}">
                <a16:creationId xmlns:a16="http://schemas.microsoft.com/office/drawing/2014/main" id="{14B46577-2EBD-2125-A9B1-28F7ACDD530D}"/>
              </a:ext>
            </a:extLst>
          </p:cNvPr>
          <p:cNvSpPr>
            <a:spLocks noGrp="1"/>
          </p:cNvSpPr>
          <p:nvPr>
            <p:ph type="body" sz="quarter" idx="52" hasCustomPrompt="1"/>
          </p:nvPr>
        </p:nvSpPr>
        <p:spPr bwMode="gray">
          <a:xfrm>
            <a:off x="8353518"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23" name="Textplatzhalter 19">
            <a:extLst>
              <a:ext uri="{FF2B5EF4-FFF2-40B4-BE49-F238E27FC236}">
                <a16:creationId xmlns:a16="http://schemas.microsoft.com/office/drawing/2014/main" id="{E561053D-76BE-23F3-9423-B6FE0032BED6}"/>
              </a:ext>
            </a:extLst>
          </p:cNvPr>
          <p:cNvSpPr>
            <a:spLocks noGrp="1"/>
          </p:cNvSpPr>
          <p:nvPr>
            <p:ph type="body" sz="quarter" idx="53" hasCustomPrompt="1"/>
          </p:nvPr>
        </p:nvSpPr>
        <p:spPr bwMode="gray">
          <a:xfrm>
            <a:off x="8353518" y="5401450"/>
            <a:ext cx="2511148" cy="145909"/>
          </a:xfrm>
        </p:spPr>
        <p:txBody>
          <a:bodyPr/>
          <a:lstStyle>
            <a:lvl1pPr marL="0" indent="0" algn="ctr">
              <a:buNone/>
              <a:defRPr sz="1200">
                <a:solidFill>
                  <a:schemeClr val="tx1"/>
                </a:solidFill>
              </a:defRPr>
            </a:lvl1pPr>
          </a:lstStyle>
          <a:p>
            <a:pPr lvl="0"/>
            <a:r>
              <a:rPr lang="de-DE"/>
              <a:t>Web</a:t>
            </a:r>
          </a:p>
        </p:txBody>
      </p:sp>
      <p:sp>
        <p:nvSpPr>
          <p:cNvPr id="24" name="Textplatzhalter 19">
            <a:extLst>
              <a:ext uri="{FF2B5EF4-FFF2-40B4-BE49-F238E27FC236}">
                <a16:creationId xmlns:a16="http://schemas.microsoft.com/office/drawing/2014/main" id="{5EF6677A-F4D2-D988-1B88-65B4A67BFD67}"/>
              </a:ext>
            </a:extLst>
          </p:cNvPr>
          <p:cNvSpPr>
            <a:spLocks noGrp="1"/>
          </p:cNvSpPr>
          <p:nvPr>
            <p:ph type="body" sz="quarter" idx="54" hasCustomPrompt="1"/>
          </p:nvPr>
        </p:nvSpPr>
        <p:spPr bwMode="gray">
          <a:xfrm>
            <a:off x="8353518" y="5566551"/>
            <a:ext cx="2511148" cy="145909"/>
          </a:xfrm>
        </p:spPr>
        <p:txBody>
          <a:bodyPr/>
          <a:lstStyle>
            <a:lvl1pPr marL="0" indent="0" algn="ctr">
              <a:buNone/>
              <a:defRPr sz="1200">
                <a:solidFill>
                  <a:schemeClr val="tx1"/>
                </a:solidFill>
              </a:defRPr>
            </a:lvl1pPr>
          </a:lstStyle>
          <a:p>
            <a:pPr lvl="0"/>
            <a:r>
              <a:rPr lang="de-DE"/>
              <a:t>E-Mail</a:t>
            </a:r>
          </a:p>
        </p:txBody>
      </p:sp>
      <p:sp>
        <p:nvSpPr>
          <p:cNvPr id="25" name="Textplatzhalter 19">
            <a:extLst>
              <a:ext uri="{FF2B5EF4-FFF2-40B4-BE49-F238E27FC236}">
                <a16:creationId xmlns:a16="http://schemas.microsoft.com/office/drawing/2014/main" id="{DE42BCAA-0097-FC55-9E39-E2DA01AB8211}"/>
              </a:ext>
            </a:extLst>
          </p:cNvPr>
          <p:cNvSpPr>
            <a:spLocks noGrp="1"/>
          </p:cNvSpPr>
          <p:nvPr>
            <p:ph type="body" sz="quarter" idx="55" hasCustomPrompt="1"/>
          </p:nvPr>
        </p:nvSpPr>
        <p:spPr bwMode="gray">
          <a:xfrm>
            <a:off x="8353518" y="5731651"/>
            <a:ext cx="2511148" cy="145909"/>
          </a:xfrm>
        </p:spPr>
        <p:txBody>
          <a:bodyPr/>
          <a:lstStyle>
            <a:lvl1pPr marL="0" indent="0" algn="ctr">
              <a:buNone/>
              <a:defRPr sz="1200">
                <a:solidFill>
                  <a:schemeClr val="tx1"/>
                </a:solidFill>
              </a:defRPr>
            </a:lvl1pPr>
          </a:lstStyle>
          <a:p>
            <a:pPr lvl="0"/>
            <a:r>
              <a:rPr lang="de-DE"/>
              <a:t>Phone</a:t>
            </a:r>
          </a:p>
        </p:txBody>
      </p:sp>
      <p:cxnSp>
        <p:nvCxnSpPr>
          <p:cNvPr id="26" name="Gerader Verbinder 25">
            <a:extLst>
              <a:ext uri="{FF2B5EF4-FFF2-40B4-BE49-F238E27FC236}">
                <a16:creationId xmlns:a16="http://schemas.microsoft.com/office/drawing/2014/main" id="{26DE7A2C-5491-28D9-D730-45BA7DE21B09}"/>
              </a:ext>
            </a:extLst>
          </p:cNvPr>
          <p:cNvCxnSpPr>
            <a:cxnSpLocks/>
          </p:cNvCxnSpPr>
          <p:nvPr userDrawn="1"/>
        </p:nvCxnSpPr>
        <p:spPr bwMode="gray">
          <a:xfrm flipH="1">
            <a:off x="9343662"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35816C62-917C-832A-5714-28DA0ACBF116}"/>
              </a:ext>
            </a:extLst>
          </p:cNvPr>
          <p:cNvCxnSpPr>
            <a:cxnSpLocks/>
          </p:cNvCxnSpPr>
          <p:nvPr userDrawn="1"/>
        </p:nvCxnSpPr>
        <p:spPr bwMode="gray">
          <a:xfrm flipH="1">
            <a:off x="5830163"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B7EF6E77-3587-D7D8-89F9-A87572A52709}"/>
              </a:ext>
            </a:extLst>
          </p:cNvPr>
          <p:cNvCxnSpPr>
            <a:cxnSpLocks/>
          </p:cNvCxnSpPr>
          <p:nvPr userDrawn="1"/>
        </p:nvCxnSpPr>
        <p:spPr bwMode="gray">
          <a:xfrm flipH="1">
            <a:off x="2316664"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9" name="NTT DATA Global Logo">
            <a:extLst>
              <a:ext uri="{FF2B5EF4-FFF2-40B4-BE49-F238E27FC236}">
                <a16:creationId xmlns:a16="http://schemas.microsoft.com/office/drawing/2014/main" id="{FF8A76E8-E49A-7BC0-5330-B859C35CD83F}"/>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49745"/>
            <a:ext cx="1288971" cy="262800"/>
          </a:xfrm>
          <a:prstGeom prst="rect">
            <a:avLst/>
          </a:prstGeom>
        </p:spPr>
      </p:pic>
    </p:spTree>
    <p:extLst>
      <p:ext uri="{BB962C8B-B14F-4D97-AF65-F5344CB8AC3E}">
        <p14:creationId xmlns:p14="http://schemas.microsoft.com/office/powerpoint/2010/main" val="262130931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_Contact_4">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C3BB7C-B4A7-41A4-8C5A-903570B6070B}"/>
              </a:ext>
            </a:extLst>
          </p:cNvPr>
          <p:cNvSpPr>
            <a:spLocks noGrp="1"/>
          </p:cNvSpPr>
          <p:nvPr>
            <p:ph type="title" hasCustomPrompt="1"/>
          </p:nvPr>
        </p:nvSpPr>
        <p:spPr bwMode="gray"/>
        <p:txBody>
          <a:bodyPr vert="horz"/>
          <a:lstStyle/>
          <a:p>
            <a:r>
              <a:rPr lang="en-US"/>
              <a:t>Click to edit Master title style</a:t>
            </a:r>
          </a:p>
        </p:txBody>
      </p:sp>
      <p:sp>
        <p:nvSpPr>
          <p:cNvPr id="10" name="Footer Placeholder 4">
            <a:extLst>
              <a:ext uri="{FF2B5EF4-FFF2-40B4-BE49-F238E27FC236}">
                <a16:creationId xmlns:a16="http://schemas.microsoft.com/office/drawing/2014/main" id="{A9C53063-1F58-BE27-2E94-7E00DE772613}"/>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a:t>
            </a:r>
            <a:fld id="{DD69F77D-B589-4F3A-9274-29083AE57FBD}" type="datetimeyyyy">
              <a:rPr lang="en-US" smtClean="0"/>
              <a:pPr/>
              <a:t>2026</a:t>
            </a:fld>
            <a:r>
              <a:rPr lang="en-US"/>
              <a:t> NTT DATA Business Solutions</a:t>
            </a:r>
          </a:p>
        </p:txBody>
      </p:sp>
      <p:sp>
        <p:nvSpPr>
          <p:cNvPr id="11" name="Slide Number Placeholder 5">
            <a:extLst>
              <a:ext uri="{FF2B5EF4-FFF2-40B4-BE49-F238E27FC236}">
                <a16:creationId xmlns:a16="http://schemas.microsoft.com/office/drawing/2014/main" id="{AF1EE05E-1EF3-FA88-09CC-87DB6B58184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2" name="Bild">
            <a:extLst>
              <a:ext uri="{FF2B5EF4-FFF2-40B4-BE49-F238E27FC236}">
                <a16:creationId xmlns:a16="http://schemas.microsoft.com/office/drawing/2014/main" id="{16F42730-80E4-1B1B-17CC-09DD2547C8D4}"/>
              </a:ext>
            </a:extLst>
          </p:cNvPr>
          <p:cNvSpPr>
            <a:spLocks noGrp="1"/>
          </p:cNvSpPr>
          <p:nvPr>
            <p:ph type="pic" sz="quarter" idx="18"/>
          </p:nvPr>
        </p:nvSpPr>
        <p:spPr bwMode="gray">
          <a:xfrm>
            <a:off x="849755" y="1719468"/>
            <a:ext cx="2158392" cy="2158204"/>
          </a:xfrm>
          <a:prstGeom prst="ellipse">
            <a:avLst/>
          </a:prstGeom>
          <a:solidFill>
            <a:schemeClr val="accent6"/>
          </a:solidFill>
        </p:spPr>
        <p:txBody>
          <a:bodyPr lIns="144000" tIns="144000" rIns="144000" bIns="144000"/>
          <a:lstStyle>
            <a:lvl1pPr marL="0" indent="0">
              <a:buNone/>
              <a:defRPr sz="1400"/>
            </a:lvl1pPr>
          </a:lstStyle>
          <a:p>
            <a:r>
              <a:rPr lang="de-DE" noProof="0"/>
              <a:t>Bild</a:t>
            </a:r>
          </a:p>
        </p:txBody>
      </p:sp>
      <p:sp>
        <p:nvSpPr>
          <p:cNvPr id="3" name="Textplatzhalter 19">
            <a:extLst>
              <a:ext uri="{FF2B5EF4-FFF2-40B4-BE49-F238E27FC236}">
                <a16:creationId xmlns:a16="http://schemas.microsoft.com/office/drawing/2014/main" id="{A939BA7A-C2B6-B9E0-A193-6357236B0D80}"/>
              </a:ext>
            </a:extLst>
          </p:cNvPr>
          <p:cNvSpPr>
            <a:spLocks noGrp="1"/>
          </p:cNvSpPr>
          <p:nvPr>
            <p:ph type="body" sz="quarter" idx="20" hasCustomPrompt="1"/>
          </p:nvPr>
        </p:nvSpPr>
        <p:spPr bwMode="gray">
          <a:xfrm>
            <a:off x="673377" y="4463802"/>
            <a:ext cx="2511148" cy="199671"/>
          </a:xfrm>
        </p:spPr>
        <p:txBody>
          <a:bodyPr/>
          <a:lstStyle>
            <a:lvl1pPr marL="0" indent="0" algn="ctr">
              <a:buNone/>
              <a:defRPr sz="1600">
                <a:solidFill>
                  <a:schemeClr val="tx1"/>
                </a:solidFill>
              </a:defRPr>
            </a:lvl1pPr>
          </a:lstStyle>
          <a:p>
            <a:pPr lvl="0"/>
            <a:r>
              <a:rPr lang="de-DE"/>
              <a:t>Position</a:t>
            </a:r>
          </a:p>
        </p:txBody>
      </p:sp>
      <p:sp>
        <p:nvSpPr>
          <p:cNvPr id="4" name="Textplatzhalter 19">
            <a:extLst>
              <a:ext uri="{FF2B5EF4-FFF2-40B4-BE49-F238E27FC236}">
                <a16:creationId xmlns:a16="http://schemas.microsoft.com/office/drawing/2014/main" id="{872571A5-732F-3D9E-6B4D-53CD31A3E045}"/>
              </a:ext>
            </a:extLst>
          </p:cNvPr>
          <p:cNvSpPr>
            <a:spLocks noGrp="1"/>
          </p:cNvSpPr>
          <p:nvPr>
            <p:ph type="body" sz="quarter" idx="24" hasCustomPrompt="1"/>
          </p:nvPr>
        </p:nvSpPr>
        <p:spPr bwMode="gray">
          <a:xfrm>
            <a:off x="673377" y="4686846"/>
            <a:ext cx="2511148" cy="199671"/>
          </a:xfrm>
        </p:spPr>
        <p:txBody>
          <a:bodyPr/>
          <a:lstStyle>
            <a:lvl1pPr marL="0" indent="0" algn="ctr">
              <a:buNone/>
              <a:defRPr sz="1600">
                <a:solidFill>
                  <a:schemeClr val="tx1"/>
                </a:solidFill>
              </a:defRPr>
            </a:lvl1pPr>
          </a:lstStyle>
          <a:p>
            <a:pPr lvl="0"/>
            <a:r>
              <a:rPr lang="de-DE" err="1"/>
              <a:t>Section</a:t>
            </a:r>
            <a:endParaRPr lang="de-DE"/>
          </a:p>
        </p:txBody>
      </p:sp>
      <p:sp>
        <p:nvSpPr>
          <p:cNvPr id="5" name="Textplatzhalter 19">
            <a:extLst>
              <a:ext uri="{FF2B5EF4-FFF2-40B4-BE49-F238E27FC236}">
                <a16:creationId xmlns:a16="http://schemas.microsoft.com/office/drawing/2014/main" id="{6788012F-3E41-D655-3CE5-5DFD616E5D86}"/>
              </a:ext>
            </a:extLst>
          </p:cNvPr>
          <p:cNvSpPr>
            <a:spLocks noGrp="1"/>
          </p:cNvSpPr>
          <p:nvPr>
            <p:ph type="body" sz="quarter" idx="25" hasCustomPrompt="1"/>
          </p:nvPr>
        </p:nvSpPr>
        <p:spPr bwMode="gray">
          <a:xfrm>
            <a:off x="673377"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7" name="Textplatzhalter 19">
            <a:extLst>
              <a:ext uri="{FF2B5EF4-FFF2-40B4-BE49-F238E27FC236}">
                <a16:creationId xmlns:a16="http://schemas.microsoft.com/office/drawing/2014/main" id="{58F5FD8B-4ED7-0B49-D043-DA4AB5508D46}"/>
              </a:ext>
            </a:extLst>
          </p:cNvPr>
          <p:cNvSpPr>
            <a:spLocks noGrp="1"/>
          </p:cNvSpPr>
          <p:nvPr>
            <p:ph type="body" sz="quarter" idx="26" hasCustomPrompt="1"/>
          </p:nvPr>
        </p:nvSpPr>
        <p:spPr bwMode="gray">
          <a:xfrm>
            <a:off x="673377" y="5401450"/>
            <a:ext cx="2511148" cy="145909"/>
          </a:xfrm>
        </p:spPr>
        <p:txBody>
          <a:bodyPr/>
          <a:lstStyle>
            <a:lvl1pPr marL="0" indent="0" algn="ctr">
              <a:buNone/>
              <a:defRPr sz="1200">
                <a:solidFill>
                  <a:schemeClr val="tx1"/>
                </a:solidFill>
              </a:defRPr>
            </a:lvl1pPr>
          </a:lstStyle>
          <a:p>
            <a:pPr lvl="0"/>
            <a:r>
              <a:rPr lang="de-DE"/>
              <a:t>Web</a:t>
            </a:r>
          </a:p>
        </p:txBody>
      </p:sp>
      <p:sp>
        <p:nvSpPr>
          <p:cNvPr id="8" name="Textplatzhalter 19">
            <a:extLst>
              <a:ext uri="{FF2B5EF4-FFF2-40B4-BE49-F238E27FC236}">
                <a16:creationId xmlns:a16="http://schemas.microsoft.com/office/drawing/2014/main" id="{4BB89FE6-D2B8-921A-6FAE-AC998BE60074}"/>
              </a:ext>
            </a:extLst>
          </p:cNvPr>
          <p:cNvSpPr>
            <a:spLocks noGrp="1"/>
          </p:cNvSpPr>
          <p:nvPr>
            <p:ph type="body" sz="quarter" idx="27" hasCustomPrompt="1"/>
          </p:nvPr>
        </p:nvSpPr>
        <p:spPr bwMode="gray">
          <a:xfrm>
            <a:off x="673377" y="5566551"/>
            <a:ext cx="2511148" cy="145909"/>
          </a:xfrm>
        </p:spPr>
        <p:txBody>
          <a:bodyPr/>
          <a:lstStyle>
            <a:lvl1pPr marL="0" indent="0" algn="ctr">
              <a:buNone/>
              <a:defRPr sz="1200">
                <a:solidFill>
                  <a:schemeClr val="tx1"/>
                </a:solidFill>
              </a:defRPr>
            </a:lvl1pPr>
          </a:lstStyle>
          <a:p>
            <a:pPr lvl="0"/>
            <a:r>
              <a:rPr lang="de-DE"/>
              <a:t>E-Mail</a:t>
            </a:r>
          </a:p>
        </p:txBody>
      </p:sp>
      <p:sp>
        <p:nvSpPr>
          <p:cNvPr id="9" name="Textplatzhalter 19">
            <a:extLst>
              <a:ext uri="{FF2B5EF4-FFF2-40B4-BE49-F238E27FC236}">
                <a16:creationId xmlns:a16="http://schemas.microsoft.com/office/drawing/2014/main" id="{61275AD2-D3C0-38A7-9367-2B930FAF654B}"/>
              </a:ext>
            </a:extLst>
          </p:cNvPr>
          <p:cNvSpPr>
            <a:spLocks noGrp="1"/>
          </p:cNvSpPr>
          <p:nvPr>
            <p:ph type="body" sz="quarter" idx="28" hasCustomPrompt="1"/>
          </p:nvPr>
        </p:nvSpPr>
        <p:spPr bwMode="gray">
          <a:xfrm>
            <a:off x="673377" y="5731651"/>
            <a:ext cx="2511148" cy="145909"/>
          </a:xfrm>
        </p:spPr>
        <p:txBody>
          <a:bodyPr/>
          <a:lstStyle>
            <a:lvl1pPr marL="0" indent="0" algn="ctr">
              <a:buNone/>
              <a:defRPr sz="1200">
                <a:solidFill>
                  <a:schemeClr val="tx1"/>
                </a:solidFill>
              </a:defRPr>
            </a:lvl1pPr>
          </a:lstStyle>
          <a:p>
            <a:pPr lvl="0"/>
            <a:r>
              <a:rPr lang="de-DE"/>
              <a:t>Phone</a:t>
            </a:r>
          </a:p>
        </p:txBody>
      </p:sp>
      <p:sp>
        <p:nvSpPr>
          <p:cNvPr id="12" name="Bild">
            <a:extLst>
              <a:ext uri="{FF2B5EF4-FFF2-40B4-BE49-F238E27FC236}">
                <a16:creationId xmlns:a16="http://schemas.microsoft.com/office/drawing/2014/main" id="{20412483-972D-CC27-6764-E5EC7D460650}"/>
              </a:ext>
            </a:extLst>
          </p:cNvPr>
          <p:cNvSpPr>
            <a:spLocks noGrp="1"/>
          </p:cNvSpPr>
          <p:nvPr>
            <p:ph type="pic" sz="quarter" idx="29"/>
          </p:nvPr>
        </p:nvSpPr>
        <p:spPr bwMode="gray">
          <a:xfrm>
            <a:off x="6405279" y="1719468"/>
            <a:ext cx="2158392" cy="2158204"/>
          </a:xfrm>
          <a:prstGeom prst="ellipse">
            <a:avLst/>
          </a:prstGeom>
          <a:solidFill>
            <a:schemeClr val="accent6"/>
          </a:solidFill>
        </p:spPr>
        <p:txBody>
          <a:bodyPr lIns="144000" tIns="144000" rIns="144000" bIns="144000"/>
          <a:lstStyle>
            <a:lvl1pPr marL="0" indent="0">
              <a:buNone/>
              <a:defRPr sz="1100"/>
            </a:lvl1pPr>
          </a:lstStyle>
          <a:p>
            <a:r>
              <a:rPr lang="de-DE" noProof="0"/>
              <a:t>Bild</a:t>
            </a:r>
          </a:p>
        </p:txBody>
      </p:sp>
      <p:sp>
        <p:nvSpPr>
          <p:cNvPr id="13" name="Bild">
            <a:extLst>
              <a:ext uri="{FF2B5EF4-FFF2-40B4-BE49-F238E27FC236}">
                <a16:creationId xmlns:a16="http://schemas.microsoft.com/office/drawing/2014/main" id="{7A76F2C5-F2BC-1C10-AF54-2E6E56002251}"/>
              </a:ext>
            </a:extLst>
          </p:cNvPr>
          <p:cNvSpPr>
            <a:spLocks noGrp="1"/>
          </p:cNvSpPr>
          <p:nvPr>
            <p:ph type="pic" sz="quarter" idx="36"/>
          </p:nvPr>
        </p:nvSpPr>
        <p:spPr bwMode="gray">
          <a:xfrm>
            <a:off x="3627517" y="1719468"/>
            <a:ext cx="2158392" cy="2158204"/>
          </a:xfrm>
          <a:prstGeom prst="ellipse">
            <a:avLst/>
          </a:prstGeom>
          <a:solidFill>
            <a:schemeClr val="accent6"/>
          </a:solidFill>
        </p:spPr>
        <p:txBody>
          <a:bodyPr lIns="144000" tIns="144000" rIns="144000" bIns="144000"/>
          <a:lstStyle>
            <a:lvl1pPr marL="0" indent="0">
              <a:buNone/>
              <a:defRPr sz="1400"/>
            </a:lvl1pPr>
          </a:lstStyle>
          <a:p>
            <a:r>
              <a:rPr lang="de-DE" noProof="0"/>
              <a:t>Bild</a:t>
            </a:r>
          </a:p>
        </p:txBody>
      </p:sp>
      <p:sp>
        <p:nvSpPr>
          <p:cNvPr id="14" name="Bild">
            <a:extLst>
              <a:ext uri="{FF2B5EF4-FFF2-40B4-BE49-F238E27FC236}">
                <a16:creationId xmlns:a16="http://schemas.microsoft.com/office/drawing/2014/main" id="{31975331-6B09-E7CE-F3DB-8C3FCD3B129C}"/>
              </a:ext>
            </a:extLst>
          </p:cNvPr>
          <p:cNvSpPr>
            <a:spLocks noGrp="1"/>
          </p:cNvSpPr>
          <p:nvPr>
            <p:ph type="pic" sz="quarter" idx="37"/>
          </p:nvPr>
        </p:nvSpPr>
        <p:spPr bwMode="gray">
          <a:xfrm>
            <a:off x="9183040" y="1719468"/>
            <a:ext cx="2158392" cy="2158204"/>
          </a:xfrm>
          <a:prstGeom prst="ellipse">
            <a:avLst/>
          </a:prstGeom>
          <a:solidFill>
            <a:schemeClr val="accent6"/>
          </a:solidFill>
        </p:spPr>
        <p:txBody>
          <a:bodyPr lIns="144000" tIns="144000" rIns="144000" bIns="144000"/>
          <a:lstStyle>
            <a:lvl1pPr marL="0" indent="0">
              <a:buNone/>
              <a:defRPr sz="1100"/>
            </a:lvl1pPr>
          </a:lstStyle>
          <a:p>
            <a:r>
              <a:rPr lang="de-DE" noProof="0"/>
              <a:t>Bild</a:t>
            </a:r>
          </a:p>
        </p:txBody>
      </p:sp>
      <p:sp>
        <p:nvSpPr>
          <p:cNvPr id="15" name="Textplatzhalter 19">
            <a:extLst>
              <a:ext uri="{FF2B5EF4-FFF2-40B4-BE49-F238E27FC236}">
                <a16:creationId xmlns:a16="http://schemas.microsoft.com/office/drawing/2014/main" id="{F3E5FC0E-EF90-B021-52B2-0C1414C429DF}"/>
              </a:ext>
            </a:extLst>
          </p:cNvPr>
          <p:cNvSpPr>
            <a:spLocks noGrp="1"/>
          </p:cNvSpPr>
          <p:nvPr>
            <p:ph type="body" sz="quarter" idx="38" hasCustomPrompt="1"/>
          </p:nvPr>
        </p:nvSpPr>
        <p:spPr bwMode="gray">
          <a:xfrm>
            <a:off x="3451139" y="4463802"/>
            <a:ext cx="2511148" cy="199671"/>
          </a:xfrm>
        </p:spPr>
        <p:txBody>
          <a:bodyPr/>
          <a:lstStyle>
            <a:lvl1pPr marL="0" indent="0" algn="ctr">
              <a:buNone/>
              <a:defRPr sz="1600">
                <a:solidFill>
                  <a:schemeClr val="tx1"/>
                </a:solidFill>
              </a:defRPr>
            </a:lvl1pPr>
          </a:lstStyle>
          <a:p>
            <a:pPr lvl="0"/>
            <a:r>
              <a:rPr lang="de-DE"/>
              <a:t>Position</a:t>
            </a:r>
          </a:p>
        </p:txBody>
      </p:sp>
      <p:sp>
        <p:nvSpPr>
          <p:cNvPr id="16" name="Textplatzhalter 19">
            <a:extLst>
              <a:ext uri="{FF2B5EF4-FFF2-40B4-BE49-F238E27FC236}">
                <a16:creationId xmlns:a16="http://schemas.microsoft.com/office/drawing/2014/main" id="{89AE2A50-7EBD-6DC8-F352-D68DFD88E014}"/>
              </a:ext>
            </a:extLst>
          </p:cNvPr>
          <p:cNvSpPr>
            <a:spLocks noGrp="1"/>
          </p:cNvSpPr>
          <p:nvPr>
            <p:ph type="body" sz="quarter" idx="39" hasCustomPrompt="1"/>
          </p:nvPr>
        </p:nvSpPr>
        <p:spPr bwMode="gray">
          <a:xfrm>
            <a:off x="3451139" y="4686846"/>
            <a:ext cx="2511148" cy="199671"/>
          </a:xfrm>
        </p:spPr>
        <p:txBody>
          <a:bodyPr/>
          <a:lstStyle>
            <a:lvl1pPr marL="0" indent="0" algn="ctr">
              <a:buNone/>
              <a:defRPr sz="1600">
                <a:solidFill>
                  <a:schemeClr val="tx1"/>
                </a:solidFill>
              </a:defRPr>
            </a:lvl1pPr>
          </a:lstStyle>
          <a:p>
            <a:pPr lvl="0"/>
            <a:r>
              <a:rPr lang="de-DE" err="1"/>
              <a:t>Section</a:t>
            </a:r>
            <a:endParaRPr lang="de-DE"/>
          </a:p>
        </p:txBody>
      </p:sp>
      <p:sp>
        <p:nvSpPr>
          <p:cNvPr id="17" name="Textplatzhalter 19">
            <a:extLst>
              <a:ext uri="{FF2B5EF4-FFF2-40B4-BE49-F238E27FC236}">
                <a16:creationId xmlns:a16="http://schemas.microsoft.com/office/drawing/2014/main" id="{C64E8E40-1BCF-E2D4-0C28-A618217D249B}"/>
              </a:ext>
            </a:extLst>
          </p:cNvPr>
          <p:cNvSpPr>
            <a:spLocks noGrp="1"/>
          </p:cNvSpPr>
          <p:nvPr>
            <p:ph type="body" sz="quarter" idx="40" hasCustomPrompt="1"/>
          </p:nvPr>
        </p:nvSpPr>
        <p:spPr bwMode="gray">
          <a:xfrm>
            <a:off x="3451139"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18" name="Textplatzhalter 19">
            <a:extLst>
              <a:ext uri="{FF2B5EF4-FFF2-40B4-BE49-F238E27FC236}">
                <a16:creationId xmlns:a16="http://schemas.microsoft.com/office/drawing/2014/main" id="{2A5D2E15-3913-600B-A8E7-01CD5A6376B1}"/>
              </a:ext>
            </a:extLst>
          </p:cNvPr>
          <p:cNvSpPr>
            <a:spLocks noGrp="1"/>
          </p:cNvSpPr>
          <p:nvPr>
            <p:ph type="body" sz="quarter" idx="41" hasCustomPrompt="1"/>
          </p:nvPr>
        </p:nvSpPr>
        <p:spPr bwMode="gray">
          <a:xfrm>
            <a:off x="3451139" y="5401450"/>
            <a:ext cx="2511148" cy="145909"/>
          </a:xfrm>
        </p:spPr>
        <p:txBody>
          <a:bodyPr/>
          <a:lstStyle>
            <a:lvl1pPr marL="0" indent="0" algn="ctr">
              <a:buNone/>
              <a:defRPr sz="1200">
                <a:solidFill>
                  <a:schemeClr val="tx1"/>
                </a:solidFill>
              </a:defRPr>
            </a:lvl1pPr>
          </a:lstStyle>
          <a:p>
            <a:pPr lvl="0"/>
            <a:r>
              <a:rPr lang="de-DE"/>
              <a:t>Web</a:t>
            </a:r>
          </a:p>
        </p:txBody>
      </p:sp>
      <p:sp>
        <p:nvSpPr>
          <p:cNvPr id="19" name="Textplatzhalter 19">
            <a:extLst>
              <a:ext uri="{FF2B5EF4-FFF2-40B4-BE49-F238E27FC236}">
                <a16:creationId xmlns:a16="http://schemas.microsoft.com/office/drawing/2014/main" id="{161D927A-3270-4618-BD8D-F8F3C7F146AC}"/>
              </a:ext>
            </a:extLst>
          </p:cNvPr>
          <p:cNvSpPr>
            <a:spLocks noGrp="1"/>
          </p:cNvSpPr>
          <p:nvPr>
            <p:ph type="body" sz="quarter" idx="42" hasCustomPrompt="1"/>
          </p:nvPr>
        </p:nvSpPr>
        <p:spPr bwMode="gray">
          <a:xfrm>
            <a:off x="3451139" y="5566551"/>
            <a:ext cx="2511148" cy="145909"/>
          </a:xfrm>
        </p:spPr>
        <p:txBody>
          <a:bodyPr/>
          <a:lstStyle>
            <a:lvl1pPr marL="0" indent="0" algn="ctr">
              <a:buNone/>
              <a:defRPr sz="1200">
                <a:solidFill>
                  <a:schemeClr val="tx1"/>
                </a:solidFill>
              </a:defRPr>
            </a:lvl1pPr>
          </a:lstStyle>
          <a:p>
            <a:pPr lvl="0"/>
            <a:r>
              <a:rPr lang="de-DE"/>
              <a:t>E-Mail</a:t>
            </a:r>
          </a:p>
        </p:txBody>
      </p:sp>
      <p:sp>
        <p:nvSpPr>
          <p:cNvPr id="20" name="Textplatzhalter 19">
            <a:extLst>
              <a:ext uri="{FF2B5EF4-FFF2-40B4-BE49-F238E27FC236}">
                <a16:creationId xmlns:a16="http://schemas.microsoft.com/office/drawing/2014/main" id="{49FD7A3D-D4F1-7AF5-6EAE-90907F3279DB}"/>
              </a:ext>
            </a:extLst>
          </p:cNvPr>
          <p:cNvSpPr>
            <a:spLocks noGrp="1"/>
          </p:cNvSpPr>
          <p:nvPr>
            <p:ph type="body" sz="quarter" idx="43" hasCustomPrompt="1"/>
          </p:nvPr>
        </p:nvSpPr>
        <p:spPr bwMode="gray">
          <a:xfrm>
            <a:off x="3451139" y="5731651"/>
            <a:ext cx="2511148" cy="145909"/>
          </a:xfrm>
        </p:spPr>
        <p:txBody>
          <a:bodyPr/>
          <a:lstStyle>
            <a:lvl1pPr marL="0" indent="0" algn="ctr">
              <a:buNone/>
              <a:defRPr sz="1200">
                <a:solidFill>
                  <a:schemeClr val="tx1"/>
                </a:solidFill>
              </a:defRPr>
            </a:lvl1pPr>
          </a:lstStyle>
          <a:p>
            <a:pPr lvl="0"/>
            <a:r>
              <a:rPr lang="de-DE"/>
              <a:t>Phone</a:t>
            </a:r>
          </a:p>
        </p:txBody>
      </p:sp>
      <p:sp>
        <p:nvSpPr>
          <p:cNvPr id="21" name="Textplatzhalter 19">
            <a:extLst>
              <a:ext uri="{FF2B5EF4-FFF2-40B4-BE49-F238E27FC236}">
                <a16:creationId xmlns:a16="http://schemas.microsoft.com/office/drawing/2014/main" id="{78FA88C9-C022-EA4F-DBB9-329D4DD284AD}"/>
              </a:ext>
            </a:extLst>
          </p:cNvPr>
          <p:cNvSpPr>
            <a:spLocks noGrp="1"/>
          </p:cNvSpPr>
          <p:nvPr>
            <p:ph type="body" sz="quarter" idx="44" hasCustomPrompt="1"/>
          </p:nvPr>
        </p:nvSpPr>
        <p:spPr bwMode="gray">
          <a:xfrm>
            <a:off x="6228901" y="4463802"/>
            <a:ext cx="2511148" cy="199671"/>
          </a:xfrm>
        </p:spPr>
        <p:txBody>
          <a:bodyPr/>
          <a:lstStyle>
            <a:lvl1pPr marL="0" indent="0" algn="ctr">
              <a:buNone/>
              <a:defRPr sz="1600">
                <a:solidFill>
                  <a:schemeClr val="tx1"/>
                </a:solidFill>
              </a:defRPr>
            </a:lvl1pPr>
          </a:lstStyle>
          <a:p>
            <a:pPr lvl="0"/>
            <a:r>
              <a:rPr lang="de-DE"/>
              <a:t>Position</a:t>
            </a:r>
          </a:p>
        </p:txBody>
      </p:sp>
      <p:sp>
        <p:nvSpPr>
          <p:cNvPr id="22" name="Textplatzhalter 19">
            <a:extLst>
              <a:ext uri="{FF2B5EF4-FFF2-40B4-BE49-F238E27FC236}">
                <a16:creationId xmlns:a16="http://schemas.microsoft.com/office/drawing/2014/main" id="{523D24B7-3575-BF51-9C96-A605746B9364}"/>
              </a:ext>
            </a:extLst>
          </p:cNvPr>
          <p:cNvSpPr>
            <a:spLocks noGrp="1"/>
          </p:cNvSpPr>
          <p:nvPr>
            <p:ph type="body" sz="quarter" idx="45" hasCustomPrompt="1"/>
          </p:nvPr>
        </p:nvSpPr>
        <p:spPr bwMode="gray">
          <a:xfrm>
            <a:off x="6228901" y="4686846"/>
            <a:ext cx="2511148" cy="199671"/>
          </a:xfrm>
        </p:spPr>
        <p:txBody>
          <a:bodyPr/>
          <a:lstStyle>
            <a:lvl1pPr marL="0" indent="0" algn="ctr">
              <a:buNone/>
              <a:defRPr sz="1600">
                <a:solidFill>
                  <a:schemeClr val="tx1"/>
                </a:solidFill>
              </a:defRPr>
            </a:lvl1pPr>
          </a:lstStyle>
          <a:p>
            <a:pPr lvl="0"/>
            <a:r>
              <a:rPr lang="de-DE" err="1"/>
              <a:t>Section</a:t>
            </a:r>
            <a:endParaRPr lang="de-DE"/>
          </a:p>
        </p:txBody>
      </p:sp>
      <p:sp>
        <p:nvSpPr>
          <p:cNvPr id="23" name="Textplatzhalter 19">
            <a:extLst>
              <a:ext uri="{FF2B5EF4-FFF2-40B4-BE49-F238E27FC236}">
                <a16:creationId xmlns:a16="http://schemas.microsoft.com/office/drawing/2014/main" id="{D0A4412B-D399-9DC1-1EDD-AB58F5B659EB}"/>
              </a:ext>
            </a:extLst>
          </p:cNvPr>
          <p:cNvSpPr>
            <a:spLocks noGrp="1"/>
          </p:cNvSpPr>
          <p:nvPr>
            <p:ph type="body" sz="quarter" idx="46" hasCustomPrompt="1"/>
          </p:nvPr>
        </p:nvSpPr>
        <p:spPr bwMode="gray">
          <a:xfrm>
            <a:off x="6228901"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24" name="Textplatzhalter 19">
            <a:extLst>
              <a:ext uri="{FF2B5EF4-FFF2-40B4-BE49-F238E27FC236}">
                <a16:creationId xmlns:a16="http://schemas.microsoft.com/office/drawing/2014/main" id="{8A69D7E2-534B-74ED-FE81-DB9ECE211ACB}"/>
              </a:ext>
            </a:extLst>
          </p:cNvPr>
          <p:cNvSpPr>
            <a:spLocks noGrp="1"/>
          </p:cNvSpPr>
          <p:nvPr>
            <p:ph type="body" sz="quarter" idx="47" hasCustomPrompt="1"/>
          </p:nvPr>
        </p:nvSpPr>
        <p:spPr bwMode="gray">
          <a:xfrm>
            <a:off x="6228901" y="5401450"/>
            <a:ext cx="2511148" cy="145909"/>
          </a:xfrm>
        </p:spPr>
        <p:txBody>
          <a:bodyPr/>
          <a:lstStyle>
            <a:lvl1pPr marL="0" indent="0" algn="ctr">
              <a:buNone/>
              <a:defRPr sz="1200">
                <a:solidFill>
                  <a:schemeClr val="tx1"/>
                </a:solidFill>
              </a:defRPr>
            </a:lvl1pPr>
          </a:lstStyle>
          <a:p>
            <a:pPr lvl="0"/>
            <a:r>
              <a:rPr lang="de-DE"/>
              <a:t>Web</a:t>
            </a:r>
          </a:p>
        </p:txBody>
      </p:sp>
      <p:sp>
        <p:nvSpPr>
          <p:cNvPr id="25" name="Textplatzhalter 19">
            <a:extLst>
              <a:ext uri="{FF2B5EF4-FFF2-40B4-BE49-F238E27FC236}">
                <a16:creationId xmlns:a16="http://schemas.microsoft.com/office/drawing/2014/main" id="{C5F86150-5752-71F1-CED6-0E3F1ABACCFD}"/>
              </a:ext>
            </a:extLst>
          </p:cNvPr>
          <p:cNvSpPr>
            <a:spLocks noGrp="1"/>
          </p:cNvSpPr>
          <p:nvPr>
            <p:ph type="body" sz="quarter" idx="48" hasCustomPrompt="1"/>
          </p:nvPr>
        </p:nvSpPr>
        <p:spPr bwMode="gray">
          <a:xfrm>
            <a:off x="6228901" y="5566551"/>
            <a:ext cx="2511148" cy="145909"/>
          </a:xfrm>
        </p:spPr>
        <p:txBody>
          <a:bodyPr/>
          <a:lstStyle>
            <a:lvl1pPr marL="0" indent="0" algn="ctr">
              <a:buNone/>
              <a:defRPr sz="1200">
                <a:solidFill>
                  <a:schemeClr val="tx1"/>
                </a:solidFill>
              </a:defRPr>
            </a:lvl1pPr>
          </a:lstStyle>
          <a:p>
            <a:pPr lvl="0"/>
            <a:r>
              <a:rPr lang="de-DE"/>
              <a:t>E-Mail</a:t>
            </a:r>
          </a:p>
        </p:txBody>
      </p:sp>
      <p:sp>
        <p:nvSpPr>
          <p:cNvPr id="26" name="Textplatzhalter 19">
            <a:extLst>
              <a:ext uri="{FF2B5EF4-FFF2-40B4-BE49-F238E27FC236}">
                <a16:creationId xmlns:a16="http://schemas.microsoft.com/office/drawing/2014/main" id="{830AEDA0-5D4D-3F13-89C3-95D8541436B1}"/>
              </a:ext>
            </a:extLst>
          </p:cNvPr>
          <p:cNvSpPr>
            <a:spLocks noGrp="1"/>
          </p:cNvSpPr>
          <p:nvPr>
            <p:ph type="body" sz="quarter" idx="49" hasCustomPrompt="1"/>
          </p:nvPr>
        </p:nvSpPr>
        <p:spPr bwMode="gray">
          <a:xfrm>
            <a:off x="6228901" y="5731651"/>
            <a:ext cx="2511148" cy="145909"/>
          </a:xfrm>
        </p:spPr>
        <p:txBody>
          <a:bodyPr/>
          <a:lstStyle>
            <a:lvl1pPr marL="0" indent="0" algn="ctr">
              <a:buNone/>
              <a:defRPr sz="1200">
                <a:solidFill>
                  <a:schemeClr val="tx1"/>
                </a:solidFill>
              </a:defRPr>
            </a:lvl1pPr>
          </a:lstStyle>
          <a:p>
            <a:pPr lvl="0"/>
            <a:r>
              <a:rPr lang="de-DE"/>
              <a:t>Phone</a:t>
            </a:r>
          </a:p>
        </p:txBody>
      </p:sp>
      <p:sp>
        <p:nvSpPr>
          <p:cNvPr id="27" name="Textplatzhalter 19">
            <a:extLst>
              <a:ext uri="{FF2B5EF4-FFF2-40B4-BE49-F238E27FC236}">
                <a16:creationId xmlns:a16="http://schemas.microsoft.com/office/drawing/2014/main" id="{6BFB1882-F1D8-A85C-B839-ACF2C4545C7D}"/>
              </a:ext>
            </a:extLst>
          </p:cNvPr>
          <p:cNvSpPr>
            <a:spLocks noGrp="1"/>
          </p:cNvSpPr>
          <p:nvPr>
            <p:ph type="body" sz="quarter" idx="50" hasCustomPrompt="1"/>
          </p:nvPr>
        </p:nvSpPr>
        <p:spPr bwMode="gray">
          <a:xfrm>
            <a:off x="9006662" y="4463802"/>
            <a:ext cx="2511148" cy="199671"/>
          </a:xfrm>
        </p:spPr>
        <p:txBody>
          <a:bodyPr/>
          <a:lstStyle>
            <a:lvl1pPr marL="0" indent="0" algn="ctr">
              <a:buNone/>
              <a:defRPr sz="1600">
                <a:solidFill>
                  <a:schemeClr val="tx1"/>
                </a:solidFill>
              </a:defRPr>
            </a:lvl1pPr>
          </a:lstStyle>
          <a:p>
            <a:pPr lvl="0"/>
            <a:r>
              <a:rPr lang="de-DE"/>
              <a:t>Position</a:t>
            </a:r>
          </a:p>
        </p:txBody>
      </p:sp>
      <p:sp>
        <p:nvSpPr>
          <p:cNvPr id="28" name="Textplatzhalter 19">
            <a:extLst>
              <a:ext uri="{FF2B5EF4-FFF2-40B4-BE49-F238E27FC236}">
                <a16:creationId xmlns:a16="http://schemas.microsoft.com/office/drawing/2014/main" id="{D66D50FF-8651-7C92-87EE-7F052014F732}"/>
              </a:ext>
            </a:extLst>
          </p:cNvPr>
          <p:cNvSpPr>
            <a:spLocks noGrp="1"/>
          </p:cNvSpPr>
          <p:nvPr>
            <p:ph type="body" sz="quarter" idx="51" hasCustomPrompt="1"/>
          </p:nvPr>
        </p:nvSpPr>
        <p:spPr bwMode="gray">
          <a:xfrm>
            <a:off x="9006662" y="4686846"/>
            <a:ext cx="2511148" cy="199671"/>
          </a:xfrm>
        </p:spPr>
        <p:txBody>
          <a:bodyPr/>
          <a:lstStyle>
            <a:lvl1pPr marL="0" indent="0" algn="ctr">
              <a:buNone/>
              <a:defRPr sz="1600">
                <a:solidFill>
                  <a:schemeClr val="tx1"/>
                </a:solidFill>
              </a:defRPr>
            </a:lvl1pPr>
          </a:lstStyle>
          <a:p>
            <a:pPr lvl="0"/>
            <a:r>
              <a:rPr lang="de-DE" err="1"/>
              <a:t>Section</a:t>
            </a:r>
            <a:endParaRPr lang="de-DE"/>
          </a:p>
        </p:txBody>
      </p:sp>
      <p:sp>
        <p:nvSpPr>
          <p:cNvPr id="29" name="Textplatzhalter 19">
            <a:extLst>
              <a:ext uri="{FF2B5EF4-FFF2-40B4-BE49-F238E27FC236}">
                <a16:creationId xmlns:a16="http://schemas.microsoft.com/office/drawing/2014/main" id="{65AD2339-B0CC-988A-7A70-B4653D123BDF}"/>
              </a:ext>
            </a:extLst>
          </p:cNvPr>
          <p:cNvSpPr>
            <a:spLocks noGrp="1"/>
          </p:cNvSpPr>
          <p:nvPr>
            <p:ph type="body" sz="quarter" idx="52" hasCustomPrompt="1"/>
          </p:nvPr>
        </p:nvSpPr>
        <p:spPr bwMode="gray">
          <a:xfrm>
            <a:off x="9006662"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30" name="Textplatzhalter 19">
            <a:extLst>
              <a:ext uri="{FF2B5EF4-FFF2-40B4-BE49-F238E27FC236}">
                <a16:creationId xmlns:a16="http://schemas.microsoft.com/office/drawing/2014/main" id="{1AE5C333-5F10-F2AC-AC41-4C02A80F0E9F}"/>
              </a:ext>
            </a:extLst>
          </p:cNvPr>
          <p:cNvSpPr>
            <a:spLocks noGrp="1"/>
          </p:cNvSpPr>
          <p:nvPr>
            <p:ph type="body" sz="quarter" idx="53" hasCustomPrompt="1"/>
          </p:nvPr>
        </p:nvSpPr>
        <p:spPr bwMode="gray">
          <a:xfrm>
            <a:off x="9006662" y="5401450"/>
            <a:ext cx="2511148" cy="145909"/>
          </a:xfrm>
        </p:spPr>
        <p:txBody>
          <a:bodyPr/>
          <a:lstStyle>
            <a:lvl1pPr marL="0" indent="0" algn="ctr">
              <a:buNone/>
              <a:defRPr sz="1200">
                <a:solidFill>
                  <a:schemeClr val="tx1"/>
                </a:solidFill>
              </a:defRPr>
            </a:lvl1pPr>
          </a:lstStyle>
          <a:p>
            <a:pPr lvl="0"/>
            <a:r>
              <a:rPr lang="de-DE"/>
              <a:t>Web</a:t>
            </a:r>
          </a:p>
        </p:txBody>
      </p:sp>
      <p:sp>
        <p:nvSpPr>
          <p:cNvPr id="31" name="Textplatzhalter 19">
            <a:extLst>
              <a:ext uri="{FF2B5EF4-FFF2-40B4-BE49-F238E27FC236}">
                <a16:creationId xmlns:a16="http://schemas.microsoft.com/office/drawing/2014/main" id="{3E499F00-EF00-009C-6FDC-F2713C718F8D}"/>
              </a:ext>
            </a:extLst>
          </p:cNvPr>
          <p:cNvSpPr>
            <a:spLocks noGrp="1"/>
          </p:cNvSpPr>
          <p:nvPr>
            <p:ph type="body" sz="quarter" idx="54" hasCustomPrompt="1"/>
          </p:nvPr>
        </p:nvSpPr>
        <p:spPr bwMode="gray">
          <a:xfrm>
            <a:off x="9006662" y="5566551"/>
            <a:ext cx="2511148" cy="145909"/>
          </a:xfrm>
        </p:spPr>
        <p:txBody>
          <a:bodyPr/>
          <a:lstStyle>
            <a:lvl1pPr marL="0" indent="0" algn="ctr">
              <a:buNone/>
              <a:defRPr sz="1200">
                <a:solidFill>
                  <a:schemeClr val="tx1"/>
                </a:solidFill>
              </a:defRPr>
            </a:lvl1pPr>
          </a:lstStyle>
          <a:p>
            <a:pPr lvl="0"/>
            <a:r>
              <a:rPr lang="de-DE"/>
              <a:t>E-Mail</a:t>
            </a:r>
          </a:p>
        </p:txBody>
      </p:sp>
      <p:sp>
        <p:nvSpPr>
          <p:cNvPr id="32" name="Textplatzhalter 19">
            <a:extLst>
              <a:ext uri="{FF2B5EF4-FFF2-40B4-BE49-F238E27FC236}">
                <a16:creationId xmlns:a16="http://schemas.microsoft.com/office/drawing/2014/main" id="{04BB8561-C701-C5AD-1868-E39E13B2D485}"/>
              </a:ext>
            </a:extLst>
          </p:cNvPr>
          <p:cNvSpPr>
            <a:spLocks noGrp="1"/>
          </p:cNvSpPr>
          <p:nvPr>
            <p:ph type="body" sz="quarter" idx="55" hasCustomPrompt="1"/>
          </p:nvPr>
        </p:nvSpPr>
        <p:spPr bwMode="gray">
          <a:xfrm>
            <a:off x="9006662" y="5731651"/>
            <a:ext cx="2511148" cy="145909"/>
          </a:xfrm>
        </p:spPr>
        <p:txBody>
          <a:bodyPr/>
          <a:lstStyle>
            <a:lvl1pPr marL="0" indent="0" algn="ctr">
              <a:buNone/>
              <a:defRPr sz="1200">
                <a:solidFill>
                  <a:schemeClr val="tx1"/>
                </a:solidFill>
              </a:defRPr>
            </a:lvl1pPr>
          </a:lstStyle>
          <a:p>
            <a:pPr lvl="0"/>
            <a:r>
              <a:rPr lang="de-DE"/>
              <a:t>Phone</a:t>
            </a:r>
          </a:p>
        </p:txBody>
      </p:sp>
      <p:cxnSp>
        <p:nvCxnSpPr>
          <p:cNvPr id="33" name="Gerader Verbinder 32">
            <a:extLst>
              <a:ext uri="{FF2B5EF4-FFF2-40B4-BE49-F238E27FC236}">
                <a16:creationId xmlns:a16="http://schemas.microsoft.com/office/drawing/2014/main" id="{B355D6BC-5C62-6586-EC58-C6E319705193}"/>
              </a:ext>
            </a:extLst>
          </p:cNvPr>
          <p:cNvCxnSpPr>
            <a:cxnSpLocks/>
          </p:cNvCxnSpPr>
          <p:nvPr userDrawn="1"/>
        </p:nvCxnSpPr>
        <p:spPr bwMode="gray">
          <a:xfrm flipH="1">
            <a:off x="4441283"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AAAECC0A-4739-F741-0C36-5CD62BD48454}"/>
              </a:ext>
            </a:extLst>
          </p:cNvPr>
          <p:cNvCxnSpPr>
            <a:cxnSpLocks/>
          </p:cNvCxnSpPr>
          <p:nvPr userDrawn="1"/>
        </p:nvCxnSpPr>
        <p:spPr bwMode="gray">
          <a:xfrm flipH="1">
            <a:off x="1663521"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5" name="Gerader Verbinder 34">
            <a:extLst>
              <a:ext uri="{FF2B5EF4-FFF2-40B4-BE49-F238E27FC236}">
                <a16:creationId xmlns:a16="http://schemas.microsoft.com/office/drawing/2014/main" id="{F672ADE9-C022-6E2D-A922-90B786298FF9}"/>
              </a:ext>
            </a:extLst>
          </p:cNvPr>
          <p:cNvCxnSpPr>
            <a:cxnSpLocks/>
          </p:cNvCxnSpPr>
          <p:nvPr userDrawn="1"/>
        </p:nvCxnSpPr>
        <p:spPr bwMode="gray">
          <a:xfrm flipH="1">
            <a:off x="7219045"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Gerader Verbinder 35">
            <a:extLst>
              <a:ext uri="{FF2B5EF4-FFF2-40B4-BE49-F238E27FC236}">
                <a16:creationId xmlns:a16="http://schemas.microsoft.com/office/drawing/2014/main" id="{DA0D3050-60E7-9E5A-1500-FF89FCFA08FD}"/>
              </a:ext>
            </a:extLst>
          </p:cNvPr>
          <p:cNvCxnSpPr>
            <a:cxnSpLocks/>
          </p:cNvCxnSpPr>
          <p:nvPr userDrawn="1"/>
        </p:nvCxnSpPr>
        <p:spPr bwMode="gray">
          <a:xfrm flipH="1">
            <a:off x="9996806"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37" name="NTT DATA Global Logo">
            <a:extLst>
              <a:ext uri="{FF2B5EF4-FFF2-40B4-BE49-F238E27FC236}">
                <a16:creationId xmlns:a16="http://schemas.microsoft.com/office/drawing/2014/main" id="{8CB406C5-92DB-1C58-3213-735C7A43D456}"/>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58371"/>
            <a:ext cx="1288971" cy="262800"/>
          </a:xfrm>
          <a:prstGeom prst="rect">
            <a:avLst/>
          </a:prstGeom>
        </p:spPr>
      </p:pic>
    </p:spTree>
    <p:extLst>
      <p:ext uri="{BB962C8B-B14F-4D97-AF65-F5344CB8AC3E}">
        <p14:creationId xmlns:p14="http://schemas.microsoft.com/office/powerpoint/2010/main" val="162555252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E_Closing Slide Future Blue Dar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B87ED33-6A4E-4B88-9978-60E9E0EBFC9F}"/>
              </a:ext>
            </a:extLst>
          </p:cNvPr>
          <p:cNvSpPr/>
          <p:nvPr userDrawn="1"/>
        </p:nvSpPr>
        <p:spPr bwMode="gray">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NTT DATA Global Logo">
            <a:extLst>
              <a:ext uri="{FF2B5EF4-FFF2-40B4-BE49-F238E27FC236}">
                <a16:creationId xmlns:a16="http://schemas.microsoft.com/office/drawing/2014/main" id="{3F03F05C-59F6-715B-5A33-907AD87C663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403287" y="2880000"/>
            <a:ext cx="5385427" cy="1098000"/>
          </a:xfrm>
          <a:prstGeom prst="rect">
            <a:avLst/>
          </a:prstGeom>
        </p:spPr>
      </p:pic>
    </p:spTree>
    <p:extLst>
      <p:ext uri="{BB962C8B-B14F-4D97-AF65-F5344CB8AC3E}">
        <p14:creationId xmlns:p14="http://schemas.microsoft.com/office/powerpoint/2010/main" val="210332653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E_Closing Slide Navy Dark with picture dark">
    <p:bg bwMode="gray">
      <p:bgPr>
        <a:solidFill>
          <a:schemeClr val="bg1"/>
        </a:solidFill>
        <a:effectLst/>
      </p:bgPr>
    </p:bg>
    <p:spTree>
      <p:nvGrpSpPr>
        <p:cNvPr id="1" name=""/>
        <p:cNvGrpSpPr/>
        <p:nvPr/>
      </p:nvGrpSpPr>
      <p:grpSpPr>
        <a:xfrm>
          <a:off x="0" y="0"/>
          <a:ext cx="0" cy="0"/>
          <a:chOff x="0" y="0"/>
          <a:chExt cx="0" cy="0"/>
        </a:xfrm>
      </p:grpSpPr>
      <p:sp>
        <p:nvSpPr>
          <p:cNvPr id="7" name="Smart Navy SemiTrans Overlay">
            <a:extLst>
              <a:ext uri="{FF2B5EF4-FFF2-40B4-BE49-F238E27FC236}">
                <a16:creationId xmlns:a16="http://schemas.microsoft.com/office/drawing/2014/main" id="{6E4F8208-B33A-86C1-C4BF-6C513A841DFB}"/>
              </a:ext>
            </a:extLst>
          </p:cNvPr>
          <p:cNvSpPr>
            <a:spLocks noGrp="1"/>
          </p:cNvSpPr>
          <p:nvPr>
            <p:ph type="body" sz="quarter" idx="16" hasCustomPrompt="1"/>
          </p:nvPr>
        </p:nvSpPr>
        <p:spPr bwMode="gray">
          <a:xfrm>
            <a:off x="0" y="0"/>
            <a:ext cx="12192000" cy="6857999"/>
          </a:xfrm>
          <a:prstGeom prst="rect">
            <a:avLst/>
          </a:prstGeom>
          <a:solidFill>
            <a:srgbClr val="050D24">
              <a:alpha val="57647"/>
            </a:srgbClr>
          </a:solidFill>
        </p:spPr>
        <p:txBody>
          <a:bodyPr/>
          <a:lstStyle>
            <a:lvl1pPr>
              <a:defRPr>
                <a:solidFill>
                  <a:schemeClr val="bg1"/>
                </a:solidFill>
              </a:defRPr>
            </a:lvl1pPr>
            <a:lvl2pPr marL="0" indent="0">
              <a:buNone/>
              <a:defRPr>
                <a:noFill/>
              </a:defRPr>
            </a:lvl2pPr>
            <a:lvl3pPr marL="216000" indent="0">
              <a:buFont typeface="Arial" panose="020B0604020202020204" pitchFamily="34" charset="0"/>
              <a:buNone/>
              <a:defRPr>
                <a:noFill/>
              </a:defRPr>
            </a:lvl3pPr>
            <a:lvl4pPr>
              <a:defRPr>
                <a:noFill/>
              </a:defRPr>
            </a:lvl4pPr>
            <a:lvl5pPr>
              <a:defRPr>
                <a:noFill/>
              </a:defRPr>
            </a:lvl5pPr>
          </a:lstStyle>
          <a:p>
            <a:pPr lvl="2"/>
            <a:r>
              <a:rPr lang="en-US"/>
              <a:t> </a:t>
            </a:r>
          </a:p>
        </p:txBody>
      </p:sp>
      <p:sp>
        <p:nvSpPr>
          <p:cNvPr id="11" name="Picture Placeholder 4">
            <a:extLst>
              <a:ext uri="{FF2B5EF4-FFF2-40B4-BE49-F238E27FC236}">
                <a16:creationId xmlns:a16="http://schemas.microsoft.com/office/drawing/2014/main" id="{DCE6D5FB-5128-84ED-8909-686C6A399387}"/>
              </a:ext>
            </a:extLst>
          </p:cNvPr>
          <p:cNvSpPr>
            <a:spLocks noGrp="1"/>
          </p:cNvSpPr>
          <p:nvPr>
            <p:ph type="pic" sz="quarter" idx="13" hasCustomPrompt="1"/>
          </p:nvPr>
        </p:nvSpPr>
        <p:spPr bwMode="gray">
          <a:xfrm>
            <a:off x="0" y="0"/>
            <a:ext cx="12192000" cy="6860241"/>
          </a:xfrm>
          <a:prstGeom prst="rect">
            <a:avLst/>
          </a:prstGeom>
          <a:noFill/>
        </p:spPr>
        <p:txBody>
          <a:bodyPr tIns="2743200" bIns="0" anchor="ctr"/>
          <a:lstStyle>
            <a:lvl1pPr marL="0" indent="0" algn="ctr">
              <a:buFontTx/>
              <a:buNone/>
              <a:defRPr sz="2400">
                <a:solidFill>
                  <a:srgbClr val="FF7A00"/>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a:t>Click to add image. Then Reorder: Send to back</a:t>
            </a:r>
          </a:p>
        </p:txBody>
      </p:sp>
      <p:sp>
        <p:nvSpPr>
          <p:cNvPr id="10" name="NTT DATA Global Logo" descr="NTT DATA Global Logo">
            <a:extLst>
              <a:ext uri="{FF2B5EF4-FFF2-40B4-BE49-F238E27FC236}">
                <a16:creationId xmlns:a16="http://schemas.microsoft.com/office/drawing/2014/main" id="{188EBC45-4F1C-E0B0-9BB4-2942DDBDBEAF}"/>
              </a:ext>
            </a:extLst>
          </p:cNvPr>
          <p:cNvSpPr>
            <a:spLocks noGrp="1" noChangeAspect="1"/>
          </p:cNvSpPr>
          <p:nvPr>
            <p:ph type="body" sz="quarter" idx="17" hasCustomPrompt="1"/>
          </p:nvPr>
        </p:nvSpPr>
        <p:spPr bwMode="gray">
          <a:xfrm>
            <a:off x="3403200" y="2879266"/>
            <a:ext cx="5385600" cy="1099468"/>
          </a:xfrm>
          <a:prstGeom prst="rect">
            <a:avLst/>
          </a:prstGeom>
          <a:blipFill dpi="0" rotWithShape="1">
            <a:blip r:embed="rId2"/>
            <a:srcRect/>
            <a:stretch>
              <a:fillRect/>
            </a:stretch>
          </a:blipFill>
        </p:spPr>
        <p:txBody>
          <a:bodyPr wrap="none" lIns="0" tIns="0" rIns="0" bIns="0"/>
          <a:lstStyle>
            <a:lvl1pPr>
              <a:defRPr sz="200">
                <a:solidFill>
                  <a:schemeClr val="accent2"/>
                </a:solidFill>
              </a:defRPr>
            </a:lvl1pPr>
            <a:lvl2pPr>
              <a:defRPr>
                <a:noFill/>
              </a:defRPr>
            </a:lvl2pPr>
            <a:lvl3pPr>
              <a:defRPr>
                <a:noFill/>
              </a:defRPr>
            </a:lvl3pPr>
            <a:lvl4pPr>
              <a:defRPr>
                <a:noFill/>
              </a:defRPr>
            </a:lvl4pPr>
            <a:lvl5pPr>
              <a:defRPr>
                <a:noFill/>
              </a:defRPr>
            </a:lvl5pPr>
          </a:lstStyle>
          <a:p>
            <a:pPr lvl="0"/>
            <a:r>
              <a:rPr lang="en-US"/>
              <a:t> </a:t>
            </a:r>
          </a:p>
        </p:txBody>
      </p:sp>
    </p:spTree>
    <p:extLst>
      <p:ext uri="{BB962C8B-B14F-4D97-AF65-F5344CB8AC3E}">
        <p14:creationId xmlns:p14="http://schemas.microsoft.com/office/powerpoint/2010/main" val="30323057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slideLayout" Target="../slideLayouts/slideLayout29.xml"/><Relationship Id="rId4" Type="http://schemas.openxmlformats.org/officeDocument/2006/relationships/slideLayout" Target="../slideLayouts/slideLayout30.xml"/><Relationship Id="rId5" Type="http://schemas.openxmlformats.org/officeDocument/2006/relationships/slideLayout" Target="../slideLayouts/slideLayout31.xml"/><Relationship Id="rId6" Type="http://schemas.openxmlformats.org/officeDocument/2006/relationships/slideLayout" Target="../slideLayouts/slideLayout32.xml"/><Relationship Id="rId7" Type="http://schemas.openxmlformats.org/officeDocument/2006/relationships/slideLayout" Target="../slideLayouts/slideLayout33.xml"/><Relationship Id="rId8" Type="http://schemas.openxmlformats.org/officeDocument/2006/relationships/slideLayout" Target="../slideLayouts/slideLayout34.xml"/><Relationship Id="rId9" Type="http://schemas.openxmlformats.org/officeDocument/2006/relationships/slideLayout" Target="../slideLayouts/slideLayout35.xml"/><Relationship Id="rId10" Type="http://schemas.openxmlformats.org/officeDocument/2006/relationships/slideLayout" Target="../slideLayouts/slideLayout36.xml"/><Relationship Id="rId11" Type="http://schemas.openxmlformats.org/officeDocument/2006/relationships/slideLayout" Target="../slideLayouts/slideLayout37.xml"/><Relationship Id="rId12" Type="http://schemas.openxmlformats.org/officeDocument/2006/relationships/slideLayout" Target="../slideLayouts/slideLayout38.xml"/><Relationship Id="rId13" Type="http://schemas.openxmlformats.org/officeDocument/2006/relationships/slideLayout" Target="../slideLayouts/slideLayout39.xml"/><Relationship Id="rId14" Type="http://schemas.openxmlformats.org/officeDocument/2006/relationships/slideLayout" Target="../slideLayouts/slideLayout40.xml"/><Relationship Id="rId15" Type="http://schemas.openxmlformats.org/officeDocument/2006/relationships/slideLayout" Target="../slideLayouts/slideLayout41.xml"/><Relationship Id="rId16" Type="http://schemas.openxmlformats.org/officeDocument/2006/relationships/slideLayout" Target="../slideLayouts/slideLayout42.xml"/><Relationship Id="rId17" Type="http://schemas.openxmlformats.org/officeDocument/2006/relationships/slideLayout" Target="../slideLayouts/slideLayout43.xml"/><Relationship Id="rId18" Type="http://schemas.openxmlformats.org/officeDocument/2006/relationships/slideLayout" Target="../slideLayouts/slideLayout44.xml"/><Relationship Id="rId19" Type="http://schemas.openxmlformats.org/officeDocument/2006/relationships/slideLayout" Target="../slideLayouts/slideLayout45.xml"/><Relationship Id="rId20" Type="http://schemas.openxmlformats.org/officeDocument/2006/relationships/slideLayout" Target="../slideLayouts/slideLayout46.xml"/><Relationship Id="rId21" Type="http://schemas.openxmlformats.org/officeDocument/2006/relationships/slideLayout" Target="../slideLayouts/slideLayout47.xml"/><Relationship Id="rId22" Type="http://schemas.openxmlformats.org/officeDocument/2006/relationships/slideLayout" Target="../slideLayouts/slideLayout48.xml"/><Relationship Id="rId23" Type="http://schemas.openxmlformats.org/officeDocument/2006/relationships/slideLayout" Target="../slideLayouts/slideLayout49.xml"/><Relationship Id="rId24" Type="http://schemas.openxmlformats.org/officeDocument/2006/relationships/slideLayout" Target="../slideLayouts/slideLayout50.xml"/><Relationship Id="rId25" Type="http://schemas.openxmlformats.org/officeDocument/2006/relationships/slideLayout" Target="../slideLayouts/slideLayout51.xml"/><Relationship Id="rId26" Type="http://schemas.openxmlformats.org/officeDocument/2006/relationships/slideLayout" Target="../slideLayouts/slideLayout52.xml"/><Relationship Id="rId2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74404F-43CD-40C8-B408-4B36050B4048}"/>
              </a:ext>
            </a:extLst>
          </p:cNvPr>
          <p:cNvSpPr>
            <a:spLocks noGrp="1"/>
          </p:cNvSpPr>
          <p:nvPr>
            <p:ph type="title"/>
          </p:nvPr>
        </p:nvSpPr>
        <p:spPr bwMode="gray">
          <a:xfrm>
            <a:off x="371475" y="333375"/>
            <a:ext cx="11449050" cy="792000"/>
          </a:xfrm>
          <a:prstGeom prst="rect">
            <a:avLst/>
          </a:prstGeom>
        </p:spPr>
        <p:txBody>
          <a:bodyPr vert="horz" lIns="0" tIns="0" rIns="0" bIns="0" rtlCol="0" anchor="t">
            <a:noAutofit/>
          </a:bodyPr>
          <a:lstStyle/>
          <a:p>
            <a:r>
              <a:rPr lang="en-US"/>
              <a:t>Click to edit Master title</a:t>
            </a:r>
          </a:p>
        </p:txBody>
      </p:sp>
      <p:sp>
        <p:nvSpPr>
          <p:cNvPr id="3" name="Text Placeholder 2">
            <a:extLst>
              <a:ext uri="{FF2B5EF4-FFF2-40B4-BE49-F238E27FC236}">
                <a16:creationId xmlns:a16="http://schemas.microsoft.com/office/drawing/2014/main" id="{C844632A-2918-4D07-821E-9CC4B7A378DA}"/>
              </a:ext>
            </a:extLst>
          </p:cNvPr>
          <p:cNvSpPr>
            <a:spLocks noGrp="1"/>
          </p:cNvSpPr>
          <p:nvPr>
            <p:ph type="body" idx="1"/>
          </p:nvPr>
        </p:nvSpPr>
        <p:spPr bwMode="gray">
          <a:xfrm>
            <a:off x="371475" y="1412875"/>
            <a:ext cx="11449050" cy="4824413"/>
          </a:xfrm>
          <a:prstGeom prst="rect">
            <a:avLst/>
          </a:prstGeom>
        </p:spPr>
        <p:txBody>
          <a:bodyPr vert="horz" lIns="0" tIns="0" rIns="0" bIns="0" rtlCol="0">
            <a:no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5" name="Footer Placeholder 4">
            <a:extLst>
              <a:ext uri="{FF2B5EF4-FFF2-40B4-BE49-F238E27FC236}">
                <a16:creationId xmlns:a16="http://schemas.microsoft.com/office/drawing/2014/main" id="{A37B7396-CF44-41A3-ABC7-B95299F0C012}"/>
              </a:ext>
            </a:extLst>
          </p:cNvPr>
          <p:cNvSpPr>
            <a:spLocks noGrp="1"/>
          </p:cNvSpPr>
          <p:nvPr>
            <p:ph type="ftr" sz="quarter" idx="3"/>
          </p:nvPr>
        </p:nvSpPr>
        <p:spPr bwMode="gray">
          <a:xfrm>
            <a:off x="371475" y="6546253"/>
            <a:ext cx="4852035" cy="123111"/>
          </a:xfrm>
          <a:prstGeom prst="rect">
            <a:avLst/>
          </a:prstGeom>
          <a:ln>
            <a:noFill/>
          </a:ln>
        </p:spPr>
        <p:txBody>
          <a:bodyPr vert="horz" lIns="0" tIns="0" rIns="0" bIns="0" rtlCol="0" anchor="ctr">
            <a:spAutoFit/>
          </a:bodyPr>
          <a:lstStyle>
            <a:lvl1pPr algn="l">
              <a:lnSpc>
                <a:spcPct val="100000"/>
              </a:lnSpc>
              <a:defRPr sz="800">
                <a:solidFill>
                  <a:schemeClr val="accent6"/>
                </a:solidFill>
              </a:defRPr>
            </a:lvl1pPr>
          </a:lstStyle>
          <a:p>
            <a:r>
              <a:rPr lang="en-US"/>
              <a:t>© </a:t>
            </a:r>
            <a:fld id="{46C5DC35-6722-47A3-9302-D8C7CA6EE954}" type="datetimeyyyy">
              <a:rPr lang="en-US" smtClean="0"/>
              <a:pPr/>
              <a:t>2026</a:t>
            </a:fld>
            <a:r>
              <a:rPr lang="en-US"/>
              <a:t> NTT DATA Business Solutions</a:t>
            </a:r>
          </a:p>
        </p:txBody>
      </p:sp>
      <p:sp>
        <p:nvSpPr>
          <p:cNvPr id="6" name="Slide Number Placeholder 5">
            <a:extLst>
              <a:ext uri="{FF2B5EF4-FFF2-40B4-BE49-F238E27FC236}">
                <a16:creationId xmlns:a16="http://schemas.microsoft.com/office/drawing/2014/main" id="{BE603A65-CACD-4E1E-A1C2-FC8F9891C191}"/>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sp>
        <p:nvSpPr>
          <p:cNvPr id="8" name="Textfeld 7">
            <a:extLst>
              <a:ext uri="{FF2B5EF4-FFF2-40B4-BE49-F238E27FC236}">
                <a16:creationId xmlns:a16="http://schemas.microsoft.com/office/drawing/2014/main" id="{6A9351CE-7D27-8427-F777-81AF283C9A11}"/>
              </a:ext>
            </a:extLst>
          </p:cNvPr>
          <p:cNvSpPr txBox="1"/>
          <p:nvPr userDrawn="1">
            <p:extLst>
              <p:ext uri="{1162E1C5-73C7-4A58-AE30-91384D911F3F}">
                <p184:classification xmlns:p184="http://schemas.microsoft.com/office/powerpoint/2018/4/main" val="hdr"/>
              </p:ext>
            </p:extLst>
          </p:nvPr>
        </p:nvSpPr>
        <p:spPr>
          <a:xfrm>
            <a:off x="5679250" y="63500"/>
            <a:ext cx="865187" cy="182880"/>
          </a:xfrm>
          <a:prstGeom prst="rect">
            <a:avLst/>
          </a:prstGeom>
        </p:spPr>
        <p:txBody>
          <a:bodyPr horzOverflow="overflow" lIns="0" tIns="0" rIns="0" bIns="0">
            <a:spAutoFit/>
          </a:bodyPr>
          <a:lstStyle/>
          <a:p>
            <a:pPr algn="l"/>
            <a:r>
              <a:rPr lang="de-DE" sz="1200">
                <a:solidFill>
                  <a:srgbClr val="008000">
                    <a:alpha val="50000"/>
                  </a:srgbClr>
                </a:solidFill>
                <a:latin typeface="Aptos" panose="020B0004020202020204" pitchFamily="34" charset="0"/>
              </a:rPr>
              <a:t>RESTRICTED</a:t>
            </a:r>
          </a:p>
        </p:txBody>
      </p:sp>
    </p:spTree>
    <p:extLst>
      <p:ext uri="{BB962C8B-B14F-4D97-AF65-F5344CB8AC3E}">
        <p14:creationId xmlns:p14="http://schemas.microsoft.com/office/powerpoint/2010/main" val="2874697767"/>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75" r:id="rId4"/>
    <p:sldLayoutId id="2147483718" r:id="rId5"/>
    <p:sldLayoutId id="2147483737" r:id="rId6"/>
    <p:sldLayoutId id="2147483736" r:id="rId7"/>
    <p:sldLayoutId id="2147483687" r:id="rId8"/>
    <p:sldLayoutId id="2147483650" r:id="rId9"/>
    <p:sldLayoutId id="2147483698" r:id="rId10"/>
    <p:sldLayoutId id="2147483771" r:id="rId11"/>
    <p:sldLayoutId id="2147483731" r:id="rId12"/>
    <p:sldLayoutId id="2147483773" r:id="rId13"/>
    <p:sldLayoutId id="2147483774" r:id="rId14"/>
    <p:sldLayoutId id="2147483678" r:id="rId15"/>
    <p:sldLayoutId id="2147483732" r:id="rId16"/>
    <p:sldLayoutId id="2147483734" r:id="rId17"/>
    <p:sldLayoutId id="2147483765" r:id="rId18"/>
    <p:sldLayoutId id="2147483691" r:id="rId19"/>
    <p:sldLayoutId id="2147483735" r:id="rId20"/>
    <p:sldLayoutId id="2147483777" r:id="rId21"/>
    <p:sldLayoutId id="2147483778" r:id="rId22"/>
    <p:sldLayoutId id="2147483779" r:id="rId23"/>
    <p:sldLayoutId id="2147483780" r:id="rId24"/>
    <p:sldLayoutId id="2147483679" r:id="rId25"/>
    <p:sldLayoutId id="2147483729" r:id="rId26"/>
  </p:sldLayoutIdLst>
  <p:hf hdr="0"/>
  <p:txStyles>
    <p:titleStyle>
      <a:lvl1pPr algn="l" defTabSz="914400" rtl="0" eaLnBrk="1" latinLnBrk="0" hangingPunct="1">
        <a:lnSpc>
          <a:spcPct val="90000"/>
        </a:lnSpc>
        <a:spcBef>
          <a:spcPct val="0"/>
        </a:spcBef>
        <a:buNone/>
        <a:defRPr sz="2400" b="0" kern="1200">
          <a:solidFill>
            <a:schemeClr val="bg1"/>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lang="en-US" sz="1800" kern="1200" dirty="0">
          <a:solidFill>
            <a:schemeClr val="tx2"/>
          </a:solidFill>
          <a:latin typeface="+mn-lt"/>
          <a:ea typeface="+mn-ea"/>
          <a:cs typeface="+mn-cs"/>
        </a:defRPr>
      </a:lvl1pPr>
      <a:lvl2pPr marL="216000" indent="-216000" algn="l" defTabSz="914400" rtl="0" eaLnBrk="1" latinLnBrk="0" hangingPunct="1">
        <a:lnSpc>
          <a:spcPct val="100000"/>
        </a:lnSpc>
        <a:spcBef>
          <a:spcPts val="500"/>
        </a:spcBef>
        <a:buClr>
          <a:schemeClr val="tx2"/>
        </a:buClr>
        <a:buFont typeface="Arial" panose="020B0604020202020204" pitchFamily="34" charset="0"/>
        <a:buChar char="•"/>
        <a:defRPr lang="en-US" sz="1800" kern="1200" dirty="0">
          <a:solidFill>
            <a:schemeClr val="tx2"/>
          </a:solidFill>
          <a:latin typeface="+mn-lt"/>
          <a:ea typeface="+mn-ea"/>
          <a:cs typeface="+mn-cs"/>
        </a:defRPr>
      </a:lvl2pPr>
      <a:lvl3pPr marL="432000" indent="-216000" algn="l" defTabSz="914400" rtl="0" eaLnBrk="1" latinLnBrk="0" hangingPunct="1">
        <a:lnSpc>
          <a:spcPct val="100000"/>
        </a:lnSpc>
        <a:spcBef>
          <a:spcPts val="500"/>
        </a:spcBef>
        <a:buClr>
          <a:schemeClr val="tx2"/>
        </a:buClr>
        <a:buFont typeface="Arial" panose="020B0604020202020204" pitchFamily="34" charset="0"/>
        <a:buChar char="»"/>
        <a:defRPr lang="en-US" sz="1600" kern="1200" dirty="0">
          <a:solidFill>
            <a:schemeClr val="tx2"/>
          </a:solidFill>
          <a:latin typeface="+mn-lt"/>
          <a:ea typeface="+mn-ea"/>
          <a:cs typeface="+mn-cs"/>
        </a:defRPr>
      </a:lvl3pPr>
      <a:lvl4pPr marL="648000" indent="-216000" algn="l" defTabSz="914400" rtl="0" eaLnBrk="1" latinLnBrk="0" hangingPunct="1">
        <a:lnSpc>
          <a:spcPct val="100000"/>
        </a:lnSpc>
        <a:spcBef>
          <a:spcPts val="500"/>
        </a:spcBef>
        <a:buClr>
          <a:schemeClr val="tx2"/>
        </a:buClr>
        <a:buFont typeface="Arial" panose="020B0604020202020204" pitchFamily="34" charset="0"/>
        <a:buChar char="•"/>
        <a:defRPr lang="en-US" sz="1600" kern="1200" dirty="0">
          <a:solidFill>
            <a:schemeClr val="tx2"/>
          </a:solidFill>
          <a:latin typeface="+mn-lt"/>
          <a:ea typeface="+mn-ea"/>
          <a:cs typeface="+mn-cs"/>
        </a:defRPr>
      </a:lvl4pPr>
      <a:lvl5pPr marL="864000" indent="-216000" algn="l" defTabSz="914400" rtl="0" eaLnBrk="1" latinLnBrk="0" hangingPunct="1">
        <a:lnSpc>
          <a:spcPct val="100000"/>
        </a:lnSpc>
        <a:spcBef>
          <a:spcPts val="500"/>
        </a:spcBef>
        <a:buClr>
          <a:schemeClr val="tx2"/>
        </a:buClr>
        <a:buFont typeface="Arial" panose="020B0604020202020204" pitchFamily="34" charset="0"/>
        <a:buChar char="»"/>
        <a:defRPr lang="en-US" sz="1600" kern="1200" dirty="0">
          <a:solidFill>
            <a:schemeClr val="tx2"/>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p:bodyStyle>
    <p:otherStyle>
      <a:defPPr>
        <a:defRPr lang="en-US"/>
      </a:defPPr>
      <a:lvl1pPr marL="0" indent="0" algn="l" defTabSz="914400" rtl="0" eaLnBrk="1" latinLnBrk="0" hangingPunct="1">
        <a:lnSpc>
          <a:spcPct val="110000"/>
        </a:lnSpc>
        <a:spcBef>
          <a:spcPts val="600"/>
        </a:spcBef>
        <a:buFontTx/>
        <a:buNone/>
        <a:defRPr sz="1800" kern="1200">
          <a:solidFill>
            <a:schemeClr val="tx2"/>
          </a:solidFill>
          <a:latin typeface="+mn-lt"/>
          <a:ea typeface="+mn-ea"/>
          <a:cs typeface="+mn-cs"/>
        </a:defRPr>
      </a:lvl1pPr>
      <a:lvl2pPr marL="0" indent="0" algn="l" defTabSz="914400" rtl="0" eaLnBrk="1" latinLnBrk="0" hangingPunct="1">
        <a:lnSpc>
          <a:spcPct val="110000"/>
        </a:lnSpc>
        <a:spcBef>
          <a:spcPts val="600"/>
        </a:spcBef>
        <a:buFontTx/>
        <a:buNone/>
        <a:defRPr sz="1400" kern="1200">
          <a:solidFill>
            <a:schemeClr val="tx2"/>
          </a:solidFill>
          <a:latin typeface="+mn-lt"/>
          <a:ea typeface="+mn-ea"/>
          <a:cs typeface="+mn-cs"/>
        </a:defRPr>
      </a:lvl2pPr>
      <a:lvl3pPr marL="216000" indent="-216000" algn="l" defTabSz="914400" rtl="0" eaLnBrk="1" latinLnBrk="0" hangingPunct="1">
        <a:lnSpc>
          <a:spcPct val="90000"/>
        </a:lnSpc>
        <a:spcBef>
          <a:spcPts val="600"/>
        </a:spcBef>
        <a:buClr>
          <a:schemeClr val="accent1"/>
        </a:buClr>
        <a:buFont typeface="Wingdings" panose="05000000000000000000" pitchFamily="2" charset="2"/>
        <a:buChar char="§"/>
        <a:defRPr sz="1400" kern="1200">
          <a:solidFill>
            <a:schemeClr val="tx2"/>
          </a:solidFill>
          <a:latin typeface="+mn-lt"/>
          <a:ea typeface="+mn-ea"/>
          <a:cs typeface="+mn-cs"/>
        </a:defRPr>
      </a:lvl3pPr>
      <a:lvl4pPr marL="432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4pPr>
      <a:lvl5pPr marL="648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p:otherStyle>
  </p:txStyles>
  <p:extLst>
    <p:ext uri="{27BBF7A9-308A-43DC-89C8-2F10F3537804}">
      <p15:sldGuideLst xmlns:p15="http://schemas.microsoft.com/office/powerpoint/2012/main">
        <p15:guide id="1" orient="horz" pos="210" userDrawn="1">
          <p15:clr>
            <a:srgbClr val="F26B43"/>
          </p15:clr>
        </p15:guide>
        <p15:guide id="3" orient="horz" pos="890" userDrawn="1">
          <p15:clr>
            <a:srgbClr val="F26B43"/>
          </p15:clr>
        </p15:guide>
        <p15:guide id="4" orient="horz" pos="3929" userDrawn="1">
          <p15:clr>
            <a:srgbClr val="F26B43"/>
          </p15:clr>
        </p15:guide>
        <p15:guide id="5" pos="234" userDrawn="1">
          <p15:clr>
            <a:srgbClr val="F26B43"/>
          </p15:clr>
        </p15:guide>
        <p15:guide id="6" pos="3840" userDrawn="1">
          <p15:clr>
            <a:srgbClr val="F26B43"/>
          </p15:clr>
        </p15:guide>
        <p15:guide id="8" pos="744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74404F-43CD-40C8-B408-4B36050B4048}"/>
              </a:ext>
            </a:extLst>
          </p:cNvPr>
          <p:cNvSpPr>
            <a:spLocks noGrp="1"/>
          </p:cNvSpPr>
          <p:nvPr>
            <p:ph type="title"/>
          </p:nvPr>
        </p:nvSpPr>
        <p:spPr bwMode="gray">
          <a:xfrm>
            <a:off x="371475" y="333375"/>
            <a:ext cx="11449050" cy="792000"/>
          </a:xfrm>
          <a:prstGeom prst="rect">
            <a:avLst/>
          </a:prstGeom>
        </p:spPr>
        <p:txBody>
          <a:bodyPr vert="horz" lIns="0" tIns="0" rIns="0" bIns="0" rtlCol="0" anchor="t">
            <a:noAutofit/>
          </a:bodyPr>
          <a:lstStyle/>
          <a:p>
            <a:r>
              <a:rPr lang="en-US"/>
              <a:t>Click to edit Master title</a:t>
            </a:r>
          </a:p>
        </p:txBody>
      </p:sp>
      <p:sp>
        <p:nvSpPr>
          <p:cNvPr id="5" name="Footer Placeholder 4">
            <a:extLst>
              <a:ext uri="{FF2B5EF4-FFF2-40B4-BE49-F238E27FC236}">
                <a16:creationId xmlns:a16="http://schemas.microsoft.com/office/drawing/2014/main" id="{A37B7396-CF44-41A3-ABC7-B95299F0C012}"/>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a:t>
            </a:r>
            <a:fld id="{C6C70840-BA80-4E9C-89D1-2C507D9D7099}" type="datetimeyyyy">
              <a:rPr lang="en-US" smtClean="0"/>
              <a:pPr/>
              <a:t>2026</a:t>
            </a:fld>
            <a:r>
              <a:rPr lang="en-US"/>
              <a:t> NTT DATA Business Solutions</a:t>
            </a:r>
          </a:p>
        </p:txBody>
      </p:sp>
      <p:sp>
        <p:nvSpPr>
          <p:cNvPr id="6" name="Slide Number Placeholder 5">
            <a:extLst>
              <a:ext uri="{FF2B5EF4-FFF2-40B4-BE49-F238E27FC236}">
                <a16:creationId xmlns:a16="http://schemas.microsoft.com/office/drawing/2014/main" id="{BE603A65-CACD-4E1E-A1C2-FC8F9891C191}"/>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11" name="Text Placeholder 2">
            <a:extLst>
              <a:ext uri="{FF2B5EF4-FFF2-40B4-BE49-F238E27FC236}">
                <a16:creationId xmlns:a16="http://schemas.microsoft.com/office/drawing/2014/main" id="{DB22E3CC-1B88-CF67-AD2F-D65E37E3716E}"/>
              </a:ext>
            </a:extLst>
          </p:cNvPr>
          <p:cNvSpPr>
            <a:spLocks noGrp="1"/>
          </p:cNvSpPr>
          <p:nvPr>
            <p:ph type="body" idx="1"/>
          </p:nvPr>
        </p:nvSpPr>
        <p:spPr bwMode="gray">
          <a:xfrm>
            <a:off x="371475" y="1412875"/>
            <a:ext cx="11449050" cy="482441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feld 3">
            <a:extLst>
              <a:ext uri="{FF2B5EF4-FFF2-40B4-BE49-F238E27FC236}">
                <a16:creationId xmlns:a16="http://schemas.microsoft.com/office/drawing/2014/main" id="{E288F54E-CB67-6354-8744-4ACA715CAB17}"/>
              </a:ext>
            </a:extLst>
          </p:cNvPr>
          <p:cNvSpPr txBox="1"/>
          <p:nvPr userDrawn="1">
            <p:extLst>
              <p:ext uri="{1162E1C5-73C7-4A58-AE30-91384D911F3F}">
                <p184:classification xmlns:p184="http://schemas.microsoft.com/office/powerpoint/2018/4/main" val="hdr"/>
              </p:ext>
            </p:extLst>
          </p:nvPr>
        </p:nvSpPr>
        <p:spPr>
          <a:xfrm>
            <a:off x="5679250" y="63500"/>
            <a:ext cx="865187" cy="182880"/>
          </a:xfrm>
          <a:prstGeom prst="rect">
            <a:avLst/>
          </a:prstGeom>
        </p:spPr>
        <p:txBody>
          <a:bodyPr horzOverflow="overflow" lIns="0" tIns="0" rIns="0" bIns="0">
            <a:spAutoFit/>
          </a:bodyPr>
          <a:lstStyle/>
          <a:p>
            <a:pPr algn="l"/>
            <a:r>
              <a:rPr lang="de-DE" sz="1200">
                <a:solidFill>
                  <a:srgbClr val="008000">
                    <a:alpha val="50000"/>
                  </a:srgbClr>
                </a:solidFill>
                <a:latin typeface="Aptos" panose="020B0004020202020204" pitchFamily="34" charset="0"/>
              </a:rPr>
              <a:t>RESTRICTED</a:t>
            </a:r>
          </a:p>
        </p:txBody>
      </p:sp>
    </p:spTree>
    <p:extLst>
      <p:ext uri="{BB962C8B-B14F-4D97-AF65-F5344CB8AC3E}">
        <p14:creationId xmlns:p14="http://schemas.microsoft.com/office/powerpoint/2010/main" val="4099640385"/>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67" r:id="rId3"/>
    <p:sldLayoutId id="2147483768" r:id="rId4"/>
    <p:sldLayoutId id="2147483746" r:id="rId5"/>
    <p:sldLayoutId id="2147483747" r:id="rId6"/>
    <p:sldLayoutId id="2147483748" r:id="rId7"/>
    <p:sldLayoutId id="2147483750" r:id="rId8"/>
    <p:sldLayoutId id="2147483751" r:id="rId9"/>
    <p:sldLayoutId id="2147483752" r:id="rId10"/>
    <p:sldLayoutId id="2147483770" r:id="rId11"/>
    <p:sldLayoutId id="2147483754" r:id="rId12"/>
    <p:sldLayoutId id="2147483769" r:id="rId13"/>
    <p:sldLayoutId id="2147483772" r:id="rId14"/>
    <p:sldLayoutId id="2147483755" r:id="rId15"/>
    <p:sldLayoutId id="2147483756" r:id="rId16"/>
    <p:sldLayoutId id="2147483757" r:id="rId17"/>
    <p:sldLayoutId id="2147483764" r:id="rId18"/>
    <p:sldLayoutId id="2147483758" r:id="rId19"/>
    <p:sldLayoutId id="2147483760" r:id="rId20"/>
    <p:sldLayoutId id="2147483781" r:id="rId21"/>
    <p:sldLayoutId id="2147483782" r:id="rId22"/>
    <p:sldLayoutId id="2147483783" r:id="rId23"/>
    <p:sldLayoutId id="2147483784" r:id="rId24"/>
    <p:sldLayoutId id="2147483761" r:id="rId25"/>
    <p:sldLayoutId id="2147483762" r:id="rId26"/>
  </p:sldLayoutIdLst>
  <p:hf hdr="0"/>
  <p:txStyles>
    <p:titleStyle>
      <a:lvl1pPr algn="l" defTabSz="914400" rtl="0" eaLnBrk="1" latinLnBrk="0" hangingPunct="1">
        <a:lnSpc>
          <a:spcPct val="90000"/>
        </a:lnSpc>
        <a:spcBef>
          <a:spcPct val="0"/>
        </a:spcBef>
        <a:buNone/>
        <a:defRPr sz="24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lang="en-US" sz="1800" kern="1200" dirty="0">
          <a:solidFill>
            <a:schemeClr val="tx1"/>
          </a:solidFill>
          <a:latin typeface="+mn-lt"/>
          <a:ea typeface="+mn-ea"/>
          <a:cs typeface="+mn-cs"/>
        </a:defRPr>
      </a:lvl1pPr>
      <a:lvl2pPr marL="285750" indent="-285750" algn="l" defTabSz="914400" rtl="0" eaLnBrk="1" latinLnBrk="0" hangingPunct="1">
        <a:lnSpc>
          <a:spcPct val="100000"/>
        </a:lnSpc>
        <a:spcBef>
          <a:spcPts val="500"/>
        </a:spcBef>
        <a:buClr>
          <a:schemeClr val="tx1"/>
        </a:buClr>
        <a:buFont typeface="Arial" panose="020B0604020202020204" pitchFamily="34" charset="0"/>
        <a:buChar char="•"/>
        <a:defRPr lang="en-US" sz="1800" kern="1200" dirty="0">
          <a:solidFill>
            <a:schemeClr val="tx1"/>
          </a:solidFill>
          <a:latin typeface="+mn-lt"/>
          <a:ea typeface="+mn-ea"/>
          <a:cs typeface="+mn-cs"/>
        </a:defRPr>
      </a:lvl2pPr>
      <a:lvl3pPr marL="536575" indent="-268288" algn="l" defTabSz="914400" rtl="0" eaLnBrk="1" latinLnBrk="0" hangingPunct="1">
        <a:lnSpc>
          <a:spcPct val="100000"/>
        </a:lnSpc>
        <a:spcBef>
          <a:spcPts val="500"/>
        </a:spcBef>
        <a:buClr>
          <a:schemeClr val="tx1"/>
        </a:buClr>
        <a:buFont typeface="Arial" panose="020B0604020202020204" pitchFamily="34" charset="0"/>
        <a:buChar char="»"/>
        <a:defRPr lang="en-US" sz="1600" kern="1200" dirty="0">
          <a:solidFill>
            <a:schemeClr val="tx1"/>
          </a:solidFill>
          <a:latin typeface="+mn-lt"/>
          <a:ea typeface="+mn-ea"/>
          <a:cs typeface="+mn-cs"/>
        </a:defRPr>
      </a:lvl3pPr>
      <a:lvl4pPr marL="804863" indent="-268288" algn="l" defTabSz="914400" rtl="0" eaLnBrk="1" latinLnBrk="0" hangingPunct="1">
        <a:lnSpc>
          <a:spcPct val="100000"/>
        </a:lnSpc>
        <a:spcBef>
          <a:spcPts val="500"/>
        </a:spcBef>
        <a:buClr>
          <a:schemeClr val="tx1"/>
        </a:buClr>
        <a:buFont typeface="Arial" panose="020B0604020202020204" pitchFamily="34" charset="0"/>
        <a:buChar char="•"/>
        <a:defRPr lang="en-US" sz="1600" kern="1200" dirty="0">
          <a:solidFill>
            <a:schemeClr val="tx1"/>
          </a:solidFill>
          <a:latin typeface="+mn-lt"/>
          <a:ea typeface="+mn-ea"/>
          <a:cs typeface="+mn-cs"/>
        </a:defRPr>
      </a:lvl4pPr>
      <a:lvl5pPr marL="1077913" indent="-273050" algn="l" defTabSz="914400" rtl="0" eaLnBrk="1" latinLnBrk="0" hangingPunct="1">
        <a:lnSpc>
          <a:spcPct val="100000"/>
        </a:lnSpc>
        <a:spcBef>
          <a:spcPts val="500"/>
        </a:spcBef>
        <a:buClr>
          <a:schemeClr val="tx1"/>
        </a:buClr>
        <a:buFont typeface="Arial" panose="020B0604020202020204" pitchFamily="34" charset="0"/>
        <a:buChar char="»"/>
        <a:defRPr lang="en-US" sz="1600" kern="1200" dirty="0">
          <a:solidFill>
            <a:schemeClr val="tx1"/>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p:bodyStyle>
    <p:otherStyle>
      <a:defPPr>
        <a:defRPr lang="en-US"/>
      </a:defPPr>
      <a:lvl1pPr marL="0" indent="0" algn="l" defTabSz="914400" rtl="0" eaLnBrk="1" latinLnBrk="0" hangingPunct="1">
        <a:lnSpc>
          <a:spcPct val="110000"/>
        </a:lnSpc>
        <a:spcBef>
          <a:spcPts val="600"/>
        </a:spcBef>
        <a:buFontTx/>
        <a:buNone/>
        <a:defRPr sz="1800" kern="1200">
          <a:solidFill>
            <a:schemeClr val="tx2"/>
          </a:solidFill>
          <a:latin typeface="+mn-lt"/>
          <a:ea typeface="+mn-ea"/>
          <a:cs typeface="+mn-cs"/>
        </a:defRPr>
      </a:lvl1pPr>
      <a:lvl2pPr marL="0" indent="0" algn="l" defTabSz="914400" rtl="0" eaLnBrk="1" latinLnBrk="0" hangingPunct="1">
        <a:lnSpc>
          <a:spcPct val="110000"/>
        </a:lnSpc>
        <a:spcBef>
          <a:spcPts val="600"/>
        </a:spcBef>
        <a:buFontTx/>
        <a:buNone/>
        <a:defRPr sz="1400" kern="1200">
          <a:solidFill>
            <a:schemeClr val="tx2"/>
          </a:solidFill>
          <a:latin typeface="+mn-lt"/>
          <a:ea typeface="+mn-ea"/>
          <a:cs typeface="+mn-cs"/>
        </a:defRPr>
      </a:lvl2pPr>
      <a:lvl3pPr marL="216000" indent="-216000" algn="l" defTabSz="914400" rtl="0" eaLnBrk="1" latinLnBrk="0" hangingPunct="1">
        <a:lnSpc>
          <a:spcPct val="90000"/>
        </a:lnSpc>
        <a:spcBef>
          <a:spcPts val="600"/>
        </a:spcBef>
        <a:buClr>
          <a:schemeClr val="accent1"/>
        </a:buClr>
        <a:buFont typeface="Wingdings" panose="05000000000000000000" pitchFamily="2" charset="2"/>
        <a:buChar char="§"/>
        <a:defRPr sz="1400" kern="1200">
          <a:solidFill>
            <a:schemeClr val="tx2"/>
          </a:solidFill>
          <a:latin typeface="+mn-lt"/>
          <a:ea typeface="+mn-ea"/>
          <a:cs typeface="+mn-cs"/>
        </a:defRPr>
      </a:lvl3pPr>
      <a:lvl4pPr marL="432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4pPr>
      <a:lvl5pPr marL="648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p:otherStyle>
  </p:txStyles>
  <p:extLst>
    <p:ext uri="{27BBF7A9-308A-43DC-89C8-2F10F3537804}">
      <p15:sldGuideLst xmlns:p15="http://schemas.microsoft.com/office/powerpoint/2012/main">
        <p15:guide id="1" orient="horz" pos="210">
          <p15:clr>
            <a:srgbClr val="F26B43"/>
          </p15:clr>
        </p15:guide>
        <p15:guide id="3" orient="horz" pos="890">
          <p15:clr>
            <a:srgbClr val="F26B43"/>
          </p15:clr>
        </p15:guide>
        <p15:guide id="4" orient="horz" pos="3929" userDrawn="1">
          <p15:clr>
            <a:srgbClr val="F26B43"/>
          </p15:clr>
        </p15:guide>
        <p15:guide id="5" pos="234">
          <p15:clr>
            <a:srgbClr val="F26B43"/>
          </p15:clr>
        </p15:guide>
        <p15:guide id="6" pos="3840">
          <p15:clr>
            <a:srgbClr val="F26B43"/>
          </p15:clr>
        </p15:guide>
        <p15:guide id="8" pos="744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17.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17.png"/><Relationship Id="rId3" Type="http://schemas.openxmlformats.org/officeDocument/2006/relationships/image" Target="../media/image16.png"/><Relationship Id="rId4" Type="http://schemas.openxmlformats.org/officeDocument/2006/relationships/image" Target="../media/image19.png"/><Relationship Id="rId5" Type="http://schemas.openxmlformats.org/officeDocument/2006/relationships/image" Target="../media/image2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2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6.png"/><Relationship Id="rId5" Type="http://schemas.openxmlformats.org/officeDocument/2006/relationships/image" Target="../media/image20.png"/><Relationship Id="rId6"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21.png"/><Relationship Id="rId3" Type="http://schemas.openxmlformats.org/officeDocument/2006/relationships/image" Target="../media/image20.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23.png"/><Relationship Id="rId3" Type="http://schemas.openxmlformats.org/officeDocument/2006/relationships/image" Target="../media/image18.png"/><Relationship Id="rId4" Type="http://schemas.openxmlformats.org/officeDocument/2006/relationships/image" Target="../media/image24.png"/><Relationship Id="rId5"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22.png"/><Relationship Id="rId3" Type="http://schemas.openxmlformats.org/officeDocument/2006/relationships/image" Target="../media/image20.png"/><Relationship Id="rId4" Type="http://schemas.openxmlformats.org/officeDocument/2006/relationships/image" Target="../media/image26.png"/><Relationship Id="rId5" Type="http://schemas.openxmlformats.org/officeDocument/2006/relationships/image" Target="../media/image2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16.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8.png"/><Relationship Id="rId6" Type="http://schemas.openxmlformats.org/officeDocument/2006/relationships/image" Target="../media/image22.png"/><Relationship Id="rId7" Type="http://schemas.openxmlformats.org/officeDocument/2006/relationships/image" Target="../media/image2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4CEC355-7920-CBAA-2AD2-5FF8611DA19A}"/>
              </a:ext>
            </a:extLst>
          </p:cNvPr>
          <p:cNvSpPr>
            <a:spLocks noGrp="1"/>
          </p:cNvSpPr>
          <p:nvPr>
            <p:ph type="ftr" sz="quarter" idx="3"/>
          </p:nvPr>
        </p:nvSpPr>
        <p:spPr/>
        <p:txBody>
          <a:bodyPr/>
          <a:lstStyle/>
          <a:p>
            <a:r>
              <a:rPr lang="en-US"/>
              <a:t>© </a:t>
            </a:r>
            <a:fld id="{BD10386A-F078-491A-8D58-536D4066CAE5}" type="datetimeyyyy">
              <a:rPr lang="en-US" smtClean="0"/>
              <a:pPr/>
              <a:t>2026</a:t>
            </a:fld>
            <a:r>
              <a:rPr lang="en-US"/>
              <a:t> NTT DATA Business Solutions</a:t>
            </a:r>
          </a:p>
        </p:txBody>
      </p:sp>
      <p:sp>
        <p:nvSpPr>
          <p:cNvPr id="4" name="Slide Number Placeholder 3">
            <a:extLst>
              <a:ext uri="{FF2B5EF4-FFF2-40B4-BE49-F238E27FC236}">
                <a16:creationId xmlns:a16="http://schemas.microsoft.com/office/drawing/2014/main" id="{1CE1CC02-074D-BB43-3247-A72B4EB88460}"/>
              </a:ext>
            </a:extLst>
          </p:cNvPr>
          <p:cNvSpPr>
            <a:spLocks noGrp="1"/>
          </p:cNvSpPr>
          <p:nvPr>
            <p:ph type="sldNum" sz="quarter" idx="4"/>
          </p:nvPr>
        </p:nvSpPr>
        <p:spPr/>
        <p:txBody>
          <a:bodyPr/>
          <a:lstStyle/>
          <a:p>
            <a:fld id="{13CE6DAF-806F-404B-BC68-339BFCB57E5C}" type="slidenum">
              <a:rPr lang="en-US" smtClean="0"/>
              <a:pPr/>
              <a:t>1</a:t>
            </a:fld>
            <a:endParaRPr lang="en-US"/>
          </a:p>
        </p:txBody>
      </p:sp>
      <p:sp>
        <p:nvSpPr>
          <p:cNvPr id="7" name="Text 6">
            <a:extLst>
              <a:ext uri="{FF2B5EF4-FFF2-40B4-BE49-F238E27FC236}">
                <a16:creationId xmlns:a16="http://schemas.microsoft.com/office/drawing/2014/main" id="{86959537-135E-9A5E-55BB-3EC707A6AA1E}"/>
              </a:ext>
            </a:extLst>
          </p:cNvPr>
          <p:cNvSpPr/>
          <p:nvPr/>
        </p:nvSpPr>
        <p:spPr>
          <a:xfrm>
            <a:off x="411480" y="1005840"/>
            <a:ext cx="4663440" cy="685800"/>
          </a:xfrm>
          <a:prstGeom prst="rect">
            <a:avLst/>
          </a:prstGeom>
          <a:noFill/>
          <a:ln/>
        </p:spPr>
        <p:txBody>
          <a:bodyPr wrap="square" lIns="0" tIns="0" rIns="0" bIns="0" rtlCol="0" anchor="ctr"/>
          <a:lstStyle/>
          <a:p>
            <a:pPr marL="0" indent="0">
              <a:buNone/>
            </a:pPr>
            <a:r>
              <a:rPr lang="en-US" sz="3800" b="1" dirty="0">
                <a:solidFill>
                  <a:srgbClr val="FFFFFF"/>
                </a:solidFill>
                <a:latin typeface="+mj-lt"/>
                <a:ea typeface="Calibri" pitchFamily="34" charset="-122"/>
                <a:cs typeface="Calibri" pitchFamily="34" charset="-120"/>
              </a:rPr>
              <a:t>SAP Supply Chain</a:t>
            </a:r>
            <a:endParaRPr lang="en-US" sz="3800" dirty="0">
              <a:latin typeface="+mj-lt"/>
            </a:endParaRPr>
          </a:p>
        </p:txBody>
      </p:sp>
      <p:sp>
        <p:nvSpPr>
          <p:cNvPr id="8" name="Text 7">
            <a:extLst>
              <a:ext uri="{FF2B5EF4-FFF2-40B4-BE49-F238E27FC236}">
                <a16:creationId xmlns:a16="http://schemas.microsoft.com/office/drawing/2014/main" id="{01320192-2D5A-592B-8FD7-B0DE4BA2338C}"/>
              </a:ext>
            </a:extLst>
          </p:cNvPr>
          <p:cNvSpPr/>
          <p:nvPr/>
        </p:nvSpPr>
        <p:spPr>
          <a:xfrm>
            <a:off x="411480" y="1508760"/>
            <a:ext cx="4663440" cy="685800"/>
          </a:xfrm>
          <a:prstGeom prst="rect">
            <a:avLst/>
          </a:prstGeom>
          <a:noFill/>
          <a:ln/>
        </p:spPr>
        <p:txBody>
          <a:bodyPr wrap="square" lIns="0" tIns="0" rIns="0" bIns="0" rtlCol="0" anchor="ctr"/>
          <a:lstStyle/>
          <a:p>
            <a:pPr marL="0" indent="0">
              <a:buNone/>
            </a:pPr>
            <a:r>
              <a:rPr lang="en-US" sz="3800" b="1" dirty="0">
                <a:solidFill>
                  <a:srgbClr val="50E6FF"/>
                </a:solidFill>
                <a:latin typeface="+mj-lt"/>
                <a:ea typeface="Calibri" pitchFamily="34" charset="-122"/>
                <a:cs typeface="Calibri" pitchFamily="34" charset="-120"/>
              </a:rPr>
              <a:t>Intelligence</a:t>
            </a:r>
            <a:endParaRPr lang="en-US" sz="3800" dirty="0">
              <a:latin typeface="+mj-lt"/>
            </a:endParaRPr>
          </a:p>
        </p:txBody>
      </p:sp>
      <p:sp>
        <p:nvSpPr>
          <p:cNvPr id="9" name="Text 8">
            <a:extLst>
              <a:ext uri="{FF2B5EF4-FFF2-40B4-BE49-F238E27FC236}">
                <a16:creationId xmlns:a16="http://schemas.microsoft.com/office/drawing/2014/main" id="{91CE7D5C-F890-C9CA-E342-F8D954F761EF}"/>
              </a:ext>
            </a:extLst>
          </p:cNvPr>
          <p:cNvSpPr/>
          <p:nvPr/>
        </p:nvSpPr>
        <p:spPr>
          <a:xfrm>
            <a:off x="465772" y="2697480"/>
            <a:ext cx="4663440" cy="731520"/>
          </a:xfrm>
          <a:prstGeom prst="rect">
            <a:avLst/>
          </a:prstGeom>
          <a:noFill/>
          <a:ln/>
        </p:spPr>
        <p:txBody>
          <a:bodyPr wrap="square" lIns="0" tIns="0" rIns="0" bIns="0" rtlCol="0" anchor="ctr"/>
          <a:lstStyle/>
          <a:p>
            <a:pPr marL="0" indent="0">
              <a:buNone/>
            </a:pPr>
            <a:r>
              <a:rPr lang="en-US" sz="1600" dirty="0">
                <a:solidFill>
                  <a:srgbClr val="B8CFE8"/>
                </a:solidFill>
                <a:ea typeface="Calibri" pitchFamily="34" charset="-122"/>
                <a:cs typeface="Calibri" pitchFamily="34" charset="-120"/>
              </a:rPr>
              <a:t>AI-Powered Optimization Across</a:t>
            </a:r>
            <a:endParaRPr lang="en-US" sz="1600" dirty="0"/>
          </a:p>
          <a:p>
            <a:pPr marL="0" indent="0">
              <a:buNone/>
            </a:pPr>
            <a:r>
              <a:rPr lang="en-US" sz="1600" dirty="0">
                <a:solidFill>
                  <a:srgbClr val="B8CFE8"/>
                </a:solidFill>
                <a:ea typeface="Calibri" pitchFamily="34" charset="-122"/>
                <a:cs typeface="Calibri" pitchFamily="34" charset="-120"/>
              </a:rPr>
              <a:t>Demand · Inventory · Planning · Logistics</a:t>
            </a:r>
            <a:endParaRPr lang="en-US" sz="1600" dirty="0"/>
          </a:p>
        </p:txBody>
      </p:sp>
      <p:pic>
        <p:nvPicPr>
          <p:cNvPr id="11" name="Image 0" descr="preencoded.png">
            <a:extLst>
              <a:ext uri="{FF2B5EF4-FFF2-40B4-BE49-F238E27FC236}">
                <a16:creationId xmlns:a16="http://schemas.microsoft.com/office/drawing/2014/main" id="{4B3D7F9D-9AAB-B48F-69B8-DDCDFDD6B525}"/>
              </a:ext>
            </a:extLst>
          </p:cNvPr>
          <p:cNvPicPr>
            <a:picLocks noChangeAspect="1"/>
          </p:cNvPicPr>
          <p:nvPr/>
        </p:nvPicPr>
        <p:blipFill>
          <a:blip r:embed="rId2"/>
          <a:stretch>
            <a:fillRect/>
          </a:stretch>
        </p:blipFill>
        <p:spPr>
          <a:xfrm>
            <a:off x="7431991" y="794198"/>
            <a:ext cx="979850" cy="1153021"/>
          </a:xfrm>
          <a:prstGeom prst="rect">
            <a:avLst/>
          </a:prstGeom>
        </p:spPr>
      </p:pic>
      <p:sp>
        <p:nvSpPr>
          <p:cNvPr id="12" name="Text 9">
            <a:extLst>
              <a:ext uri="{FF2B5EF4-FFF2-40B4-BE49-F238E27FC236}">
                <a16:creationId xmlns:a16="http://schemas.microsoft.com/office/drawing/2014/main" id="{47610C92-D904-B4F6-9264-01204DB64AD7}"/>
              </a:ext>
            </a:extLst>
          </p:cNvPr>
          <p:cNvSpPr/>
          <p:nvPr/>
        </p:nvSpPr>
        <p:spPr>
          <a:xfrm>
            <a:off x="8013443" y="1662687"/>
            <a:ext cx="3474720" cy="822960"/>
          </a:xfrm>
          <a:prstGeom prst="rect">
            <a:avLst/>
          </a:prstGeom>
          <a:noFill/>
          <a:ln/>
        </p:spPr>
        <p:txBody>
          <a:bodyPr wrap="square" lIns="0" tIns="0" rIns="0" bIns="0" rtlCol="0" anchor="ctr"/>
          <a:lstStyle/>
          <a:p>
            <a:pPr marL="0" indent="0" algn="ctr">
              <a:buNone/>
            </a:pPr>
            <a:r>
              <a:rPr lang="en-US" sz="1600" b="1" dirty="0">
                <a:solidFill>
                  <a:srgbClr val="FFFFFF"/>
                </a:solidFill>
                <a:latin typeface="+mj-lt"/>
                <a:ea typeface="Calibri" pitchFamily="34" charset="-122"/>
                <a:cs typeface="Calibri" pitchFamily="34" charset="-120"/>
              </a:rPr>
              <a:t>Microsoft Azure</a:t>
            </a:r>
            <a:endParaRPr lang="en-US" sz="1600" dirty="0">
              <a:latin typeface="+mj-lt"/>
            </a:endParaRPr>
          </a:p>
          <a:p>
            <a:pPr marL="0" indent="0" algn="ctr">
              <a:buNone/>
            </a:pPr>
            <a:r>
              <a:rPr lang="en-US" sz="1600" b="1" dirty="0">
                <a:solidFill>
                  <a:srgbClr val="FFFFFF"/>
                </a:solidFill>
                <a:latin typeface="+mj-lt"/>
                <a:ea typeface="Calibri" pitchFamily="34" charset="-122"/>
                <a:cs typeface="Calibri" pitchFamily="34" charset="-120"/>
              </a:rPr>
              <a:t>&amp; Fabric Platform</a:t>
            </a:r>
            <a:endParaRPr lang="en-US" sz="1600" dirty="0">
              <a:latin typeface="+mj-lt"/>
            </a:endParaRPr>
          </a:p>
        </p:txBody>
      </p:sp>
      <p:sp>
        <p:nvSpPr>
          <p:cNvPr id="13" name="Shape 10">
            <a:extLst>
              <a:ext uri="{FF2B5EF4-FFF2-40B4-BE49-F238E27FC236}">
                <a16:creationId xmlns:a16="http://schemas.microsoft.com/office/drawing/2014/main" id="{4A1B7AF9-29C4-18E4-7131-99A6E2E75CAC}"/>
              </a:ext>
            </a:extLst>
          </p:cNvPr>
          <p:cNvSpPr/>
          <p:nvPr/>
        </p:nvSpPr>
        <p:spPr>
          <a:xfrm>
            <a:off x="7500271" y="2986221"/>
            <a:ext cx="4296427" cy="656052"/>
          </a:xfrm>
          <a:prstGeom prst="rect">
            <a:avLst/>
          </a:prstGeom>
          <a:solidFill>
            <a:srgbClr val="FFFFFF">
              <a:alpha val="85000"/>
            </a:srgbClr>
          </a:solidFill>
          <a:ln w="12700">
            <a:solidFill>
              <a:srgbClr val="FFFFFF">
                <a:alpha val="70000"/>
              </a:srgbClr>
            </a:solidFill>
            <a:prstDash val="solid"/>
          </a:ln>
        </p:spPr>
        <p:txBody>
          <a:bodyPr/>
          <a:lstStyle/>
          <a:p>
            <a:endParaRPr lang="en-IN"/>
          </a:p>
        </p:txBody>
      </p:sp>
      <p:pic>
        <p:nvPicPr>
          <p:cNvPr id="14" name="Image 1" descr="preencoded.png">
            <a:extLst>
              <a:ext uri="{FF2B5EF4-FFF2-40B4-BE49-F238E27FC236}">
                <a16:creationId xmlns:a16="http://schemas.microsoft.com/office/drawing/2014/main" id="{0A8BBB58-C3E9-ECB4-3307-5EF088CEB699}"/>
              </a:ext>
            </a:extLst>
          </p:cNvPr>
          <p:cNvPicPr>
            <a:picLocks noChangeAspect="1"/>
          </p:cNvPicPr>
          <p:nvPr/>
        </p:nvPicPr>
        <p:blipFill>
          <a:blip r:embed="rId3"/>
          <a:stretch>
            <a:fillRect/>
          </a:stretch>
        </p:blipFill>
        <p:spPr>
          <a:xfrm>
            <a:off x="7775806" y="3054862"/>
            <a:ext cx="481468" cy="481468"/>
          </a:xfrm>
          <a:prstGeom prst="rect">
            <a:avLst/>
          </a:prstGeom>
        </p:spPr>
      </p:pic>
      <p:sp>
        <p:nvSpPr>
          <p:cNvPr id="15" name="Text 11">
            <a:extLst>
              <a:ext uri="{FF2B5EF4-FFF2-40B4-BE49-F238E27FC236}">
                <a16:creationId xmlns:a16="http://schemas.microsoft.com/office/drawing/2014/main" id="{F6EBC638-6AEF-681E-5668-9B8EEB5BD803}"/>
              </a:ext>
            </a:extLst>
          </p:cNvPr>
          <p:cNvSpPr/>
          <p:nvPr/>
        </p:nvSpPr>
        <p:spPr>
          <a:xfrm>
            <a:off x="8411841" y="3004715"/>
            <a:ext cx="3314387" cy="619064"/>
          </a:xfrm>
          <a:prstGeom prst="rect">
            <a:avLst/>
          </a:prstGeom>
          <a:noFill/>
          <a:ln/>
        </p:spPr>
        <p:txBody>
          <a:bodyPr wrap="square" lIns="0" tIns="0" rIns="0" bIns="0" rtlCol="0" anchor="ctr"/>
          <a:lstStyle/>
          <a:p>
            <a:pPr marL="0" indent="0">
              <a:buNone/>
            </a:pPr>
            <a:r>
              <a:rPr lang="en-US" sz="1600" dirty="0">
                <a:solidFill>
                  <a:schemeClr val="bg1"/>
                </a:solidFill>
                <a:ea typeface="Calibri" pitchFamily="34" charset="-122"/>
                <a:cs typeface="Calibri" pitchFamily="34" charset="-120"/>
              </a:rPr>
              <a:t>Azure Data Factory / ADF</a:t>
            </a:r>
            <a:endParaRPr lang="en-US" sz="1600" dirty="0">
              <a:solidFill>
                <a:schemeClr val="bg1"/>
              </a:solidFill>
            </a:endParaRPr>
          </a:p>
        </p:txBody>
      </p:sp>
      <p:sp>
        <p:nvSpPr>
          <p:cNvPr id="16" name="Shape 12">
            <a:extLst>
              <a:ext uri="{FF2B5EF4-FFF2-40B4-BE49-F238E27FC236}">
                <a16:creationId xmlns:a16="http://schemas.microsoft.com/office/drawing/2014/main" id="{A9545576-479E-8727-992B-1BAFCE65C3AA}"/>
              </a:ext>
            </a:extLst>
          </p:cNvPr>
          <p:cNvSpPr/>
          <p:nvPr/>
        </p:nvSpPr>
        <p:spPr>
          <a:xfrm>
            <a:off x="7500270" y="3790529"/>
            <a:ext cx="4296427" cy="656053"/>
          </a:xfrm>
          <a:prstGeom prst="rect">
            <a:avLst/>
          </a:prstGeom>
          <a:solidFill>
            <a:srgbClr val="FFFFFF">
              <a:alpha val="85000"/>
            </a:srgbClr>
          </a:solidFill>
          <a:ln w="12700">
            <a:solidFill>
              <a:srgbClr val="FFFFFF">
                <a:alpha val="70000"/>
              </a:srgbClr>
            </a:solidFill>
            <a:prstDash val="solid"/>
          </a:ln>
        </p:spPr>
        <p:txBody>
          <a:bodyPr/>
          <a:lstStyle/>
          <a:p>
            <a:endParaRPr lang="en-IN"/>
          </a:p>
        </p:txBody>
      </p:sp>
      <p:sp>
        <p:nvSpPr>
          <p:cNvPr id="17" name="Shape 12">
            <a:extLst>
              <a:ext uri="{FF2B5EF4-FFF2-40B4-BE49-F238E27FC236}">
                <a16:creationId xmlns:a16="http://schemas.microsoft.com/office/drawing/2014/main" id="{DA02C6A1-7329-432B-628B-00C46564B451}"/>
              </a:ext>
            </a:extLst>
          </p:cNvPr>
          <p:cNvSpPr/>
          <p:nvPr/>
        </p:nvSpPr>
        <p:spPr>
          <a:xfrm>
            <a:off x="7500270" y="4554149"/>
            <a:ext cx="4296427" cy="656053"/>
          </a:xfrm>
          <a:prstGeom prst="rect">
            <a:avLst/>
          </a:prstGeom>
          <a:solidFill>
            <a:srgbClr val="FFFFFF">
              <a:alpha val="85000"/>
            </a:srgbClr>
          </a:solidFill>
          <a:ln w="12700">
            <a:solidFill>
              <a:srgbClr val="FFFFFF">
                <a:alpha val="70000"/>
              </a:srgbClr>
            </a:solidFill>
            <a:prstDash val="solid"/>
          </a:ln>
        </p:spPr>
        <p:txBody>
          <a:bodyPr/>
          <a:lstStyle/>
          <a:p>
            <a:endParaRPr lang="en-IN"/>
          </a:p>
        </p:txBody>
      </p:sp>
      <p:sp>
        <p:nvSpPr>
          <p:cNvPr id="18" name="Shape 12">
            <a:extLst>
              <a:ext uri="{FF2B5EF4-FFF2-40B4-BE49-F238E27FC236}">
                <a16:creationId xmlns:a16="http://schemas.microsoft.com/office/drawing/2014/main" id="{B1C9BB8F-AC6C-3326-B498-5708A2160BCF}"/>
              </a:ext>
            </a:extLst>
          </p:cNvPr>
          <p:cNvSpPr/>
          <p:nvPr/>
        </p:nvSpPr>
        <p:spPr>
          <a:xfrm>
            <a:off x="7500270" y="5388390"/>
            <a:ext cx="4296427" cy="656053"/>
          </a:xfrm>
          <a:prstGeom prst="rect">
            <a:avLst/>
          </a:prstGeom>
          <a:solidFill>
            <a:srgbClr val="FFFFFF">
              <a:alpha val="85000"/>
            </a:srgbClr>
          </a:solidFill>
          <a:ln w="12700">
            <a:solidFill>
              <a:srgbClr val="FFFFFF">
                <a:alpha val="70000"/>
              </a:srgbClr>
            </a:solidFill>
            <a:prstDash val="solid"/>
          </a:ln>
        </p:spPr>
        <p:txBody>
          <a:bodyPr/>
          <a:lstStyle/>
          <a:p>
            <a:endParaRPr lang="en-IN"/>
          </a:p>
        </p:txBody>
      </p:sp>
      <p:sp>
        <p:nvSpPr>
          <p:cNvPr id="19" name="Text 13">
            <a:extLst>
              <a:ext uri="{FF2B5EF4-FFF2-40B4-BE49-F238E27FC236}">
                <a16:creationId xmlns:a16="http://schemas.microsoft.com/office/drawing/2014/main" id="{63E573E2-9EC7-A0C8-DF9B-2CE75D9CF4AE}"/>
              </a:ext>
            </a:extLst>
          </p:cNvPr>
          <p:cNvSpPr/>
          <p:nvPr/>
        </p:nvSpPr>
        <p:spPr>
          <a:xfrm>
            <a:off x="8411841" y="3958535"/>
            <a:ext cx="2926080" cy="320040"/>
          </a:xfrm>
          <a:prstGeom prst="rect">
            <a:avLst/>
          </a:prstGeom>
          <a:noFill/>
          <a:ln/>
        </p:spPr>
        <p:txBody>
          <a:bodyPr wrap="square" lIns="0" tIns="0" rIns="0" bIns="0" rtlCol="0" anchor="ctr"/>
          <a:lstStyle/>
          <a:p>
            <a:pPr marL="0" indent="0">
              <a:buNone/>
            </a:pPr>
            <a:r>
              <a:rPr lang="en-US" sz="1600" dirty="0">
                <a:solidFill>
                  <a:schemeClr val="bg1"/>
                </a:solidFill>
                <a:ea typeface="Calibri" pitchFamily="34" charset="-122"/>
                <a:cs typeface="Calibri" pitchFamily="34" charset="-120"/>
              </a:rPr>
              <a:t>Microsoft Fabric / Lakehouse</a:t>
            </a:r>
            <a:endParaRPr lang="en-US" sz="1600" dirty="0">
              <a:solidFill>
                <a:schemeClr val="bg1"/>
              </a:solidFill>
            </a:endParaRPr>
          </a:p>
        </p:txBody>
      </p:sp>
      <p:pic>
        <p:nvPicPr>
          <p:cNvPr id="20" name="Image 2" descr="preencoded.png">
            <a:extLst>
              <a:ext uri="{FF2B5EF4-FFF2-40B4-BE49-F238E27FC236}">
                <a16:creationId xmlns:a16="http://schemas.microsoft.com/office/drawing/2014/main" id="{288EFA2D-C092-C596-8C7D-7292BA79428A}"/>
              </a:ext>
            </a:extLst>
          </p:cNvPr>
          <p:cNvPicPr>
            <a:picLocks noChangeAspect="1"/>
          </p:cNvPicPr>
          <p:nvPr/>
        </p:nvPicPr>
        <p:blipFill>
          <a:blip r:embed="rId4"/>
          <a:stretch>
            <a:fillRect/>
          </a:stretch>
        </p:blipFill>
        <p:spPr>
          <a:xfrm>
            <a:off x="7742581" y="3827734"/>
            <a:ext cx="495229" cy="495229"/>
          </a:xfrm>
          <a:prstGeom prst="rect">
            <a:avLst/>
          </a:prstGeom>
        </p:spPr>
      </p:pic>
      <p:sp>
        <p:nvSpPr>
          <p:cNvPr id="21" name="Text 15">
            <a:extLst>
              <a:ext uri="{FF2B5EF4-FFF2-40B4-BE49-F238E27FC236}">
                <a16:creationId xmlns:a16="http://schemas.microsoft.com/office/drawing/2014/main" id="{89CA2BAA-47D3-9D5B-9C2A-A3D249108508}"/>
              </a:ext>
            </a:extLst>
          </p:cNvPr>
          <p:cNvSpPr/>
          <p:nvPr/>
        </p:nvSpPr>
        <p:spPr>
          <a:xfrm>
            <a:off x="8411841" y="4749571"/>
            <a:ext cx="2926080" cy="320040"/>
          </a:xfrm>
          <a:prstGeom prst="rect">
            <a:avLst/>
          </a:prstGeom>
          <a:noFill/>
          <a:ln/>
        </p:spPr>
        <p:txBody>
          <a:bodyPr wrap="square" lIns="0" tIns="0" rIns="0" bIns="0" rtlCol="0" anchor="ctr"/>
          <a:lstStyle/>
          <a:p>
            <a:pPr marL="0" indent="0">
              <a:buNone/>
            </a:pPr>
            <a:r>
              <a:rPr lang="en-US" sz="1600" dirty="0">
                <a:solidFill>
                  <a:schemeClr val="bg1"/>
                </a:solidFill>
                <a:ea typeface="Calibri" pitchFamily="34" charset="-122"/>
                <a:cs typeface="Calibri" pitchFamily="34" charset="-120"/>
              </a:rPr>
              <a:t>Azure ML + OpenAI</a:t>
            </a:r>
            <a:endParaRPr lang="en-US" sz="1600" dirty="0">
              <a:solidFill>
                <a:schemeClr val="bg1"/>
              </a:solidFill>
            </a:endParaRPr>
          </a:p>
        </p:txBody>
      </p:sp>
      <p:pic>
        <p:nvPicPr>
          <p:cNvPr id="22" name="Image 3" descr="preencoded.png">
            <a:extLst>
              <a:ext uri="{FF2B5EF4-FFF2-40B4-BE49-F238E27FC236}">
                <a16:creationId xmlns:a16="http://schemas.microsoft.com/office/drawing/2014/main" id="{BB81D91E-4077-6DBB-B263-BF2ABA1245B8}"/>
              </a:ext>
            </a:extLst>
          </p:cNvPr>
          <p:cNvPicPr>
            <a:picLocks noChangeAspect="1"/>
          </p:cNvPicPr>
          <p:nvPr/>
        </p:nvPicPr>
        <p:blipFill>
          <a:blip r:embed="rId2"/>
          <a:stretch>
            <a:fillRect/>
          </a:stretch>
        </p:blipFill>
        <p:spPr>
          <a:xfrm>
            <a:off x="7775806" y="4594838"/>
            <a:ext cx="484632" cy="484632"/>
          </a:xfrm>
          <a:prstGeom prst="rect">
            <a:avLst/>
          </a:prstGeom>
        </p:spPr>
      </p:pic>
      <p:sp>
        <p:nvSpPr>
          <p:cNvPr id="23" name="Text 17">
            <a:extLst>
              <a:ext uri="{FF2B5EF4-FFF2-40B4-BE49-F238E27FC236}">
                <a16:creationId xmlns:a16="http://schemas.microsoft.com/office/drawing/2014/main" id="{A3C7B80C-9E46-689F-D14F-7161022EDFF0}"/>
              </a:ext>
            </a:extLst>
          </p:cNvPr>
          <p:cNvSpPr/>
          <p:nvPr/>
        </p:nvSpPr>
        <p:spPr>
          <a:xfrm>
            <a:off x="8411841" y="5556396"/>
            <a:ext cx="2926080" cy="320040"/>
          </a:xfrm>
          <a:prstGeom prst="rect">
            <a:avLst/>
          </a:prstGeom>
          <a:noFill/>
          <a:ln/>
        </p:spPr>
        <p:txBody>
          <a:bodyPr wrap="square" lIns="0" tIns="0" rIns="0" bIns="0" rtlCol="0" anchor="ctr"/>
          <a:lstStyle/>
          <a:p>
            <a:pPr marL="0" indent="0">
              <a:buNone/>
            </a:pPr>
            <a:r>
              <a:rPr lang="en-US" sz="1600" dirty="0">
                <a:solidFill>
                  <a:schemeClr val="bg1"/>
                </a:solidFill>
                <a:ea typeface="Calibri" pitchFamily="34" charset="-122"/>
                <a:cs typeface="Calibri" pitchFamily="34" charset="-120"/>
              </a:rPr>
              <a:t>Agentic AI Copilot Layer</a:t>
            </a:r>
            <a:endParaRPr lang="en-US" sz="1600" dirty="0">
              <a:solidFill>
                <a:schemeClr val="bg1"/>
              </a:solidFill>
            </a:endParaRPr>
          </a:p>
        </p:txBody>
      </p:sp>
      <p:pic>
        <p:nvPicPr>
          <p:cNvPr id="24" name="Image 4" descr="preencoded.png">
            <a:extLst>
              <a:ext uri="{FF2B5EF4-FFF2-40B4-BE49-F238E27FC236}">
                <a16:creationId xmlns:a16="http://schemas.microsoft.com/office/drawing/2014/main" id="{AC64C995-06FE-390A-4222-30E92E7D80DA}"/>
              </a:ext>
            </a:extLst>
          </p:cNvPr>
          <p:cNvPicPr>
            <a:picLocks noChangeAspect="1"/>
          </p:cNvPicPr>
          <p:nvPr/>
        </p:nvPicPr>
        <p:blipFill>
          <a:blip r:embed="rId5"/>
          <a:stretch>
            <a:fillRect/>
          </a:stretch>
        </p:blipFill>
        <p:spPr>
          <a:xfrm>
            <a:off x="7732634" y="5450695"/>
            <a:ext cx="561619" cy="561619"/>
          </a:xfrm>
          <a:prstGeom prst="rect">
            <a:avLst/>
          </a:prstGeom>
        </p:spPr>
      </p:pic>
      <p:sp>
        <p:nvSpPr>
          <p:cNvPr id="25" name="TextBox 24"/>
          <p:cNvSpPr txBox="1"/>
          <p:nvPr/>
        </p:nvSpPr>
        <p:spPr>
          <a:xfrm>
            <a:off x="609600" y="4800000"/>
            <a:ext cx="6000000" cy="350000"/>
          </a:xfrm>
          <a:prstGeom prst="rect">
            <a:avLst/>
          </a:prstGeom>
          <a:noFill/>
        </p:spPr>
        <p:txBody>
          <a:bodyPr wrap="square">
            <a:spAutoFit/>
          </a:bodyPr>
          <a:lstStyle/>
          <a:p>
            <a:pPr algn="l"/>
            <a:r>
              <a:rPr sz="1733" b="0" i="1">
                <a:solidFill>
                  <a:srgbClr val="B8CFE8"/>
                </a:solidFill>
              </a:rPr>
              <a:t>Prepared for Toyota Motor Corporation Australia</a:t>
            </a:r>
          </a:p>
        </p:txBody>
      </p:sp>
      <p:sp>
        <p:nvSpPr>
          <p:cNvPr id="26" name="TextBox 25"/>
          <p:cNvSpPr txBox="1"/>
          <p:nvPr/>
        </p:nvSpPr>
        <p:spPr>
          <a:xfrm>
            <a:off x="609600" y="5150000"/>
            <a:ext cx="4000000" cy="300000"/>
          </a:xfrm>
          <a:prstGeom prst="rect">
            <a:avLst/>
          </a:prstGeom>
          <a:noFill/>
        </p:spPr>
        <p:txBody>
          <a:bodyPr wrap="square">
            <a:spAutoFit/>
          </a:bodyPr>
          <a:lstStyle/>
          <a:p>
            <a:pPr algn="l"/>
            <a:r>
              <a:rPr sz="1333" b="0" i="0">
                <a:solidFill>
                  <a:srgbClr val="B8CFE8"/>
                </a:solidFill>
              </a:rPr>
              <a:t>March 2026  |  Confidential</a:t>
            </a:r>
          </a:p>
        </p:txBody>
      </p:sp>
    </p:spTree>
    <p:extLst>
      <p:ext uri="{BB962C8B-B14F-4D97-AF65-F5344CB8AC3E}">
        <p14:creationId xmlns:p14="http://schemas.microsoft.com/office/powerpoint/2010/main" val="2001187613"/>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609600" y="300000"/>
            <a:ext cx="10000000" cy="600000"/>
          </a:xfrm>
          <a:prstGeom prst="rect">
            <a:avLst/>
          </a:prstGeom>
          <a:noFill/>
        </p:spPr>
        <p:txBody>
          <a:bodyPr wrap="square">
            <a:spAutoFit/>
          </a:bodyPr>
          <a:lstStyle/>
          <a:p>
            <a:pPr algn="l"/>
            <a:r>
              <a:rPr sz="3467" b="1" i="0">
                <a:solidFill>
                  <a:srgbClr val="FFFFFF"/>
                </a:solidFill>
              </a:rPr>
              <a:t>Agenda</a:t>
            </a:r>
          </a:p>
        </p:txBody>
      </p:sp>
      <p:sp>
        <p:nvSpPr>
          <p:cNvPr id="4" name="TextBox 3"/>
          <p:cNvSpPr txBox="1"/>
          <p:nvPr/>
        </p:nvSpPr>
        <p:spPr>
          <a:xfrm>
            <a:off x="609600" y="850000"/>
            <a:ext cx="10000000" cy="350000"/>
          </a:xfrm>
          <a:prstGeom prst="rect">
            <a:avLst/>
          </a:prstGeom>
          <a:noFill/>
        </p:spPr>
        <p:txBody>
          <a:bodyPr wrap="square">
            <a:spAutoFit/>
          </a:bodyPr>
          <a:lstStyle/>
          <a:p>
            <a:pPr algn="l"/>
            <a:r>
              <a:rPr sz="1733" b="0" i="0">
                <a:solidFill>
                  <a:srgbClr val="B8CFE8"/>
                </a:solidFill>
              </a:rPr>
              <a:t>What we will cover today</a:t>
            </a:r>
          </a:p>
        </p:txBody>
      </p:sp>
      <p:sp>
        <p:nvSpPr>
          <p:cNvPr id="5" name="Oval 4"/>
          <p:cNvSpPr/>
          <p:nvPr/>
        </p:nvSpPr>
        <p:spPr>
          <a:xfrm>
            <a:off x="700000" y="1550000"/>
            <a:ext cx="430000" cy="4300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0000" y="1600000"/>
            <a:ext cx="430000" cy="350000"/>
          </a:xfrm>
          <a:prstGeom prst="rect">
            <a:avLst/>
          </a:prstGeom>
          <a:noFill/>
        </p:spPr>
        <p:txBody>
          <a:bodyPr wrap="square">
            <a:spAutoFit/>
          </a:bodyPr>
          <a:lstStyle/>
          <a:p>
            <a:pPr algn="ctr"/>
            <a:r>
              <a:rPr sz="1467" b="1" i="0">
                <a:solidFill>
                  <a:srgbClr val="FFFFFF"/>
                </a:solidFill>
              </a:rPr>
              <a:t>01</a:t>
            </a:r>
          </a:p>
        </p:txBody>
      </p:sp>
      <p:sp>
        <p:nvSpPr>
          <p:cNvPr id="7" name="TextBox 6"/>
          <p:cNvSpPr txBox="1"/>
          <p:nvPr/>
        </p:nvSpPr>
        <p:spPr>
          <a:xfrm>
            <a:off x="1300000" y="1530000"/>
            <a:ext cx="5000000" cy="350000"/>
          </a:xfrm>
          <a:prstGeom prst="rect">
            <a:avLst/>
          </a:prstGeom>
          <a:noFill/>
        </p:spPr>
        <p:txBody>
          <a:bodyPr wrap="square">
            <a:spAutoFit/>
          </a:bodyPr>
          <a:lstStyle/>
          <a:p>
            <a:pPr algn="l"/>
            <a:r>
              <a:rPr sz="1600" b="1" i="0">
                <a:solidFill>
                  <a:srgbClr val="FFFFFF"/>
                </a:solidFill>
              </a:rPr>
              <a:t>The SAP Supply Chain Opportunity</a:t>
            </a:r>
          </a:p>
        </p:txBody>
      </p:sp>
      <p:sp>
        <p:nvSpPr>
          <p:cNvPr id="8" name="TextBox 7"/>
          <p:cNvSpPr txBox="1"/>
          <p:nvPr/>
        </p:nvSpPr>
        <p:spPr>
          <a:xfrm>
            <a:off x="1300000" y="1820000"/>
            <a:ext cx="5000000" cy="300000"/>
          </a:xfrm>
          <a:prstGeom prst="rect">
            <a:avLst/>
          </a:prstGeom>
          <a:noFill/>
        </p:spPr>
        <p:txBody>
          <a:bodyPr wrap="square">
            <a:spAutoFit/>
          </a:bodyPr>
          <a:lstStyle/>
          <a:p>
            <a:pPr algn="l"/>
            <a:r>
              <a:rPr sz="1333" b="0" i="0">
                <a:solidFill>
                  <a:srgbClr val="B8CFE8"/>
                </a:solidFill>
              </a:rPr>
              <a:t>Why Toyota Australia should act now</a:t>
            </a:r>
          </a:p>
        </p:txBody>
      </p:sp>
      <p:sp>
        <p:nvSpPr>
          <p:cNvPr id="9" name="Rounded Rectangle 8"/>
          <p:cNvSpPr/>
          <p:nvPr/>
        </p:nvSpPr>
        <p:spPr>
          <a:xfrm>
            <a:off x="6800000" y="1620000"/>
            <a:ext cx="4800000" cy="300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00000" y="2170000"/>
            <a:ext cx="430000" cy="430000"/>
          </a:xfrm>
          <a:prstGeom prst="ellipse">
            <a:avLst/>
          </a:prstGeom>
          <a:solidFill>
            <a:srgbClr val="50E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0000" y="2220000"/>
            <a:ext cx="430000" cy="350000"/>
          </a:xfrm>
          <a:prstGeom prst="rect">
            <a:avLst/>
          </a:prstGeom>
          <a:noFill/>
        </p:spPr>
        <p:txBody>
          <a:bodyPr wrap="square">
            <a:spAutoFit/>
          </a:bodyPr>
          <a:lstStyle/>
          <a:p>
            <a:pPr algn="ctr"/>
            <a:r>
              <a:rPr sz="1467" b="1" i="0">
                <a:solidFill>
                  <a:srgbClr val="FFFFFF"/>
                </a:solidFill>
              </a:rPr>
              <a:t>02</a:t>
            </a:r>
          </a:p>
        </p:txBody>
      </p:sp>
      <p:sp>
        <p:nvSpPr>
          <p:cNvPr id="12" name="TextBox 11"/>
          <p:cNvSpPr txBox="1"/>
          <p:nvPr/>
        </p:nvSpPr>
        <p:spPr>
          <a:xfrm>
            <a:off x="1300000" y="2150000"/>
            <a:ext cx="5000000" cy="350000"/>
          </a:xfrm>
          <a:prstGeom prst="rect">
            <a:avLst/>
          </a:prstGeom>
          <a:noFill/>
        </p:spPr>
        <p:txBody>
          <a:bodyPr wrap="square">
            <a:spAutoFit/>
          </a:bodyPr>
          <a:lstStyle/>
          <a:p>
            <a:pPr algn="l"/>
            <a:r>
              <a:rPr sz="1600" b="1" i="0">
                <a:solidFill>
                  <a:srgbClr val="FFFFFF"/>
                </a:solidFill>
              </a:rPr>
              <a:t>Toyota AU — Supply Chain Challenges</a:t>
            </a:r>
          </a:p>
        </p:txBody>
      </p:sp>
      <p:sp>
        <p:nvSpPr>
          <p:cNvPr id="13" name="TextBox 12"/>
          <p:cNvSpPr txBox="1"/>
          <p:nvPr/>
        </p:nvSpPr>
        <p:spPr>
          <a:xfrm>
            <a:off x="1300000" y="2440000"/>
            <a:ext cx="5000000" cy="300000"/>
          </a:xfrm>
          <a:prstGeom prst="rect">
            <a:avLst/>
          </a:prstGeom>
          <a:noFill/>
        </p:spPr>
        <p:txBody>
          <a:bodyPr wrap="square">
            <a:spAutoFit/>
          </a:bodyPr>
          <a:lstStyle/>
          <a:p>
            <a:pPr algn="l"/>
            <a:r>
              <a:rPr sz="1333" b="0" i="0">
                <a:solidFill>
                  <a:srgbClr val="B8CFE8"/>
                </a:solidFill>
              </a:rPr>
              <a:t>Real pain points across 275 dealerships</a:t>
            </a:r>
          </a:p>
        </p:txBody>
      </p:sp>
      <p:sp>
        <p:nvSpPr>
          <p:cNvPr id="14" name="Rounded Rectangle 13"/>
          <p:cNvSpPr/>
          <p:nvPr/>
        </p:nvSpPr>
        <p:spPr>
          <a:xfrm>
            <a:off x="6800000" y="2240000"/>
            <a:ext cx="4800000" cy="3000"/>
          </a:xfrm>
          <a:prstGeom prst="roundRect">
            <a:avLst/>
          </a:prstGeom>
          <a:solidFill>
            <a:srgbClr val="50E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00000" y="2790000"/>
            <a:ext cx="430000" cy="430000"/>
          </a:xfrm>
          <a:prstGeom prst="ellipse">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0000" y="2840000"/>
            <a:ext cx="430000" cy="350000"/>
          </a:xfrm>
          <a:prstGeom prst="rect">
            <a:avLst/>
          </a:prstGeom>
          <a:noFill/>
        </p:spPr>
        <p:txBody>
          <a:bodyPr wrap="square">
            <a:spAutoFit/>
          </a:bodyPr>
          <a:lstStyle/>
          <a:p>
            <a:pPr algn="ctr"/>
            <a:r>
              <a:rPr sz="1467" b="1" i="0">
                <a:solidFill>
                  <a:srgbClr val="FFFFFF"/>
                </a:solidFill>
              </a:rPr>
              <a:t>03</a:t>
            </a:r>
          </a:p>
        </p:txBody>
      </p:sp>
      <p:sp>
        <p:nvSpPr>
          <p:cNvPr id="17" name="TextBox 16"/>
          <p:cNvSpPr txBox="1"/>
          <p:nvPr/>
        </p:nvSpPr>
        <p:spPr>
          <a:xfrm>
            <a:off x="1300000" y="2770000"/>
            <a:ext cx="5000000" cy="350000"/>
          </a:xfrm>
          <a:prstGeom prst="rect">
            <a:avLst/>
          </a:prstGeom>
          <a:noFill/>
        </p:spPr>
        <p:txBody>
          <a:bodyPr wrap="square">
            <a:spAutoFit/>
          </a:bodyPr>
          <a:lstStyle/>
          <a:p>
            <a:pPr algn="l"/>
            <a:r>
              <a:rPr sz="1600" b="1" i="0">
                <a:solidFill>
                  <a:srgbClr val="FFFFFF"/>
                </a:solidFill>
              </a:rPr>
              <a:t>Our Approach &amp; Architecture</a:t>
            </a:r>
          </a:p>
        </p:txBody>
      </p:sp>
      <p:sp>
        <p:nvSpPr>
          <p:cNvPr id="18" name="TextBox 17"/>
          <p:cNvSpPr txBox="1"/>
          <p:nvPr/>
        </p:nvSpPr>
        <p:spPr>
          <a:xfrm>
            <a:off x="1300000" y="3060000"/>
            <a:ext cx="5000000" cy="300000"/>
          </a:xfrm>
          <a:prstGeom prst="rect">
            <a:avLst/>
          </a:prstGeom>
          <a:noFill/>
        </p:spPr>
        <p:txBody>
          <a:bodyPr wrap="square">
            <a:spAutoFit/>
          </a:bodyPr>
          <a:lstStyle/>
          <a:p>
            <a:pPr algn="l"/>
            <a:r>
              <a:rPr sz="1333" b="0" i="0">
                <a:solidFill>
                  <a:srgbClr val="B8CFE8"/>
                </a:solidFill>
              </a:rPr>
              <a:t>Three-layer intelligence: Data → AI → Action</a:t>
            </a:r>
          </a:p>
        </p:txBody>
      </p:sp>
      <p:sp>
        <p:nvSpPr>
          <p:cNvPr id="19" name="Rounded Rectangle 18"/>
          <p:cNvSpPr/>
          <p:nvPr/>
        </p:nvSpPr>
        <p:spPr>
          <a:xfrm>
            <a:off x="6800000" y="2860000"/>
            <a:ext cx="4800000" cy="3000"/>
          </a:xfrm>
          <a:prstGeom prst="round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00000" y="3410000"/>
            <a:ext cx="430000" cy="430000"/>
          </a:xfrm>
          <a:prstGeom prst="ellipse">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0000" y="3460000"/>
            <a:ext cx="430000" cy="350000"/>
          </a:xfrm>
          <a:prstGeom prst="rect">
            <a:avLst/>
          </a:prstGeom>
          <a:noFill/>
        </p:spPr>
        <p:txBody>
          <a:bodyPr wrap="square">
            <a:spAutoFit/>
          </a:bodyPr>
          <a:lstStyle/>
          <a:p>
            <a:pPr algn="ctr"/>
            <a:r>
              <a:rPr sz="1467" b="1" i="0">
                <a:solidFill>
                  <a:srgbClr val="FFFFFF"/>
                </a:solidFill>
              </a:rPr>
              <a:t>04</a:t>
            </a:r>
          </a:p>
        </p:txBody>
      </p:sp>
      <p:sp>
        <p:nvSpPr>
          <p:cNvPr id="22" name="TextBox 21"/>
          <p:cNvSpPr txBox="1"/>
          <p:nvPr/>
        </p:nvSpPr>
        <p:spPr>
          <a:xfrm>
            <a:off x="1300000" y="3390000"/>
            <a:ext cx="5000000" cy="350000"/>
          </a:xfrm>
          <a:prstGeom prst="rect">
            <a:avLst/>
          </a:prstGeom>
          <a:noFill/>
        </p:spPr>
        <p:txBody>
          <a:bodyPr wrap="square">
            <a:spAutoFit/>
          </a:bodyPr>
          <a:lstStyle/>
          <a:p>
            <a:pPr algn="l"/>
            <a:r>
              <a:rPr sz="1600" b="1" i="0">
                <a:solidFill>
                  <a:srgbClr val="FFFFFF"/>
                </a:solidFill>
              </a:rPr>
              <a:t>Four AI Use Cases</a:t>
            </a:r>
          </a:p>
        </p:txBody>
      </p:sp>
      <p:sp>
        <p:nvSpPr>
          <p:cNvPr id="23" name="TextBox 22"/>
          <p:cNvSpPr txBox="1"/>
          <p:nvPr/>
        </p:nvSpPr>
        <p:spPr>
          <a:xfrm>
            <a:off x="1300000" y="3680000"/>
            <a:ext cx="5000000" cy="300000"/>
          </a:xfrm>
          <a:prstGeom prst="rect">
            <a:avLst/>
          </a:prstGeom>
          <a:noFill/>
        </p:spPr>
        <p:txBody>
          <a:bodyPr wrap="square">
            <a:spAutoFit/>
          </a:bodyPr>
          <a:lstStyle/>
          <a:p>
            <a:pPr algn="l"/>
            <a:r>
              <a:rPr sz="1333" b="0" i="0">
                <a:solidFill>
                  <a:srgbClr val="B8CFE8"/>
                </a:solidFill>
              </a:rPr>
              <a:t>Demand · Inventory · Supply Planning · Logistics</a:t>
            </a:r>
          </a:p>
        </p:txBody>
      </p:sp>
      <p:sp>
        <p:nvSpPr>
          <p:cNvPr id="24" name="Rounded Rectangle 23"/>
          <p:cNvSpPr/>
          <p:nvPr/>
        </p:nvSpPr>
        <p:spPr>
          <a:xfrm>
            <a:off x="6800000" y="3480000"/>
            <a:ext cx="4800000" cy="3000"/>
          </a:xfrm>
          <a:prstGeom prst="round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00000" y="4030000"/>
            <a:ext cx="430000" cy="430000"/>
          </a:xfrm>
          <a:prstGeom prst="ellipse">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0000" y="4080000"/>
            <a:ext cx="430000" cy="350000"/>
          </a:xfrm>
          <a:prstGeom prst="rect">
            <a:avLst/>
          </a:prstGeom>
          <a:noFill/>
        </p:spPr>
        <p:txBody>
          <a:bodyPr wrap="square">
            <a:spAutoFit/>
          </a:bodyPr>
          <a:lstStyle/>
          <a:p>
            <a:pPr algn="ctr"/>
            <a:r>
              <a:rPr sz="1467" b="1" i="0">
                <a:solidFill>
                  <a:srgbClr val="FFFFFF"/>
                </a:solidFill>
              </a:rPr>
              <a:t>05</a:t>
            </a:r>
          </a:p>
        </p:txBody>
      </p:sp>
      <p:sp>
        <p:nvSpPr>
          <p:cNvPr id="27" name="TextBox 26"/>
          <p:cNvSpPr txBox="1"/>
          <p:nvPr/>
        </p:nvSpPr>
        <p:spPr>
          <a:xfrm>
            <a:off x="1300000" y="4010000"/>
            <a:ext cx="5000000" cy="350000"/>
          </a:xfrm>
          <a:prstGeom prst="rect">
            <a:avLst/>
          </a:prstGeom>
          <a:noFill/>
        </p:spPr>
        <p:txBody>
          <a:bodyPr wrap="square">
            <a:spAutoFit/>
          </a:bodyPr>
          <a:lstStyle/>
          <a:p>
            <a:pPr algn="l"/>
            <a:r>
              <a:rPr sz="1600" b="1" i="0">
                <a:solidFill>
                  <a:srgbClr val="FFFFFF"/>
                </a:solidFill>
              </a:rPr>
              <a:t>The Agentic AI Differentiator</a:t>
            </a:r>
          </a:p>
        </p:txBody>
      </p:sp>
      <p:sp>
        <p:nvSpPr>
          <p:cNvPr id="28" name="TextBox 27"/>
          <p:cNvSpPr txBox="1"/>
          <p:nvPr/>
        </p:nvSpPr>
        <p:spPr>
          <a:xfrm>
            <a:off x="1300000" y="4300000"/>
            <a:ext cx="5000000" cy="300000"/>
          </a:xfrm>
          <a:prstGeom prst="rect">
            <a:avLst/>
          </a:prstGeom>
          <a:noFill/>
        </p:spPr>
        <p:txBody>
          <a:bodyPr wrap="square">
            <a:spAutoFit/>
          </a:bodyPr>
          <a:lstStyle/>
          <a:p>
            <a:pPr algn="l"/>
            <a:r>
              <a:rPr sz="1333" b="0" i="0">
                <a:solidFill>
                  <a:srgbClr val="B8CFE8"/>
                </a:solidFill>
              </a:rPr>
              <a:t>Copilot orchestrating all domains</a:t>
            </a:r>
          </a:p>
        </p:txBody>
      </p:sp>
      <p:sp>
        <p:nvSpPr>
          <p:cNvPr id="29" name="Rounded Rectangle 28"/>
          <p:cNvSpPr/>
          <p:nvPr/>
        </p:nvSpPr>
        <p:spPr>
          <a:xfrm>
            <a:off x="6800000" y="4100000"/>
            <a:ext cx="4800000" cy="300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00000" y="4650000"/>
            <a:ext cx="430000" cy="4300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0000" y="4700000"/>
            <a:ext cx="430000" cy="350000"/>
          </a:xfrm>
          <a:prstGeom prst="rect">
            <a:avLst/>
          </a:prstGeom>
          <a:noFill/>
        </p:spPr>
        <p:txBody>
          <a:bodyPr wrap="square">
            <a:spAutoFit/>
          </a:bodyPr>
          <a:lstStyle/>
          <a:p>
            <a:pPr algn="ctr"/>
            <a:r>
              <a:rPr sz="1467" b="1" i="0">
                <a:solidFill>
                  <a:srgbClr val="FFFFFF"/>
                </a:solidFill>
              </a:rPr>
              <a:t>06</a:t>
            </a:r>
          </a:p>
        </p:txBody>
      </p:sp>
      <p:sp>
        <p:nvSpPr>
          <p:cNvPr id="32" name="TextBox 31"/>
          <p:cNvSpPr txBox="1"/>
          <p:nvPr/>
        </p:nvSpPr>
        <p:spPr>
          <a:xfrm>
            <a:off x="1300000" y="4630000"/>
            <a:ext cx="5000000" cy="350000"/>
          </a:xfrm>
          <a:prstGeom prst="rect">
            <a:avLst/>
          </a:prstGeom>
          <a:noFill/>
        </p:spPr>
        <p:txBody>
          <a:bodyPr wrap="square">
            <a:spAutoFit/>
          </a:bodyPr>
          <a:lstStyle/>
          <a:p>
            <a:pPr algn="l"/>
            <a:r>
              <a:rPr sz="1600" b="1" i="0">
                <a:solidFill>
                  <a:srgbClr val="FFFFFF"/>
                </a:solidFill>
              </a:rPr>
              <a:t>ROI &amp; Business Case</a:t>
            </a:r>
          </a:p>
        </p:txBody>
      </p:sp>
      <p:sp>
        <p:nvSpPr>
          <p:cNvPr id="33" name="TextBox 32"/>
          <p:cNvSpPr txBox="1"/>
          <p:nvPr/>
        </p:nvSpPr>
        <p:spPr>
          <a:xfrm>
            <a:off x="1300000" y="4920000"/>
            <a:ext cx="5000000" cy="300000"/>
          </a:xfrm>
          <a:prstGeom prst="rect">
            <a:avLst/>
          </a:prstGeom>
          <a:noFill/>
        </p:spPr>
        <p:txBody>
          <a:bodyPr wrap="square">
            <a:spAutoFit/>
          </a:bodyPr>
          <a:lstStyle/>
          <a:p>
            <a:pPr algn="l"/>
            <a:r>
              <a:rPr sz="1333" b="0" i="0">
                <a:solidFill>
                  <a:srgbClr val="B8CFE8"/>
                </a:solidFill>
              </a:rPr>
              <a:t>Consolidated impact across all use cases</a:t>
            </a:r>
          </a:p>
        </p:txBody>
      </p:sp>
      <p:sp>
        <p:nvSpPr>
          <p:cNvPr id="34" name="Rounded Rectangle 33"/>
          <p:cNvSpPr/>
          <p:nvPr/>
        </p:nvSpPr>
        <p:spPr>
          <a:xfrm>
            <a:off x="6800000" y="4720000"/>
            <a:ext cx="4800000" cy="300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00000" y="5270000"/>
            <a:ext cx="430000" cy="430000"/>
          </a:xfrm>
          <a:prstGeom prst="ellipse">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00000" y="5320000"/>
            <a:ext cx="430000" cy="350000"/>
          </a:xfrm>
          <a:prstGeom prst="rect">
            <a:avLst/>
          </a:prstGeom>
          <a:noFill/>
        </p:spPr>
        <p:txBody>
          <a:bodyPr wrap="square">
            <a:spAutoFit/>
          </a:bodyPr>
          <a:lstStyle/>
          <a:p>
            <a:pPr algn="ctr"/>
            <a:r>
              <a:rPr sz="1467" b="1" i="0">
                <a:solidFill>
                  <a:srgbClr val="FFFFFF"/>
                </a:solidFill>
              </a:rPr>
              <a:t>07</a:t>
            </a:r>
          </a:p>
        </p:txBody>
      </p:sp>
      <p:sp>
        <p:nvSpPr>
          <p:cNvPr id="37" name="TextBox 36"/>
          <p:cNvSpPr txBox="1"/>
          <p:nvPr/>
        </p:nvSpPr>
        <p:spPr>
          <a:xfrm>
            <a:off x="1300000" y="5250000"/>
            <a:ext cx="5000000" cy="350000"/>
          </a:xfrm>
          <a:prstGeom prst="rect">
            <a:avLst/>
          </a:prstGeom>
          <a:noFill/>
        </p:spPr>
        <p:txBody>
          <a:bodyPr wrap="square">
            <a:spAutoFit/>
          </a:bodyPr>
          <a:lstStyle/>
          <a:p>
            <a:pPr algn="l"/>
            <a:r>
              <a:rPr sz="1600" b="1" i="0">
                <a:solidFill>
                  <a:srgbClr val="FFFFFF"/>
                </a:solidFill>
              </a:rPr>
              <a:t>Implementation Roadmap</a:t>
            </a:r>
          </a:p>
        </p:txBody>
      </p:sp>
      <p:sp>
        <p:nvSpPr>
          <p:cNvPr id="38" name="TextBox 37"/>
          <p:cNvSpPr txBox="1"/>
          <p:nvPr/>
        </p:nvSpPr>
        <p:spPr>
          <a:xfrm>
            <a:off x="1300000" y="5540000"/>
            <a:ext cx="5000000" cy="300000"/>
          </a:xfrm>
          <a:prstGeom prst="rect">
            <a:avLst/>
          </a:prstGeom>
          <a:noFill/>
        </p:spPr>
        <p:txBody>
          <a:bodyPr wrap="square">
            <a:spAutoFit/>
          </a:bodyPr>
          <a:lstStyle/>
          <a:p>
            <a:pPr algn="l"/>
            <a:r>
              <a:rPr sz="1333" b="0" i="0">
                <a:solidFill>
                  <a:srgbClr val="B8CFE8"/>
                </a:solidFill>
              </a:rPr>
              <a:t>12-week phased delivery plan</a:t>
            </a:r>
          </a:p>
        </p:txBody>
      </p:sp>
      <p:sp>
        <p:nvSpPr>
          <p:cNvPr id="39" name="Rounded Rectangle 38"/>
          <p:cNvSpPr/>
          <p:nvPr/>
        </p:nvSpPr>
        <p:spPr>
          <a:xfrm>
            <a:off x="6800000" y="5340000"/>
            <a:ext cx="4800000" cy="3000"/>
          </a:xfrm>
          <a:prstGeom prst="round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00000" y="5890000"/>
            <a:ext cx="430000" cy="430000"/>
          </a:xfrm>
          <a:prstGeom prst="ellipse">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00000" y="5940000"/>
            <a:ext cx="430000" cy="350000"/>
          </a:xfrm>
          <a:prstGeom prst="rect">
            <a:avLst/>
          </a:prstGeom>
          <a:noFill/>
        </p:spPr>
        <p:txBody>
          <a:bodyPr wrap="square">
            <a:spAutoFit/>
          </a:bodyPr>
          <a:lstStyle/>
          <a:p>
            <a:pPr algn="ctr"/>
            <a:r>
              <a:rPr sz="1467" b="1" i="0">
                <a:solidFill>
                  <a:srgbClr val="FFFFFF"/>
                </a:solidFill>
              </a:rPr>
              <a:t>08</a:t>
            </a:r>
          </a:p>
        </p:txBody>
      </p:sp>
      <p:sp>
        <p:nvSpPr>
          <p:cNvPr id="42" name="TextBox 41"/>
          <p:cNvSpPr txBox="1"/>
          <p:nvPr/>
        </p:nvSpPr>
        <p:spPr>
          <a:xfrm>
            <a:off x="1300000" y="5870000"/>
            <a:ext cx="5000000" cy="350000"/>
          </a:xfrm>
          <a:prstGeom prst="rect">
            <a:avLst/>
          </a:prstGeom>
          <a:noFill/>
        </p:spPr>
        <p:txBody>
          <a:bodyPr wrap="square">
            <a:spAutoFit/>
          </a:bodyPr>
          <a:lstStyle/>
          <a:p>
            <a:pPr algn="l"/>
            <a:r>
              <a:rPr sz="1600" b="1" i="0">
                <a:solidFill>
                  <a:srgbClr val="FFFFFF"/>
                </a:solidFill>
              </a:rPr>
              <a:t>Next Steps</a:t>
            </a:r>
          </a:p>
        </p:txBody>
      </p:sp>
      <p:sp>
        <p:nvSpPr>
          <p:cNvPr id="43" name="TextBox 42"/>
          <p:cNvSpPr txBox="1"/>
          <p:nvPr/>
        </p:nvSpPr>
        <p:spPr>
          <a:xfrm>
            <a:off x="1300000" y="6160000"/>
            <a:ext cx="5000000" cy="300000"/>
          </a:xfrm>
          <a:prstGeom prst="rect">
            <a:avLst/>
          </a:prstGeom>
          <a:noFill/>
        </p:spPr>
        <p:txBody>
          <a:bodyPr wrap="square">
            <a:spAutoFit/>
          </a:bodyPr>
          <a:lstStyle/>
          <a:p>
            <a:pPr algn="l"/>
            <a:r>
              <a:rPr sz="1333" b="0" i="0">
                <a:solidFill>
                  <a:srgbClr val="B8CFE8"/>
                </a:solidFill>
              </a:rPr>
              <a:t>Discovery workshop &amp; POC proposal</a:t>
            </a:r>
          </a:p>
        </p:txBody>
      </p:sp>
      <p:sp>
        <p:nvSpPr>
          <p:cNvPr id="44" name="Rounded Rectangle 43"/>
          <p:cNvSpPr/>
          <p:nvPr/>
        </p:nvSpPr>
        <p:spPr>
          <a:xfrm>
            <a:off x="6800000" y="5960000"/>
            <a:ext cx="4800000" cy="3000"/>
          </a:xfrm>
          <a:prstGeom prst="round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D7B41-9375-E60D-AA51-6148AE35DED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19CF5DDC-854B-EA16-5EE9-87260BC6E99D}"/>
              </a:ext>
            </a:extLst>
          </p:cNvPr>
          <p:cNvSpPr>
            <a:spLocks noGrp="1"/>
          </p:cNvSpPr>
          <p:nvPr>
            <p:ph type="ftr" sz="quarter" idx="3"/>
          </p:nvPr>
        </p:nvSpPr>
        <p:spPr>
          <a:xfrm>
            <a:off x="371475" y="6563358"/>
            <a:ext cx="4877407" cy="60103"/>
          </a:xfrm>
        </p:spPr>
        <p:txBody>
          <a:bodyPr/>
          <a:lstStyle/>
          <a:p>
            <a:r>
              <a:rPr lang="en-US"/>
              <a:t>© </a:t>
            </a:r>
            <a:fld id="{BD10386A-F078-491A-8D58-536D4066CAE5}" type="datetimeyyyy">
              <a:rPr lang="en-US" smtClean="0"/>
              <a:pPr/>
              <a:t>2026</a:t>
            </a:fld>
            <a:r>
              <a:rPr lang="en-US"/>
              <a:t> NTT DATA Business Solutions</a:t>
            </a:r>
          </a:p>
        </p:txBody>
      </p:sp>
      <p:sp>
        <p:nvSpPr>
          <p:cNvPr id="4" name="Slide Number Placeholder 3">
            <a:extLst>
              <a:ext uri="{FF2B5EF4-FFF2-40B4-BE49-F238E27FC236}">
                <a16:creationId xmlns:a16="http://schemas.microsoft.com/office/drawing/2014/main" id="{3D4CE89E-118C-669C-F355-D7FC545B174A}"/>
              </a:ext>
            </a:extLst>
          </p:cNvPr>
          <p:cNvSpPr>
            <a:spLocks noGrp="1"/>
          </p:cNvSpPr>
          <p:nvPr>
            <p:ph type="sldNum" sz="quarter" idx="4"/>
          </p:nvPr>
        </p:nvSpPr>
        <p:spPr>
          <a:xfrm>
            <a:off x="5943600" y="6563358"/>
            <a:ext cx="306394" cy="60103"/>
          </a:xfrm>
        </p:spPr>
        <p:txBody>
          <a:bodyPr/>
          <a:lstStyle/>
          <a:p>
            <a:fld id="{13CE6DAF-806F-404B-BC68-339BFCB57E5C}" type="slidenum">
              <a:rPr lang="en-US" smtClean="0"/>
              <a:pPr/>
              <a:t>2</a:t>
            </a:fld>
            <a:endParaRPr lang="en-US"/>
          </a:p>
        </p:txBody>
      </p:sp>
      <p:sp>
        <p:nvSpPr>
          <p:cNvPr id="7" name="Shape 0">
            <a:extLst>
              <a:ext uri="{FF2B5EF4-FFF2-40B4-BE49-F238E27FC236}">
                <a16:creationId xmlns:a16="http://schemas.microsoft.com/office/drawing/2014/main" id="{86F82372-7096-A6CD-7E4D-C294116BF270}"/>
              </a:ext>
            </a:extLst>
          </p:cNvPr>
          <p:cNvSpPr/>
          <p:nvPr/>
        </p:nvSpPr>
        <p:spPr>
          <a:xfrm>
            <a:off x="-1" y="-13715"/>
            <a:ext cx="12255753" cy="49456"/>
          </a:xfrm>
          <a:prstGeom prst="rect">
            <a:avLst/>
          </a:prstGeom>
          <a:solidFill>
            <a:srgbClr val="0078D4"/>
          </a:solidFill>
          <a:ln w="12700">
            <a:solidFill>
              <a:srgbClr val="0078D4"/>
            </a:solidFill>
            <a:prstDash val="solid"/>
          </a:ln>
        </p:spPr>
        <p:txBody>
          <a:bodyPr/>
          <a:lstStyle/>
          <a:p>
            <a:endParaRPr lang="en-IN" sz="1867"/>
          </a:p>
        </p:txBody>
      </p:sp>
      <p:sp>
        <p:nvSpPr>
          <p:cNvPr id="8" name="Text 1">
            <a:extLst>
              <a:ext uri="{FF2B5EF4-FFF2-40B4-BE49-F238E27FC236}">
                <a16:creationId xmlns:a16="http://schemas.microsoft.com/office/drawing/2014/main" id="{7712EB8A-E6DB-249E-DC06-F50DE5A570D5}"/>
              </a:ext>
            </a:extLst>
          </p:cNvPr>
          <p:cNvSpPr/>
          <p:nvPr/>
        </p:nvSpPr>
        <p:spPr>
          <a:xfrm>
            <a:off x="428511" y="205991"/>
            <a:ext cx="11030177" cy="494558"/>
          </a:xfrm>
          <a:prstGeom prst="rect">
            <a:avLst/>
          </a:prstGeom>
          <a:noFill/>
          <a:ln/>
        </p:spPr>
        <p:txBody>
          <a:bodyPr wrap="square" lIns="0" tIns="0" rIns="0" bIns="0" rtlCol="0" anchor="ctr"/>
          <a:lstStyle/>
          <a:p>
            <a:r>
              <a:rPr lang="en-US" sz="3467" b="1" dirty="0">
                <a:solidFill>
                  <a:srgbClr val="FFFFFF"/>
                </a:solidFill>
                <a:latin typeface="+mj-lt"/>
                <a:ea typeface="Calibri" pitchFamily="34" charset="-122"/>
                <a:cs typeface="Calibri" pitchFamily="34" charset="-120"/>
              </a:rPr>
              <a:t>The SAP Supply Chain Opportunity</a:t>
            </a:r>
            <a:endParaRPr lang="en-US" sz="3467" dirty="0">
              <a:latin typeface="+mj-lt"/>
            </a:endParaRPr>
          </a:p>
        </p:txBody>
      </p:sp>
      <p:sp>
        <p:nvSpPr>
          <p:cNvPr id="9" name="Text 2">
            <a:extLst>
              <a:ext uri="{FF2B5EF4-FFF2-40B4-BE49-F238E27FC236}">
                <a16:creationId xmlns:a16="http://schemas.microsoft.com/office/drawing/2014/main" id="{09868FEC-3086-F177-229B-7F90FFC86E24}"/>
              </a:ext>
            </a:extLst>
          </p:cNvPr>
          <p:cNvSpPr/>
          <p:nvPr/>
        </p:nvSpPr>
        <p:spPr>
          <a:xfrm>
            <a:off x="670559" y="900685"/>
            <a:ext cx="11030177" cy="288492"/>
          </a:xfrm>
          <a:prstGeom prst="rect">
            <a:avLst/>
          </a:prstGeom>
          <a:noFill/>
          <a:ln/>
        </p:spPr>
        <p:txBody>
          <a:bodyPr wrap="square" lIns="0" tIns="0" rIns="0" bIns="0" rtlCol="0" anchor="ctr"/>
          <a:lstStyle/>
          <a:p>
            <a:r>
              <a:rPr lang="en-US" sz="1733" dirty="0">
                <a:solidFill>
                  <a:srgbClr val="B8CFE8"/>
                </a:solidFill>
                <a:ea typeface="Calibri" pitchFamily="34" charset="-122"/>
                <a:cs typeface="Calibri" pitchFamily="34" charset="-120"/>
              </a:rPr>
              <a:t>Why Toyota Australia should act now</a:t>
            </a:r>
            <a:endParaRPr lang="en-US" sz="1733" dirty="0"/>
          </a:p>
        </p:txBody>
      </p:sp>
      <p:sp>
        <p:nvSpPr>
          <p:cNvPr id="10" name="Shape 3">
            <a:extLst>
              <a:ext uri="{FF2B5EF4-FFF2-40B4-BE49-F238E27FC236}">
                <a16:creationId xmlns:a16="http://schemas.microsoft.com/office/drawing/2014/main" id="{572F4395-9534-7556-764C-B217EA2A2F53}"/>
              </a:ext>
            </a:extLst>
          </p:cNvPr>
          <p:cNvSpPr/>
          <p:nvPr/>
        </p:nvSpPr>
        <p:spPr>
          <a:xfrm>
            <a:off x="426720" y="1510285"/>
            <a:ext cx="3554168" cy="1318820"/>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11" name="Shape 4">
            <a:extLst>
              <a:ext uri="{FF2B5EF4-FFF2-40B4-BE49-F238E27FC236}">
                <a16:creationId xmlns:a16="http://schemas.microsoft.com/office/drawing/2014/main" id="{A2220EDC-300F-337B-2B67-D3308B83FCEE}"/>
              </a:ext>
            </a:extLst>
          </p:cNvPr>
          <p:cNvSpPr/>
          <p:nvPr/>
        </p:nvSpPr>
        <p:spPr>
          <a:xfrm>
            <a:off x="426720" y="1510285"/>
            <a:ext cx="3554168" cy="57698"/>
          </a:xfrm>
          <a:prstGeom prst="rect">
            <a:avLst/>
          </a:prstGeom>
          <a:solidFill>
            <a:srgbClr val="0078D4"/>
          </a:solidFill>
          <a:ln w="12700">
            <a:solidFill>
              <a:srgbClr val="0078D4"/>
            </a:solidFill>
            <a:prstDash val="solid"/>
          </a:ln>
        </p:spPr>
        <p:txBody>
          <a:bodyPr/>
          <a:lstStyle/>
          <a:p>
            <a:endParaRPr lang="en-IN" sz="1867"/>
          </a:p>
        </p:txBody>
      </p:sp>
      <p:sp>
        <p:nvSpPr>
          <p:cNvPr id="12" name="Text 5">
            <a:extLst>
              <a:ext uri="{FF2B5EF4-FFF2-40B4-BE49-F238E27FC236}">
                <a16:creationId xmlns:a16="http://schemas.microsoft.com/office/drawing/2014/main" id="{A9B361BD-6BDF-C364-7E85-D518E841A489}"/>
              </a:ext>
            </a:extLst>
          </p:cNvPr>
          <p:cNvSpPr/>
          <p:nvPr/>
        </p:nvSpPr>
        <p:spPr>
          <a:xfrm>
            <a:off x="426720" y="1693165"/>
            <a:ext cx="3554168" cy="576984"/>
          </a:xfrm>
          <a:prstGeom prst="rect">
            <a:avLst/>
          </a:prstGeom>
          <a:noFill/>
          <a:ln/>
        </p:spPr>
        <p:txBody>
          <a:bodyPr wrap="square" lIns="0" tIns="0" rIns="0" bIns="0" rtlCol="0" anchor="ctr"/>
          <a:lstStyle/>
          <a:p>
            <a:pPr algn="ctr"/>
            <a:r>
              <a:rPr lang="en-US" sz="4533" b="1" dirty="0">
                <a:solidFill>
                  <a:srgbClr val="0078D4"/>
                </a:solidFill>
                <a:ea typeface="Calibri" pitchFamily="34" charset="-122"/>
                <a:cs typeface="Calibri" pitchFamily="34" charset="-120"/>
              </a:rPr>
              <a:t>72%</a:t>
            </a:r>
            <a:endParaRPr lang="en-US" sz="4533" dirty="0"/>
          </a:p>
        </p:txBody>
      </p:sp>
      <p:sp>
        <p:nvSpPr>
          <p:cNvPr id="13" name="Text 6">
            <a:extLst>
              <a:ext uri="{FF2B5EF4-FFF2-40B4-BE49-F238E27FC236}">
                <a16:creationId xmlns:a16="http://schemas.microsoft.com/office/drawing/2014/main" id="{07B1A0D9-22DC-78E4-AB1F-12A827B52A04}"/>
              </a:ext>
            </a:extLst>
          </p:cNvPr>
          <p:cNvSpPr/>
          <p:nvPr/>
        </p:nvSpPr>
        <p:spPr>
          <a:xfrm>
            <a:off x="548639" y="2546605"/>
            <a:ext cx="3309053" cy="494558"/>
          </a:xfrm>
          <a:prstGeom prst="rect">
            <a:avLst/>
          </a:prstGeom>
          <a:noFill/>
          <a:ln/>
        </p:spPr>
        <p:txBody>
          <a:bodyPr wrap="square" lIns="0" tIns="0" rIns="0" bIns="0" rtlCol="0" anchor="ctr"/>
          <a:lstStyle/>
          <a:p>
            <a:pPr algn="ctr"/>
            <a:r>
              <a:rPr lang="en-US" sz="1467" dirty="0">
                <a:solidFill>
                  <a:srgbClr val="B8CFE8"/>
                </a:solidFill>
                <a:ea typeface="Calibri" pitchFamily="34" charset="-122"/>
                <a:cs typeface="Calibri" pitchFamily="34" charset="-120"/>
              </a:rPr>
              <a:t>of of auto OEMs lack real-time</a:t>
            </a:r>
            <a:endParaRPr lang="en-US" sz="1467" dirty="0"/>
          </a:p>
          <a:p>
            <a:pPr algn="ctr"/>
            <a:r>
              <a:rPr lang="en-US" sz="1467" dirty="0">
                <a:solidFill>
                  <a:srgbClr val="B8CFE8"/>
                </a:solidFill>
                <a:ea typeface="Calibri" pitchFamily="34" charset="-122"/>
                <a:cs typeface="Calibri" pitchFamily="34" charset="-120"/>
              </a:rPr>
              <a:t>demand visibility</a:t>
            </a:r>
            <a:endParaRPr lang="en-US" sz="1467" dirty="0"/>
          </a:p>
        </p:txBody>
      </p:sp>
      <p:sp>
        <p:nvSpPr>
          <p:cNvPr id="14" name="Shape 7">
            <a:extLst>
              <a:ext uri="{FF2B5EF4-FFF2-40B4-BE49-F238E27FC236}">
                <a16:creationId xmlns:a16="http://schemas.microsoft.com/office/drawing/2014/main" id="{319809C6-9038-B572-A88E-A95790C482FE}"/>
              </a:ext>
            </a:extLst>
          </p:cNvPr>
          <p:cNvSpPr/>
          <p:nvPr/>
        </p:nvSpPr>
        <p:spPr>
          <a:xfrm>
            <a:off x="4328160" y="1510285"/>
            <a:ext cx="3554168" cy="1318820"/>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15" name="Shape 8">
            <a:extLst>
              <a:ext uri="{FF2B5EF4-FFF2-40B4-BE49-F238E27FC236}">
                <a16:creationId xmlns:a16="http://schemas.microsoft.com/office/drawing/2014/main" id="{325AE383-70B0-8BF9-EEC5-553FA1D07508}"/>
              </a:ext>
            </a:extLst>
          </p:cNvPr>
          <p:cNvSpPr/>
          <p:nvPr/>
        </p:nvSpPr>
        <p:spPr>
          <a:xfrm>
            <a:off x="4328160" y="1510285"/>
            <a:ext cx="3554168" cy="57698"/>
          </a:xfrm>
          <a:prstGeom prst="rect">
            <a:avLst/>
          </a:prstGeom>
          <a:solidFill>
            <a:srgbClr val="FFB900"/>
          </a:solidFill>
          <a:ln w="12700">
            <a:solidFill>
              <a:srgbClr val="FFB900"/>
            </a:solidFill>
            <a:prstDash val="solid"/>
          </a:ln>
        </p:spPr>
        <p:txBody>
          <a:bodyPr/>
          <a:lstStyle/>
          <a:p>
            <a:endParaRPr lang="en-IN" sz="1867"/>
          </a:p>
        </p:txBody>
      </p:sp>
      <p:sp>
        <p:nvSpPr>
          <p:cNvPr id="16" name="Text 9">
            <a:extLst>
              <a:ext uri="{FF2B5EF4-FFF2-40B4-BE49-F238E27FC236}">
                <a16:creationId xmlns:a16="http://schemas.microsoft.com/office/drawing/2014/main" id="{4CF3E2B8-34F1-5396-71AA-E7795B10D5B0}"/>
              </a:ext>
            </a:extLst>
          </p:cNvPr>
          <p:cNvSpPr/>
          <p:nvPr/>
        </p:nvSpPr>
        <p:spPr>
          <a:xfrm>
            <a:off x="4328160" y="1693165"/>
            <a:ext cx="3554168" cy="576984"/>
          </a:xfrm>
          <a:prstGeom prst="rect">
            <a:avLst/>
          </a:prstGeom>
          <a:noFill/>
          <a:ln/>
        </p:spPr>
        <p:txBody>
          <a:bodyPr wrap="square" lIns="0" tIns="0" rIns="0" bIns="0" rtlCol="0" anchor="ctr"/>
          <a:lstStyle/>
          <a:p>
            <a:pPr algn="ctr"/>
            <a:r>
              <a:rPr lang="en-US" sz="4533" b="1" dirty="0">
                <a:solidFill>
                  <a:srgbClr val="FFB900"/>
                </a:solidFill>
                <a:ea typeface="Calibri" pitchFamily="34" charset="-122"/>
                <a:cs typeface="Calibri" pitchFamily="34" charset="-120"/>
              </a:rPr>
              <a:t>$12B</a:t>
            </a:r>
            <a:endParaRPr lang="en-US" sz="4533" dirty="0"/>
          </a:p>
        </p:txBody>
      </p:sp>
      <p:sp>
        <p:nvSpPr>
          <p:cNvPr id="17" name="Text 10">
            <a:extLst>
              <a:ext uri="{FF2B5EF4-FFF2-40B4-BE49-F238E27FC236}">
                <a16:creationId xmlns:a16="http://schemas.microsoft.com/office/drawing/2014/main" id="{07D7B113-1138-704D-589D-4597E7FA0D10}"/>
              </a:ext>
            </a:extLst>
          </p:cNvPr>
          <p:cNvSpPr/>
          <p:nvPr/>
        </p:nvSpPr>
        <p:spPr>
          <a:xfrm>
            <a:off x="4450079" y="2546605"/>
            <a:ext cx="3309053" cy="494558"/>
          </a:xfrm>
          <a:prstGeom prst="rect">
            <a:avLst/>
          </a:prstGeom>
          <a:noFill/>
          <a:ln/>
        </p:spPr>
        <p:txBody>
          <a:bodyPr wrap="square" lIns="0" tIns="0" rIns="0" bIns="0" rtlCol="0" anchor="ctr"/>
          <a:lstStyle/>
          <a:p>
            <a:pPr algn="ctr"/>
            <a:r>
              <a:rPr lang="en-US" sz="1467" dirty="0">
                <a:solidFill>
                  <a:srgbClr val="B8CFE8"/>
                </a:solidFill>
                <a:ea typeface="Calibri" pitchFamily="34" charset="-122"/>
                <a:cs typeface="Calibri" pitchFamily="34" charset="-120"/>
              </a:rPr>
              <a:t>inventory locked in automotive</a:t>
            </a:r>
            <a:endParaRPr lang="en-US" sz="1467" dirty="0"/>
          </a:p>
          <a:p>
            <a:pPr algn="ctr"/>
            <a:r>
              <a:rPr lang="en-US" sz="1467" dirty="0">
                <a:solidFill>
                  <a:srgbClr val="B8CFE8"/>
                </a:solidFill>
                <a:ea typeface="Calibri" pitchFamily="34" charset="-122"/>
                <a:cs typeface="Calibri" pitchFamily="34" charset="-120"/>
              </a:rPr>
              <a:t>supply chains globally</a:t>
            </a:r>
            <a:endParaRPr lang="en-US" sz="1467" dirty="0"/>
          </a:p>
        </p:txBody>
      </p:sp>
      <p:sp>
        <p:nvSpPr>
          <p:cNvPr id="18" name="Shape 11">
            <a:extLst>
              <a:ext uri="{FF2B5EF4-FFF2-40B4-BE49-F238E27FC236}">
                <a16:creationId xmlns:a16="http://schemas.microsoft.com/office/drawing/2014/main" id="{343D64ED-9985-3B13-4C50-1D16B7990645}"/>
              </a:ext>
            </a:extLst>
          </p:cNvPr>
          <p:cNvSpPr/>
          <p:nvPr/>
        </p:nvSpPr>
        <p:spPr>
          <a:xfrm>
            <a:off x="8229600" y="1510285"/>
            <a:ext cx="3554168" cy="1318820"/>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19" name="Shape 12">
            <a:extLst>
              <a:ext uri="{FF2B5EF4-FFF2-40B4-BE49-F238E27FC236}">
                <a16:creationId xmlns:a16="http://schemas.microsoft.com/office/drawing/2014/main" id="{DEA4412B-B826-D172-E505-69AA48536043}"/>
              </a:ext>
            </a:extLst>
          </p:cNvPr>
          <p:cNvSpPr/>
          <p:nvPr/>
        </p:nvSpPr>
        <p:spPr>
          <a:xfrm>
            <a:off x="8229600" y="1510285"/>
            <a:ext cx="3554168" cy="57698"/>
          </a:xfrm>
          <a:prstGeom prst="rect">
            <a:avLst/>
          </a:prstGeom>
          <a:solidFill>
            <a:srgbClr val="00B294"/>
          </a:solidFill>
          <a:ln w="12700">
            <a:solidFill>
              <a:srgbClr val="00B294"/>
            </a:solidFill>
            <a:prstDash val="solid"/>
          </a:ln>
        </p:spPr>
        <p:txBody>
          <a:bodyPr/>
          <a:lstStyle/>
          <a:p>
            <a:endParaRPr lang="en-IN" sz="1867"/>
          </a:p>
        </p:txBody>
      </p:sp>
      <p:sp>
        <p:nvSpPr>
          <p:cNvPr id="20" name="Text 13">
            <a:extLst>
              <a:ext uri="{FF2B5EF4-FFF2-40B4-BE49-F238E27FC236}">
                <a16:creationId xmlns:a16="http://schemas.microsoft.com/office/drawing/2014/main" id="{53527EEA-311F-C56D-9DBF-41C1FB3E2E00}"/>
              </a:ext>
            </a:extLst>
          </p:cNvPr>
          <p:cNvSpPr/>
          <p:nvPr/>
        </p:nvSpPr>
        <p:spPr>
          <a:xfrm>
            <a:off x="8229600" y="1693165"/>
            <a:ext cx="3554168" cy="576984"/>
          </a:xfrm>
          <a:prstGeom prst="rect">
            <a:avLst/>
          </a:prstGeom>
          <a:noFill/>
          <a:ln/>
        </p:spPr>
        <p:txBody>
          <a:bodyPr wrap="square" lIns="0" tIns="0" rIns="0" bIns="0" rtlCol="0" anchor="ctr"/>
          <a:lstStyle/>
          <a:p>
            <a:pPr algn="ctr"/>
            <a:r>
              <a:rPr lang="en-US" sz="4533" b="1" dirty="0">
                <a:solidFill>
                  <a:srgbClr val="00B294"/>
                </a:solidFill>
                <a:ea typeface="Calibri" pitchFamily="34" charset="-122"/>
                <a:cs typeface="Calibri" pitchFamily="34" charset="-120"/>
              </a:rPr>
              <a:t>3.2×</a:t>
            </a:r>
            <a:endParaRPr lang="en-US" sz="4533" dirty="0"/>
          </a:p>
        </p:txBody>
      </p:sp>
      <p:sp>
        <p:nvSpPr>
          <p:cNvPr id="21" name="Text 14">
            <a:extLst>
              <a:ext uri="{FF2B5EF4-FFF2-40B4-BE49-F238E27FC236}">
                <a16:creationId xmlns:a16="http://schemas.microsoft.com/office/drawing/2014/main" id="{4A1E4A6A-8759-BEEC-9073-CD19FF0CC19F}"/>
              </a:ext>
            </a:extLst>
          </p:cNvPr>
          <p:cNvSpPr/>
          <p:nvPr/>
        </p:nvSpPr>
        <p:spPr>
          <a:xfrm>
            <a:off x="8351519" y="2546605"/>
            <a:ext cx="3309053" cy="494558"/>
          </a:xfrm>
          <a:prstGeom prst="rect">
            <a:avLst/>
          </a:prstGeom>
          <a:noFill/>
          <a:ln/>
        </p:spPr>
        <p:txBody>
          <a:bodyPr wrap="square" lIns="0" tIns="0" rIns="0" bIns="0" rtlCol="0" anchor="ctr"/>
          <a:lstStyle/>
          <a:p>
            <a:pPr algn="ctr"/>
            <a:r>
              <a:rPr lang="en-US" sz="1467" dirty="0">
                <a:solidFill>
                  <a:srgbClr val="B8CFE8"/>
                </a:solidFill>
                <a:ea typeface="Calibri" pitchFamily="34" charset="-122"/>
                <a:cs typeface="Calibri" pitchFamily="34" charset="-120"/>
              </a:rPr>
              <a:t>ROI on AI-driven supply chain</a:t>
            </a:r>
            <a:endParaRPr lang="en-US" sz="1467" dirty="0"/>
          </a:p>
          <a:p>
            <a:pPr algn="ctr"/>
            <a:r>
              <a:rPr lang="en-US" sz="1467" dirty="0">
                <a:solidFill>
                  <a:srgbClr val="B8CFE8"/>
                </a:solidFill>
                <a:ea typeface="Calibri" pitchFamily="34" charset="-122"/>
                <a:cs typeface="Calibri" pitchFamily="34" charset="-120"/>
              </a:rPr>
              <a:t>vs. manual planning</a:t>
            </a:r>
            <a:endParaRPr lang="en-US" sz="1467" dirty="0"/>
          </a:p>
        </p:txBody>
      </p:sp>
      <p:sp>
        <p:nvSpPr>
          <p:cNvPr id="22" name="Text 15">
            <a:extLst>
              <a:ext uri="{FF2B5EF4-FFF2-40B4-BE49-F238E27FC236}">
                <a16:creationId xmlns:a16="http://schemas.microsoft.com/office/drawing/2014/main" id="{30939BBB-D2F4-08B1-7555-5884235CC57A}"/>
              </a:ext>
            </a:extLst>
          </p:cNvPr>
          <p:cNvSpPr/>
          <p:nvPr/>
        </p:nvSpPr>
        <p:spPr>
          <a:xfrm>
            <a:off x="426720" y="3765805"/>
            <a:ext cx="11397850" cy="288492"/>
          </a:xfrm>
          <a:prstGeom prst="rect">
            <a:avLst/>
          </a:prstGeom>
          <a:noFill/>
          <a:ln/>
        </p:spPr>
        <p:txBody>
          <a:bodyPr wrap="square" lIns="0" tIns="0" rIns="0" bIns="0" rtlCol="0" anchor="ctr"/>
          <a:lstStyle/>
          <a:p>
            <a:r>
              <a:rPr lang="en-US" sz="1867" b="1" dirty="0">
                <a:solidFill>
                  <a:srgbClr val="50E6FF"/>
                </a:solidFill>
                <a:ea typeface="Calibri" pitchFamily="34" charset="-122"/>
                <a:cs typeface="Calibri" pitchFamily="34" charset="-120"/>
              </a:rPr>
              <a:t>Challenges facing Toyota Australia today</a:t>
            </a:r>
            <a:endParaRPr lang="en-US" sz="1867" dirty="0"/>
          </a:p>
        </p:txBody>
      </p:sp>
      <p:sp>
        <p:nvSpPr>
          <p:cNvPr id="23" name="Shape 16">
            <a:extLst>
              <a:ext uri="{FF2B5EF4-FFF2-40B4-BE49-F238E27FC236}">
                <a16:creationId xmlns:a16="http://schemas.microsoft.com/office/drawing/2014/main" id="{22C8E8E6-B95E-F4B0-B706-51FB1D686B8F}"/>
              </a:ext>
            </a:extLst>
          </p:cNvPr>
          <p:cNvSpPr/>
          <p:nvPr/>
        </p:nvSpPr>
        <p:spPr>
          <a:xfrm>
            <a:off x="426720" y="4314445"/>
            <a:ext cx="11397850" cy="329705"/>
          </a:xfrm>
          <a:prstGeom prst="rect">
            <a:avLst/>
          </a:prstGeom>
          <a:solidFill>
            <a:srgbClr val="162845"/>
          </a:solidFill>
          <a:ln w="12700">
            <a:solidFill>
              <a:srgbClr val="162845"/>
            </a:solidFill>
            <a:prstDash val="solid"/>
          </a:ln>
          <a:effectLst>
            <a:outerShdw blurRad="152400" dist="38100" dir="8100000" algn="bl" rotWithShape="0">
              <a:srgbClr val="000000">
                <a:alpha val="25000"/>
              </a:srgbClr>
            </a:outerShdw>
          </a:effectLst>
        </p:spPr>
        <p:txBody>
          <a:bodyPr/>
          <a:lstStyle/>
          <a:p>
            <a:endParaRPr lang="en-IN" sz="1867"/>
          </a:p>
        </p:txBody>
      </p:sp>
      <p:pic>
        <p:nvPicPr>
          <p:cNvPr id="24" name="Image 0" descr="preencoded.png">
            <a:extLst>
              <a:ext uri="{FF2B5EF4-FFF2-40B4-BE49-F238E27FC236}">
                <a16:creationId xmlns:a16="http://schemas.microsoft.com/office/drawing/2014/main" id="{3ECCA9F0-050B-2245-3E27-E87757B7F494}"/>
              </a:ext>
            </a:extLst>
          </p:cNvPr>
          <p:cNvPicPr>
            <a:picLocks noChangeAspect="1"/>
          </p:cNvPicPr>
          <p:nvPr/>
        </p:nvPicPr>
        <p:blipFill>
          <a:blip r:embed="rId2"/>
          <a:stretch>
            <a:fillRect/>
          </a:stretch>
        </p:blipFill>
        <p:spPr>
          <a:xfrm>
            <a:off x="585215" y="4363212"/>
            <a:ext cx="367673" cy="367673"/>
          </a:xfrm>
          <a:prstGeom prst="rect">
            <a:avLst/>
          </a:prstGeom>
        </p:spPr>
      </p:pic>
      <p:sp>
        <p:nvSpPr>
          <p:cNvPr id="25" name="Text 17">
            <a:extLst>
              <a:ext uri="{FF2B5EF4-FFF2-40B4-BE49-F238E27FC236}">
                <a16:creationId xmlns:a16="http://schemas.microsoft.com/office/drawing/2014/main" id="{7AB095EA-5FE3-E561-E77F-AC15720BD1E9}"/>
              </a:ext>
            </a:extLst>
          </p:cNvPr>
          <p:cNvSpPr/>
          <p:nvPr/>
        </p:nvSpPr>
        <p:spPr>
          <a:xfrm>
            <a:off x="1097279" y="4375405"/>
            <a:ext cx="10539947" cy="247279"/>
          </a:xfrm>
          <a:prstGeom prst="rect">
            <a:avLst/>
          </a:prstGeom>
          <a:noFill/>
          <a:ln/>
        </p:spPr>
        <p:txBody>
          <a:bodyPr wrap="square" lIns="0" tIns="0" rIns="0" bIns="0" rtlCol="0" anchor="ctr"/>
          <a:lstStyle/>
          <a:p>
            <a:r>
              <a:rPr lang="en-US" sz="1600" dirty="0">
                <a:solidFill>
                  <a:srgbClr val="E8F4FD"/>
                </a:solidFill>
                <a:ea typeface="Calibri" pitchFamily="34" charset="-122"/>
                <a:cs typeface="Calibri" pitchFamily="34" charset="-120"/>
              </a:rPr>
              <a:t>SAP ECC6 data lacks real-time analytics layerr</a:t>
            </a:r>
            <a:endParaRPr lang="en-US" sz="1600" dirty="0"/>
          </a:p>
        </p:txBody>
      </p:sp>
      <p:sp>
        <p:nvSpPr>
          <p:cNvPr id="26" name="Shape 18">
            <a:extLst>
              <a:ext uri="{FF2B5EF4-FFF2-40B4-BE49-F238E27FC236}">
                <a16:creationId xmlns:a16="http://schemas.microsoft.com/office/drawing/2014/main" id="{25A7F006-A970-09AE-EFC6-F3D377B2FF21}"/>
              </a:ext>
            </a:extLst>
          </p:cNvPr>
          <p:cNvSpPr/>
          <p:nvPr/>
        </p:nvSpPr>
        <p:spPr>
          <a:xfrm>
            <a:off x="426720" y="4887469"/>
            <a:ext cx="11397850" cy="329705"/>
          </a:xfrm>
          <a:prstGeom prst="rect">
            <a:avLst/>
          </a:prstGeom>
          <a:solidFill>
            <a:srgbClr val="162845"/>
          </a:solidFill>
          <a:ln w="12700">
            <a:solidFill>
              <a:srgbClr val="162845"/>
            </a:solidFill>
            <a:prstDash val="solid"/>
          </a:ln>
          <a:effectLst>
            <a:outerShdw blurRad="152400" dist="38100" dir="8100000" algn="bl" rotWithShape="0">
              <a:srgbClr val="000000">
                <a:alpha val="25000"/>
              </a:srgbClr>
            </a:outerShdw>
          </a:effectLst>
        </p:spPr>
        <p:txBody>
          <a:bodyPr/>
          <a:lstStyle/>
          <a:p>
            <a:endParaRPr lang="en-IN" sz="1867"/>
          </a:p>
        </p:txBody>
      </p:sp>
      <p:pic>
        <p:nvPicPr>
          <p:cNvPr id="27" name="Image 1" descr="preencoded.png">
            <a:extLst>
              <a:ext uri="{FF2B5EF4-FFF2-40B4-BE49-F238E27FC236}">
                <a16:creationId xmlns:a16="http://schemas.microsoft.com/office/drawing/2014/main" id="{AF90209A-E7D4-89C3-B8ED-835107CE0023}"/>
              </a:ext>
            </a:extLst>
          </p:cNvPr>
          <p:cNvPicPr>
            <a:picLocks noChangeAspect="1"/>
          </p:cNvPicPr>
          <p:nvPr/>
        </p:nvPicPr>
        <p:blipFill>
          <a:blip r:embed="rId3"/>
          <a:stretch>
            <a:fillRect/>
          </a:stretch>
        </p:blipFill>
        <p:spPr>
          <a:xfrm>
            <a:off x="585215" y="4936236"/>
            <a:ext cx="367673" cy="367673"/>
          </a:xfrm>
          <a:prstGeom prst="rect">
            <a:avLst/>
          </a:prstGeom>
        </p:spPr>
      </p:pic>
      <p:sp>
        <p:nvSpPr>
          <p:cNvPr id="28" name="Text 19">
            <a:extLst>
              <a:ext uri="{FF2B5EF4-FFF2-40B4-BE49-F238E27FC236}">
                <a16:creationId xmlns:a16="http://schemas.microsoft.com/office/drawing/2014/main" id="{FC4695B1-DC75-CDF3-9684-8534A79EB424}"/>
              </a:ext>
            </a:extLst>
          </p:cNvPr>
          <p:cNvSpPr/>
          <p:nvPr/>
        </p:nvSpPr>
        <p:spPr>
          <a:xfrm>
            <a:off x="1097279" y="4948429"/>
            <a:ext cx="10539947" cy="247279"/>
          </a:xfrm>
          <a:prstGeom prst="rect">
            <a:avLst/>
          </a:prstGeom>
          <a:noFill/>
          <a:ln/>
        </p:spPr>
        <p:txBody>
          <a:bodyPr wrap="square" lIns="0" tIns="0" rIns="0" bIns="0" rtlCol="0" anchor="ctr"/>
          <a:lstStyle/>
          <a:p>
            <a:r>
              <a:rPr lang="en-US" sz="1600" dirty="0">
                <a:solidFill>
                  <a:srgbClr val="E8F4FD"/>
                </a:solidFill>
                <a:ea typeface="Calibri" pitchFamily="34" charset="-122"/>
                <a:cs typeface="Calibri" pitchFamily="34" charset="-120"/>
              </a:rPr>
              <a:t>Parts forecasting still in Excel — no ML modelsrvals</a:t>
            </a:r>
            <a:endParaRPr lang="en-US" sz="1600" dirty="0"/>
          </a:p>
        </p:txBody>
      </p:sp>
      <p:sp>
        <p:nvSpPr>
          <p:cNvPr id="29" name="Shape 20">
            <a:extLst>
              <a:ext uri="{FF2B5EF4-FFF2-40B4-BE49-F238E27FC236}">
                <a16:creationId xmlns:a16="http://schemas.microsoft.com/office/drawing/2014/main" id="{194FE803-EFB4-FFF5-BF23-BF8F0021219C}"/>
              </a:ext>
            </a:extLst>
          </p:cNvPr>
          <p:cNvSpPr/>
          <p:nvPr/>
        </p:nvSpPr>
        <p:spPr>
          <a:xfrm>
            <a:off x="426720" y="5460493"/>
            <a:ext cx="11397850" cy="329705"/>
          </a:xfrm>
          <a:prstGeom prst="rect">
            <a:avLst/>
          </a:prstGeom>
          <a:solidFill>
            <a:srgbClr val="162845"/>
          </a:solidFill>
          <a:ln w="12700">
            <a:solidFill>
              <a:srgbClr val="162845"/>
            </a:solidFill>
            <a:prstDash val="solid"/>
          </a:ln>
          <a:effectLst>
            <a:outerShdw blurRad="152400" dist="38100" dir="8100000" algn="bl" rotWithShape="0">
              <a:srgbClr val="000000">
                <a:alpha val="25000"/>
              </a:srgbClr>
            </a:outerShdw>
          </a:effectLst>
        </p:spPr>
        <p:txBody>
          <a:bodyPr/>
          <a:lstStyle/>
          <a:p>
            <a:endParaRPr lang="en-IN" sz="1867"/>
          </a:p>
        </p:txBody>
      </p:sp>
      <p:pic>
        <p:nvPicPr>
          <p:cNvPr id="30" name="Image 2" descr="preencoded.png">
            <a:extLst>
              <a:ext uri="{FF2B5EF4-FFF2-40B4-BE49-F238E27FC236}">
                <a16:creationId xmlns:a16="http://schemas.microsoft.com/office/drawing/2014/main" id="{539C3912-5474-F8B8-52E3-3C9391CBB618}"/>
              </a:ext>
            </a:extLst>
          </p:cNvPr>
          <p:cNvPicPr>
            <a:picLocks noChangeAspect="1"/>
          </p:cNvPicPr>
          <p:nvPr/>
        </p:nvPicPr>
        <p:blipFill>
          <a:blip r:embed="rId4"/>
          <a:stretch>
            <a:fillRect/>
          </a:stretch>
        </p:blipFill>
        <p:spPr>
          <a:xfrm>
            <a:off x="585215" y="5509260"/>
            <a:ext cx="367673" cy="367673"/>
          </a:xfrm>
          <a:prstGeom prst="rect">
            <a:avLst/>
          </a:prstGeom>
        </p:spPr>
      </p:pic>
      <p:sp>
        <p:nvSpPr>
          <p:cNvPr id="31" name="Text 21">
            <a:extLst>
              <a:ext uri="{FF2B5EF4-FFF2-40B4-BE49-F238E27FC236}">
                <a16:creationId xmlns:a16="http://schemas.microsoft.com/office/drawing/2014/main" id="{99836D00-E57B-D477-534F-31B8CC0449D2}"/>
              </a:ext>
            </a:extLst>
          </p:cNvPr>
          <p:cNvSpPr/>
          <p:nvPr/>
        </p:nvSpPr>
        <p:spPr>
          <a:xfrm>
            <a:off x="1097279" y="5521453"/>
            <a:ext cx="10539947" cy="247279"/>
          </a:xfrm>
          <a:prstGeom prst="rect">
            <a:avLst/>
          </a:prstGeom>
          <a:noFill/>
          <a:ln/>
        </p:spPr>
        <p:txBody>
          <a:bodyPr wrap="square" lIns="0" tIns="0" rIns="0" bIns="0" rtlCol="0" anchor="ctr"/>
          <a:lstStyle/>
          <a:p>
            <a:r>
              <a:rPr lang="en-US" sz="1600" dirty="0">
                <a:solidFill>
                  <a:srgbClr val="E8F4FD"/>
                </a:solidFill>
                <a:ea typeface="Calibri" pitchFamily="34" charset="-122"/>
                <a:cs typeface="Calibri" pitchFamily="34" charset="-120"/>
              </a:rPr>
              <a:t>Inventory decisions lag behind consumption patternssignals</a:t>
            </a:r>
            <a:endParaRPr lang="en-US" sz="1600" dirty="0"/>
          </a:p>
        </p:txBody>
      </p:sp>
      <p:sp>
        <p:nvSpPr>
          <p:cNvPr id="32" name="Shape 22">
            <a:extLst>
              <a:ext uri="{FF2B5EF4-FFF2-40B4-BE49-F238E27FC236}">
                <a16:creationId xmlns:a16="http://schemas.microsoft.com/office/drawing/2014/main" id="{D77B9CBF-1A56-2F58-52C1-3D97C26F7180}"/>
              </a:ext>
            </a:extLst>
          </p:cNvPr>
          <p:cNvSpPr/>
          <p:nvPr/>
        </p:nvSpPr>
        <p:spPr>
          <a:xfrm>
            <a:off x="426720" y="6033517"/>
            <a:ext cx="11397850" cy="329705"/>
          </a:xfrm>
          <a:prstGeom prst="rect">
            <a:avLst/>
          </a:prstGeom>
          <a:solidFill>
            <a:srgbClr val="162845"/>
          </a:solidFill>
          <a:ln w="12700">
            <a:solidFill>
              <a:srgbClr val="162845"/>
            </a:solidFill>
            <a:prstDash val="solid"/>
          </a:ln>
          <a:effectLst>
            <a:outerShdw blurRad="152400" dist="38100" dir="8100000" algn="bl" rotWithShape="0">
              <a:srgbClr val="000000">
                <a:alpha val="25000"/>
              </a:srgbClr>
            </a:outerShdw>
          </a:effectLst>
        </p:spPr>
        <p:txBody>
          <a:bodyPr/>
          <a:lstStyle/>
          <a:p>
            <a:endParaRPr lang="en-IN" sz="1867"/>
          </a:p>
        </p:txBody>
      </p:sp>
      <p:pic>
        <p:nvPicPr>
          <p:cNvPr id="33" name="Image 3" descr="preencoded.png">
            <a:extLst>
              <a:ext uri="{FF2B5EF4-FFF2-40B4-BE49-F238E27FC236}">
                <a16:creationId xmlns:a16="http://schemas.microsoft.com/office/drawing/2014/main" id="{8BB1056C-1411-68AC-4E1F-A073BC9A1B95}"/>
              </a:ext>
            </a:extLst>
          </p:cNvPr>
          <p:cNvPicPr>
            <a:picLocks noChangeAspect="1"/>
          </p:cNvPicPr>
          <p:nvPr/>
        </p:nvPicPr>
        <p:blipFill>
          <a:blip r:embed="rId5"/>
          <a:stretch>
            <a:fillRect/>
          </a:stretch>
        </p:blipFill>
        <p:spPr>
          <a:xfrm>
            <a:off x="585215" y="6082284"/>
            <a:ext cx="367673" cy="367673"/>
          </a:xfrm>
          <a:prstGeom prst="rect">
            <a:avLst/>
          </a:prstGeom>
        </p:spPr>
      </p:pic>
      <p:sp>
        <p:nvSpPr>
          <p:cNvPr id="34" name="Text 23">
            <a:extLst>
              <a:ext uri="{FF2B5EF4-FFF2-40B4-BE49-F238E27FC236}">
                <a16:creationId xmlns:a16="http://schemas.microsoft.com/office/drawing/2014/main" id="{AB880E87-D4AB-C940-C41B-75F3ACC1C19A}"/>
              </a:ext>
            </a:extLst>
          </p:cNvPr>
          <p:cNvSpPr/>
          <p:nvPr/>
        </p:nvSpPr>
        <p:spPr>
          <a:xfrm>
            <a:off x="1097279" y="6094477"/>
            <a:ext cx="10539947" cy="247279"/>
          </a:xfrm>
          <a:prstGeom prst="rect">
            <a:avLst/>
          </a:prstGeom>
          <a:noFill/>
          <a:ln/>
        </p:spPr>
        <p:txBody>
          <a:bodyPr wrap="square" lIns="0" tIns="0" rIns="0" bIns="0" rtlCol="0" anchor="ctr"/>
          <a:lstStyle/>
          <a:p>
            <a:r>
              <a:rPr lang="en-US" sz="1600" dirty="0">
                <a:solidFill>
                  <a:srgbClr val="E8F4FD"/>
                </a:solidFill>
                <a:ea typeface="Calibri" pitchFamily="34" charset="-122"/>
                <a:cs typeface="Calibri" pitchFamily="34" charset="-120"/>
              </a:rPr>
              <a:t>Delivery routes manually planned — no reroutingETA prediction</a:t>
            </a:r>
            <a:endParaRPr lang="en-US" sz="1600" dirty="0"/>
          </a:p>
        </p:txBody>
      </p:sp>
      <p:sp>
        <p:nvSpPr>
          <p:cNvPr id="35" name="Rounded Rectangle 34"/>
          <p:cNvSpPr/>
          <p:nvPr/>
        </p:nvSpPr>
        <p:spPr>
          <a:xfrm>
            <a:off x="8800000" y="1200000"/>
            <a:ext cx="3000000" cy="1400000"/>
          </a:xfrm>
          <a:prstGeom prst="roundRect">
            <a:avLst/>
          </a:prstGeom>
          <a:solidFill>
            <a:srgbClr val="12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900000" y="1250000"/>
            <a:ext cx="2800000" cy="500000"/>
          </a:xfrm>
          <a:prstGeom prst="rect">
            <a:avLst/>
          </a:prstGeom>
          <a:noFill/>
        </p:spPr>
        <p:txBody>
          <a:bodyPr wrap="square">
            <a:spAutoFit/>
          </a:bodyPr>
          <a:lstStyle/>
          <a:p>
            <a:pPr algn="ctr"/>
            <a:r>
              <a:rPr sz="4533" b="1" i="0">
                <a:solidFill>
                  <a:srgbClr val="FF8C00"/>
                </a:solidFill>
              </a:rPr>
              <a:t>$1.9T</a:t>
            </a:r>
          </a:p>
        </p:txBody>
      </p:sp>
      <p:sp>
        <p:nvSpPr>
          <p:cNvPr id="37" name="TextBox 36"/>
          <p:cNvSpPr txBox="1"/>
          <p:nvPr/>
        </p:nvSpPr>
        <p:spPr>
          <a:xfrm>
            <a:off x="8900000" y="1800000"/>
            <a:ext cx="2800000" cy="600000"/>
          </a:xfrm>
          <a:prstGeom prst="rect">
            <a:avLst/>
          </a:prstGeom>
          <a:noFill/>
        </p:spPr>
        <p:txBody>
          <a:bodyPr wrap="square">
            <a:spAutoFit/>
          </a:bodyPr>
          <a:lstStyle/>
          <a:p>
            <a:pPr algn="ctr">
              <a:spcAft>
                <a:spcPts val="400"/>
              </a:spcAft>
            </a:pPr>
            <a:r>
              <a:rPr sz="1467" b="0">
                <a:solidFill>
                  <a:srgbClr val="B8CFE8"/>
                </a:solidFill>
              </a:rPr>
              <a:t>global automotive supply</a:t>
            </a:r>
          </a:p>
          <a:p>
            <a:pPr algn="ctr">
              <a:spcAft>
                <a:spcPts val="400"/>
              </a:spcAft>
            </a:pPr>
            <a:r>
              <a:rPr sz="1467" b="0">
                <a:solidFill>
                  <a:srgbClr val="B8CFE8"/>
                </a:solidFill>
              </a:rPr>
              <a:t>chain market by 2027</a:t>
            </a:r>
          </a:p>
        </p:txBody>
      </p:sp>
      <p:sp>
        <p:nvSpPr>
          <p:cNvPr id="38" name="TextBox 37"/>
          <p:cNvSpPr txBox="1"/>
          <p:nvPr/>
        </p:nvSpPr>
        <p:spPr>
          <a:xfrm>
            <a:off x="8900000" y="2500000"/>
            <a:ext cx="2800000" cy="250000"/>
          </a:xfrm>
          <a:prstGeom prst="rect">
            <a:avLst/>
          </a:prstGeom>
          <a:noFill/>
        </p:spPr>
        <p:txBody>
          <a:bodyPr wrap="square">
            <a:spAutoFit/>
          </a:bodyPr>
          <a:lstStyle/>
          <a:p>
            <a:pPr algn="ctr"/>
            <a:r>
              <a:rPr sz="866" i="1">
                <a:solidFill>
                  <a:srgbClr val="8099B3"/>
                </a:solidFill>
              </a:rPr>
              <a:t>Source: McKinsey Global Institute</a:t>
            </a:r>
          </a:p>
        </p:txBody>
      </p:sp>
    </p:spTree>
    <p:extLst>
      <p:ext uri="{BB962C8B-B14F-4D97-AF65-F5344CB8AC3E}">
        <p14:creationId xmlns:p14="http://schemas.microsoft.com/office/powerpoint/2010/main" val="2824092386"/>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609600" y="300000"/>
            <a:ext cx="10000000" cy="600000"/>
          </a:xfrm>
          <a:prstGeom prst="rect">
            <a:avLst/>
          </a:prstGeom>
          <a:noFill/>
        </p:spPr>
        <p:txBody>
          <a:bodyPr wrap="square">
            <a:spAutoFit/>
          </a:bodyPr>
          <a:lstStyle/>
          <a:p>
            <a:pPr algn="l"/>
            <a:r>
              <a:rPr sz="3467" b="1" i="0">
                <a:solidFill>
                  <a:srgbClr val="FFFFFF"/>
                </a:solidFill>
              </a:rPr>
              <a:t>Toyota Australia — Supply Chain Challenges</a:t>
            </a:r>
          </a:p>
        </p:txBody>
      </p:sp>
      <p:sp>
        <p:nvSpPr>
          <p:cNvPr id="4" name="TextBox 3"/>
          <p:cNvSpPr txBox="1"/>
          <p:nvPr/>
        </p:nvSpPr>
        <p:spPr>
          <a:xfrm>
            <a:off x="609600" y="850000"/>
            <a:ext cx="10000000" cy="350000"/>
          </a:xfrm>
          <a:prstGeom prst="rect">
            <a:avLst/>
          </a:prstGeom>
          <a:noFill/>
        </p:spPr>
        <p:txBody>
          <a:bodyPr wrap="square">
            <a:spAutoFit/>
          </a:bodyPr>
          <a:lstStyle/>
          <a:p>
            <a:pPr algn="l"/>
            <a:r>
              <a:rPr sz="1733" b="0" i="0">
                <a:solidFill>
                  <a:srgbClr val="B8CFE8"/>
                </a:solidFill>
              </a:rPr>
              <a:t>Real challenges across your 275 dealerships that AI can solve today</a:t>
            </a:r>
          </a:p>
        </p:txBody>
      </p:sp>
      <p:sp>
        <p:nvSpPr>
          <p:cNvPr id="5" name="Rounded Rectangle 4"/>
          <p:cNvSpPr/>
          <p:nvPr/>
        </p:nvSpPr>
        <p:spPr>
          <a:xfrm>
            <a:off x="400000" y="1500000"/>
            <a:ext cx="2700000" cy="3200000"/>
          </a:xfrm>
          <a:prstGeom prst="round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00000" y="1500000"/>
            <a:ext cx="2700000" cy="6000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0000" y="1650000"/>
            <a:ext cx="2400000" cy="500000"/>
          </a:xfrm>
          <a:prstGeom prst="rect">
            <a:avLst/>
          </a:prstGeom>
          <a:noFill/>
        </p:spPr>
        <p:txBody>
          <a:bodyPr wrap="square">
            <a:spAutoFit/>
          </a:bodyPr>
          <a:lstStyle/>
          <a:p>
            <a:pPr algn="l"/>
            <a:r>
              <a:rPr sz="1600" b="1" i="0">
                <a:solidFill>
                  <a:srgbClr val="0078D4"/>
                </a:solidFill>
              </a:rPr>
              <a:t>Demand Volatility</a:t>
            </a:r>
          </a:p>
        </p:txBody>
      </p:sp>
      <p:sp>
        <p:nvSpPr>
          <p:cNvPr id="8" name="TextBox 7"/>
          <p:cNvSpPr txBox="1"/>
          <p:nvPr/>
        </p:nvSpPr>
        <p:spPr>
          <a:xfrm>
            <a:off x="550000" y="2250000"/>
            <a:ext cx="2400000" cy="2250000"/>
          </a:xfrm>
          <a:prstGeom prst="rect">
            <a:avLst/>
          </a:prstGeom>
          <a:noFill/>
        </p:spPr>
        <p:txBody>
          <a:bodyPr wrap="square">
            <a:spAutoFit/>
          </a:bodyPr>
          <a:lstStyle/>
          <a:p>
            <a:pPr algn="l">
              <a:spcAft>
                <a:spcPts val="400"/>
              </a:spcAft>
            </a:pPr>
            <a:r>
              <a:rPr sz="1041" b="0">
                <a:solidFill>
                  <a:srgbClr val="B8CFE8"/>
                </a:solidFill>
              </a:rPr>
              <a:t>RAV4 sales down 74% in early 2026</a:t>
            </a:r>
          </a:p>
          <a:p>
            <a:pPr algn="l">
              <a:spcAft>
                <a:spcPts val="400"/>
              </a:spcAft>
            </a:pPr>
            <a:r>
              <a:rPr sz="1333" b="0">
                <a:solidFill>
                  <a:srgbClr val="B8CFE8"/>
                </a:solidFill>
              </a:rPr>
              <a:t>due to model transition gaps.</a:t>
            </a:r>
          </a:p>
          <a:p>
            <a:pPr algn="l">
              <a:spcAft>
                <a:spcPts val="400"/>
              </a:spcAft>
            </a:pPr>
            <a:r>
              <a:rPr sz="1333" b="0">
                <a:solidFill>
                  <a:srgbClr val="B8CFE8"/>
                </a:solidFill>
              </a:rPr>
              <a:t/>
            </a:r>
          </a:p>
          <a:p>
            <a:pPr algn="l">
              <a:spcAft>
                <a:spcPts val="400"/>
              </a:spcAft>
            </a:pPr>
            <a:r>
              <a:rPr sz="1333" b="0">
                <a:solidFill>
                  <a:srgbClr val="B8CFE8"/>
                </a:solidFill>
              </a:rPr>
              <a:t>3–6 month wait times persist</a:t>
            </a:r>
          </a:p>
          <a:p>
            <a:pPr algn="l">
              <a:spcAft>
                <a:spcPts val="400"/>
              </a:spcAft>
            </a:pPr>
            <a:r>
              <a:rPr sz="1333" b="0">
                <a:solidFill>
                  <a:srgbClr val="B8CFE8"/>
                </a:solidFill>
              </a:rPr>
              <a:t>across the range. 200K+ unit</a:t>
            </a:r>
          </a:p>
          <a:p>
            <a:pPr algn="l">
              <a:spcAft>
                <a:spcPts val="400"/>
              </a:spcAft>
            </a:pPr>
            <a:r>
              <a:rPr sz="1333" b="0">
                <a:solidFill>
                  <a:srgbClr val="B8CFE8"/>
                </a:solidFill>
              </a:rPr>
              <a:t>target at risk without better</a:t>
            </a:r>
          </a:p>
          <a:p>
            <a:pPr algn="l">
              <a:spcAft>
                <a:spcPts val="400"/>
              </a:spcAft>
            </a:pPr>
            <a:r>
              <a:rPr sz="1333" b="0">
                <a:solidFill>
                  <a:srgbClr val="B8CFE8"/>
                </a:solidFill>
              </a:rPr>
              <a:t>demand visibility.</a:t>
            </a:r>
          </a:p>
        </p:txBody>
      </p:sp>
      <p:sp>
        <p:nvSpPr>
          <p:cNvPr id="9" name="Rounded Rectangle 8"/>
          <p:cNvSpPr/>
          <p:nvPr/>
        </p:nvSpPr>
        <p:spPr>
          <a:xfrm>
            <a:off x="3300000" y="1500000"/>
            <a:ext cx="2700000" cy="3200000"/>
          </a:xfrm>
          <a:prstGeom prst="round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300000" y="1500000"/>
            <a:ext cx="2700000" cy="60000"/>
          </a:xfrm>
          <a:prstGeom prst="round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50000" y="1650000"/>
            <a:ext cx="2400000" cy="500000"/>
          </a:xfrm>
          <a:prstGeom prst="rect">
            <a:avLst/>
          </a:prstGeom>
          <a:noFill/>
        </p:spPr>
        <p:txBody>
          <a:bodyPr wrap="square">
            <a:spAutoFit/>
          </a:bodyPr>
          <a:lstStyle/>
          <a:p>
            <a:pPr algn="l"/>
            <a:r>
              <a:rPr sz="1600" b="1" i="0">
                <a:solidFill>
                  <a:srgbClr val="00B294"/>
                </a:solidFill>
              </a:rPr>
              <a:t>Parts Forecasting
Gap</a:t>
            </a:r>
          </a:p>
        </p:txBody>
      </p:sp>
      <p:sp>
        <p:nvSpPr>
          <p:cNvPr id="12" name="TextBox 11"/>
          <p:cNvSpPr txBox="1"/>
          <p:nvPr/>
        </p:nvSpPr>
        <p:spPr>
          <a:xfrm>
            <a:off x="3450000" y="2250000"/>
            <a:ext cx="2400000" cy="2250000"/>
          </a:xfrm>
          <a:prstGeom prst="rect">
            <a:avLst/>
          </a:prstGeom>
          <a:noFill/>
        </p:spPr>
        <p:txBody>
          <a:bodyPr wrap="square">
            <a:spAutoFit/>
          </a:bodyPr>
          <a:lstStyle/>
          <a:p>
            <a:pPr algn="l">
              <a:spcAft>
                <a:spcPts val="400"/>
              </a:spcAft>
            </a:pPr>
            <a:r>
              <a:rPr sz="1333" b="0">
                <a:solidFill>
                  <a:srgbClr val="B8CFE8"/>
                </a:solidFill>
              </a:rPr>
              <a:t>No retail inventory management</a:t>
            </a:r>
          </a:p>
          <a:p>
            <a:pPr algn="l">
              <a:spcAft>
                <a:spcPts val="400"/>
              </a:spcAft>
            </a:pPr>
            <a:r>
              <a:rPr sz="1333" b="0">
                <a:solidFill>
                  <a:srgbClr val="B8CFE8"/>
                </a:solidFill>
              </a:rPr>
              <a:t>system across dealer network.</a:t>
            </a:r>
          </a:p>
          <a:p>
            <a:pPr algn="l">
              <a:spcAft>
                <a:spcPts val="400"/>
              </a:spcAft>
            </a:pPr>
            <a:r>
              <a:rPr sz="1333" b="0">
                <a:solidFill>
                  <a:srgbClr val="B8CFE8"/>
                </a:solidFill>
              </a:rPr>
              <a:t/>
            </a:r>
          </a:p>
          <a:p>
            <a:pPr algn="l">
              <a:spcAft>
                <a:spcPts val="400"/>
              </a:spcAft>
            </a:pPr>
            <a:r>
              <a:rPr sz="1333" b="0">
                <a:solidFill>
                  <a:srgbClr val="B8CFE8"/>
                </a:solidFill>
              </a:rPr>
              <a:t>Cannot distinguish real demand</a:t>
            </a:r>
          </a:p>
          <a:p>
            <a:pPr algn="l">
              <a:spcAft>
                <a:spcPts val="400"/>
              </a:spcAft>
            </a:pPr>
            <a:r>
              <a:rPr sz="1333" b="0">
                <a:solidFill>
                  <a:srgbClr val="B8CFE8"/>
                </a:solidFill>
              </a:rPr>
              <a:t>from stock replenishment.</a:t>
            </a:r>
          </a:p>
          <a:p>
            <a:pPr algn="l">
              <a:spcAft>
                <a:spcPts val="400"/>
              </a:spcAft>
            </a:pPr>
            <a:r>
              <a:rPr sz="1333" b="0">
                <a:solidFill>
                  <a:srgbClr val="B8CFE8"/>
                </a:solidFill>
              </a:rPr>
              <a:t>Parts forecasting still relies</a:t>
            </a:r>
          </a:p>
          <a:p>
            <a:pPr algn="l">
              <a:spcAft>
                <a:spcPts val="400"/>
              </a:spcAft>
            </a:pPr>
            <a:r>
              <a:rPr sz="1333" b="0">
                <a:solidFill>
                  <a:srgbClr val="B8CFE8"/>
                </a:solidFill>
              </a:rPr>
              <a:t>on Excel and manual overrides.</a:t>
            </a:r>
          </a:p>
        </p:txBody>
      </p:sp>
      <p:sp>
        <p:nvSpPr>
          <p:cNvPr id="13" name="Rounded Rectangle 12"/>
          <p:cNvSpPr/>
          <p:nvPr/>
        </p:nvSpPr>
        <p:spPr>
          <a:xfrm>
            <a:off x="6200000" y="1500000"/>
            <a:ext cx="2700000" cy="3200000"/>
          </a:xfrm>
          <a:prstGeom prst="round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00000" y="1500000"/>
            <a:ext cx="2700000" cy="60000"/>
          </a:xfrm>
          <a:prstGeom prst="round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0000" y="1650000"/>
            <a:ext cx="2400000" cy="500000"/>
          </a:xfrm>
          <a:prstGeom prst="rect">
            <a:avLst/>
          </a:prstGeom>
          <a:noFill/>
        </p:spPr>
        <p:txBody>
          <a:bodyPr wrap="square">
            <a:spAutoFit/>
          </a:bodyPr>
          <a:lstStyle/>
          <a:p>
            <a:pPr algn="l"/>
            <a:r>
              <a:rPr sz="1600" b="1" i="0">
                <a:solidFill>
                  <a:srgbClr val="FFB900"/>
                </a:solidFill>
              </a:rPr>
              <a:t>Hybrid Supply
Crunch</a:t>
            </a:r>
          </a:p>
        </p:txBody>
      </p:sp>
      <p:sp>
        <p:nvSpPr>
          <p:cNvPr id="16" name="TextBox 15"/>
          <p:cNvSpPr txBox="1"/>
          <p:nvPr/>
        </p:nvSpPr>
        <p:spPr>
          <a:xfrm>
            <a:off x="6350000" y="2250000"/>
            <a:ext cx="2400000" cy="2250000"/>
          </a:xfrm>
          <a:prstGeom prst="rect">
            <a:avLst/>
          </a:prstGeom>
          <a:noFill/>
        </p:spPr>
        <p:txBody>
          <a:bodyPr wrap="square">
            <a:spAutoFit/>
          </a:bodyPr>
          <a:lstStyle/>
          <a:p>
            <a:pPr algn="l">
              <a:spcAft>
                <a:spcPts val="400"/>
              </a:spcAft>
            </a:pPr>
            <a:r>
              <a:rPr sz="1333" b="0">
                <a:solidFill>
                  <a:srgbClr val="B8CFE8"/>
                </a:solidFill>
              </a:rPr>
              <a:t>Hybrid demand surged 3× in</a:t>
            </a:r>
          </a:p>
          <a:p>
            <a:pPr algn="l">
              <a:spcAft>
                <a:spcPts val="400"/>
              </a:spcAft>
            </a:pPr>
            <a:r>
              <a:rPr sz="1333" b="0">
                <a:solidFill>
                  <a:srgbClr val="B8CFE8"/>
                </a:solidFill>
              </a:rPr>
              <a:t>5 years — outstripping supply.</a:t>
            </a:r>
          </a:p>
          <a:p>
            <a:pPr algn="l">
              <a:spcAft>
                <a:spcPts val="400"/>
              </a:spcAft>
            </a:pPr>
            <a:r>
              <a:rPr sz="1333" b="0">
                <a:solidFill>
                  <a:srgbClr val="B8CFE8"/>
                </a:solidFill>
              </a:rPr>
              <a:t/>
            </a:r>
          </a:p>
          <a:p>
            <a:pPr algn="l">
              <a:spcAft>
                <a:spcPts val="400"/>
              </a:spcAft>
            </a:pPr>
            <a:r>
              <a:rPr sz="1333" b="0">
                <a:solidFill>
                  <a:srgbClr val="B8CFE8"/>
                </a:solidFill>
              </a:rPr>
              <a:t>Aisin magnet &amp; Denso inverter</a:t>
            </a:r>
          </a:p>
          <a:p>
            <a:pPr algn="l">
              <a:spcAft>
                <a:spcPts val="400"/>
              </a:spcAft>
            </a:pPr>
            <a:r>
              <a:rPr sz="1333" b="0">
                <a:solidFill>
                  <a:srgbClr val="B8CFE8"/>
                </a:solidFill>
              </a:rPr>
              <a:t>bottlenecks. All components</a:t>
            </a:r>
          </a:p>
          <a:p>
            <a:pPr algn="l">
              <a:spcAft>
                <a:spcPts val="400"/>
              </a:spcAft>
            </a:pPr>
            <a:r>
              <a:rPr sz="1333" b="0">
                <a:solidFill>
                  <a:srgbClr val="B8CFE8"/>
                </a:solidFill>
              </a:rPr>
              <a:t>shipped from Japan — logistics</a:t>
            </a:r>
          </a:p>
          <a:p>
            <a:pPr algn="l">
              <a:spcAft>
                <a:spcPts val="400"/>
              </a:spcAft>
            </a:pPr>
            <a:r>
              <a:rPr sz="1333" b="0">
                <a:solidFill>
                  <a:srgbClr val="B8CFE8"/>
                </a:solidFill>
              </a:rPr>
              <a:t>delays compound the problem.</a:t>
            </a:r>
          </a:p>
        </p:txBody>
      </p:sp>
      <p:sp>
        <p:nvSpPr>
          <p:cNvPr id="17" name="Rounded Rectangle 16"/>
          <p:cNvSpPr/>
          <p:nvPr/>
        </p:nvSpPr>
        <p:spPr>
          <a:xfrm>
            <a:off x="9100000" y="1500000"/>
            <a:ext cx="2700000" cy="3200000"/>
          </a:xfrm>
          <a:prstGeom prst="round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100000" y="1500000"/>
            <a:ext cx="2700000" cy="6000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50000" y="1650000"/>
            <a:ext cx="2400000" cy="500000"/>
          </a:xfrm>
          <a:prstGeom prst="rect">
            <a:avLst/>
          </a:prstGeom>
          <a:noFill/>
        </p:spPr>
        <p:txBody>
          <a:bodyPr wrap="square">
            <a:spAutoFit/>
          </a:bodyPr>
          <a:lstStyle/>
          <a:p>
            <a:pPr algn="l"/>
            <a:r>
              <a:rPr sz="1600" b="1" i="0">
                <a:solidFill>
                  <a:srgbClr val="FF8C00"/>
                </a:solidFill>
              </a:rPr>
              <a:t>Distribution
Complexity</a:t>
            </a:r>
          </a:p>
        </p:txBody>
      </p:sp>
      <p:sp>
        <p:nvSpPr>
          <p:cNvPr id="20" name="TextBox 19"/>
          <p:cNvSpPr txBox="1"/>
          <p:nvPr/>
        </p:nvSpPr>
        <p:spPr>
          <a:xfrm>
            <a:off x="9250000" y="2250000"/>
            <a:ext cx="2400000" cy="2250000"/>
          </a:xfrm>
          <a:prstGeom prst="rect">
            <a:avLst/>
          </a:prstGeom>
          <a:noFill/>
        </p:spPr>
        <p:txBody>
          <a:bodyPr wrap="square">
            <a:spAutoFit/>
          </a:bodyPr>
          <a:lstStyle/>
          <a:p>
            <a:pPr algn="l">
              <a:spcAft>
                <a:spcPts val="400"/>
              </a:spcAft>
            </a:pPr>
            <a:r>
              <a:rPr sz="1333" b="0">
                <a:solidFill>
                  <a:srgbClr val="B8CFE8"/>
                </a:solidFill>
              </a:rPr>
              <a:t>275 dealers across 8 states.</a:t>
            </a:r>
          </a:p>
          <a:p>
            <a:pPr algn="l">
              <a:spcAft>
                <a:spcPts val="400"/>
              </a:spcAft>
            </a:pPr>
            <a:r>
              <a:rPr sz="1333" b="0">
                <a:solidFill>
                  <a:srgbClr val="B8CFE8"/>
                </a:solidFill>
              </a:rPr>
              <a:t>Vast geography from Darwin to</a:t>
            </a:r>
          </a:p>
          <a:p>
            <a:pPr algn="l">
              <a:spcAft>
                <a:spcPts val="400"/>
              </a:spcAft>
            </a:pPr>
            <a:r>
              <a:rPr sz="1333" b="0">
                <a:solidFill>
                  <a:srgbClr val="B8CFE8"/>
                </a:solidFill>
              </a:rPr>
              <a:t>Melbourne adds transit time.</a:t>
            </a:r>
          </a:p>
          <a:p>
            <a:pPr algn="l">
              <a:spcAft>
                <a:spcPts val="400"/>
              </a:spcAft>
            </a:pPr>
            <a:r>
              <a:rPr sz="1333" b="0">
                <a:solidFill>
                  <a:srgbClr val="B8CFE8"/>
                </a:solidFill>
              </a:rPr>
              <a:t/>
            </a:r>
          </a:p>
          <a:p>
            <a:pPr algn="l">
              <a:spcAft>
                <a:spcPts val="400"/>
              </a:spcAft>
            </a:pPr>
            <a:r>
              <a:rPr sz="1333" b="0">
                <a:solidFill>
                  <a:srgbClr val="B8CFE8"/>
                </a:solidFill>
              </a:rPr>
              <a:t>Model transitions (Fortuner</a:t>
            </a:r>
          </a:p>
          <a:p>
            <a:pPr algn="l">
              <a:spcAft>
                <a:spcPts val="400"/>
              </a:spcAft>
            </a:pPr>
            <a:r>
              <a:rPr sz="1333" b="0">
                <a:solidFill>
                  <a:srgbClr val="B8CFE8"/>
                </a:solidFill>
              </a:rPr>
              <a:t>exit, new-gen RAV4 &amp; HiLux)</a:t>
            </a:r>
          </a:p>
          <a:p>
            <a:pPr algn="l">
              <a:spcAft>
                <a:spcPts val="400"/>
              </a:spcAft>
            </a:pPr>
            <a:r>
              <a:rPr sz="1333" b="0">
                <a:solidFill>
                  <a:srgbClr val="B8CFE8"/>
                </a:solidFill>
              </a:rPr>
              <a:t>need dynamic stock rebalancing.</a:t>
            </a:r>
          </a:p>
        </p:txBody>
      </p:sp>
      <p:sp>
        <p:nvSpPr>
          <p:cNvPr id="21" name="Rounded Rectangle 20"/>
          <p:cNvSpPr/>
          <p:nvPr/>
        </p:nvSpPr>
        <p:spPr>
          <a:xfrm>
            <a:off x="400000" y="5000000"/>
            <a:ext cx="11400000" cy="700000"/>
          </a:xfrm>
          <a:prstGeom prst="roundRect">
            <a:avLst/>
          </a:prstGeom>
          <a:solidFill>
            <a:srgbClr val="12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0000" y="5050000"/>
            <a:ext cx="1800000" cy="400000"/>
          </a:xfrm>
          <a:prstGeom prst="rect">
            <a:avLst/>
          </a:prstGeom>
          <a:noFill/>
        </p:spPr>
        <p:txBody>
          <a:bodyPr wrap="square">
            <a:spAutoFit/>
          </a:bodyPr>
          <a:lstStyle/>
          <a:p>
            <a:pPr algn="l"/>
            <a:r>
              <a:rPr sz="1600" b="1" i="0">
                <a:solidFill>
                  <a:srgbClr val="50E6FF"/>
                </a:solidFill>
              </a:rPr>
              <a:t>Key Insight:</a:t>
            </a:r>
          </a:p>
        </p:txBody>
      </p:sp>
      <p:sp>
        <p:nvSpPr>
          <p:cNvPr id="23" name="TextBox 22"/>
          <p:cNvSpPr txBox="1"/>
          <p:nvPr/>
        </p:nvSpPr>
        <p:spPr>
          <a:xfrm>
            <a:off x="2500000" y="5050000"/>
            <a:ext cx="9000000" cy="600000"/>
          </a:xfrm>
          <a:prstGeom prst="rect">
            <a:avLst/>
          </a:prstGeom>
          <a:noFill/>
        </p:spPr>
        <p:txBody>
          <a:bodyPr wrap="square">
            <a:spAutoFit/>
          </a:bodyPr>
          <a:lstStyle/>
          <a:p>
            <a:pPr algn="l"/>
            <a:r>
              <a:rPr sz="1000" b="0" i="0">
                <a:solidFill>
                  <a:srgbClr val="E8F4FD"/>
                </a:solidFill>
              </a:rPr>
              <a:t>Toyota AU's SAP ECC6 holds years of order, parts and logistics data — but no AI layer to predict, optimise and act autonomously. This is exactly what NDBS delivers.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43DC6-00DA-D16C-8C76-5C4716CD066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A9EF2C8-F70B-E3E9-FBD1-D22A70F64DDB}"/>
              </a:ext>
            </a:extLst>
          </p:cNvPr>
          <p:cNvSpPr>
            <a:spLocks noGrp="1"/>
          </p:cNvSpPr>
          <p:nvPr>
            <p:ph type="ftr" sz="quarter" idx="3"/>
          </p:nvPr>
        </p:nvSpPr>
        <p:spPr/>
        <p:txBody>
          <a:bodyPr/>
          <a:lstStyle/>
          <a:p>
            <a:r>
              <a:rPr lang="en-US"/>
              <a:t>© </a:t>
            </a:r>
            <a:fld id="{BD10386A-F078-491A-8D58-536D4066CAE5}" type="datetimeyyyy">
              <a:rPr lang="en-US" smtClean="0"/>
              <a:pPr/>
              <a:t>2026</a:t>
            </a:fld>
            <a:r>
              <a:rPr lang="en-US"/>
              <a:t> NTT DATA Business Solutions</a:t>
            </a:r>
          </a:p>
        </p:txBody>
      </p:sp>
      <p:sp>
        <p:nvSpPr>
          <p:cNvPr id="4" name="Slide Number Placeholder 3">
            <a:extLst>
              <a:ext uri="{FF2B5EF4-FFF2-40B4-BE49-F238E27FC236}">
                <a16:creationId xmlns:a16="http://schemas.microsoft.com/office/drawing/2014/main" id="{DB3533C8-2D1F-2A98-EAE1-AD3F063E45F3}"/>
              </a:ext>
            </a:extLst>
          </p:cNvPr>
          <p:cNvSpPr>
            <a:spLocks noGrp="1"/>
          </p:cNvSpPr>
          <p:nvPr>
            <p:ph type="sldNum" sz="quarter" idx="4"/>
          </p:nvPr>
        </p:nvSpPr>
        <p:spPr/>
        <p:txBody>
          <a:bodyPr/>
          <a:lstStyle/>
          <a:p>
            <a:fld id="{13CE6DAF-806F-404B-BC68-339BFCB57E5C}" type="slidenum">
              <a:rPr lang="en-US" smtClean="0"/>
              <a:pPr/>
              <a:t>3</a:t>
            </a:fld>
            <a:endParaRPr lang="en-US"/>
          </a:p>
        </p:txBody>
      </p:sp>
      <p:sp>
        <p:nvSpPr>
          <p:cNvPr id="80" name="Shape 0">
            <a:extLst>
              <a:ext uri="{FF2B5EF4-FFF2-40B4-BE49-F238E27FC236}">
                <a16:creationId xmlns:a16="http://schemas.microsoft.com/office/drawing/2014/main" id="{0D51C177-F2CA-B86D-9C9E-F49346B5CA84}"/>
              </a:ext>
            </a:extLst>
          </p:cNvPr>
          <p:cNvSpPr/>
          <p:nvPr/>
        </p:nvSpPr>
        <p:spPr>
          <a:xfrm>
            <a:off x="0" y="0"/>
            <a:ext cx="12192000" cy="73152"/>
          </a:xfrm>
          <a:prstGeom prst="rect">
            <a:avLst/>
          </a:prstGeom>
          <a:solidFill>
            <a:srgbClr val="0078D4"/>
          </a:solidFill>
          <a:ln w="12700">
            <a:solidFill>
              <a:srgbClr val="0078D4"/>
            </a:solidFill>
            <a:prstDash val="solid"/>
          </a:ln>
        </p:spPr>
        <p:txBody>
          <a:bodyPr/>
          <a:lstStyle/>
          <a:p>
            <a:endParaRPr lang="en-IN" sz="1867"/>
          </a:p>
        </p:txBody>
      </p:sp>
      <p:sp>
        <p:nvSpPr>
          <p:cNvPr id="81" name="Text 1">
            <a:extLst>
              <a:ext uri="{FF2B5EF4-FFF2-40B4-BE49-F238E27FC236}">
                <a16:creationId xmlns:a16="http://schemas.microsoft.com/office/drawing/2014/main" id="{DA290C1D-FD9B-5502-95A9-317913A1C1DD}"/>
              </a:ext>
            </a:extLst>
          </p:cNvPr>
          <p:cNvSpPr/>
          <p:nvPr/>
        </p:nvSpPr>
        <p:spPr>
          <a:xfrm>
            <a:off x="426720" y="219456"/>
            <a:ext cx="10972800" cy="731520"/>
          </a:xfrm>
          <a:prstGeom prst="rect">
            <a:avLst/>
          </a:prstGeom>
          <a:noFill/>
          <a:ln/>
        </p:spPr>
        <p:txBody>
          <a:bodyPr wrap="square" lIns="0" tIns="0" rIns="0" bIns="0" rtlCol="0" anchor="ctr"/>
          <a:lstStyle/>
          <a:p>
            <a:r>
              <a:rPr lang="en-US" sz="3467" b="1" dirty="0">
                <a:solidFill>
                  <a:srgbClr val="FFFFFF"/>
                </a:solidFill>
                <a:latin typeface="+mj-lt"/>
                <a:ea typeface="Calibri" pitchFamily="34" charset="-122"/>
                <a:cs typeface="Calibri" pitchFamily="34" charset="-120"/>
              </a:rPr>
              <a:t>Our Approach: SAP → Azure → AI → Action</a:t>
            </a:r>
            <a:endParaRPr lang="en-US" sz="3467" dirty="0">
              <a:latin typeface="+mj-lt"/>
            </a:endParaRPr>
          </a:p>
        </p:txBody>
      </p:sp>
      <p:sp>
        <p:nvSpPr>
          <p:cNvPr id="82" name="Text 2">
            <a:extLst>
              <a:ext uri="{FF2B5EF4-FFF2-40B4-BE49-F238E27FC236}">
                <a16:creationId xmlns:a16="http://schemas.microsoft.com/office/drawing/2014/main" id="{15B7999A-1E82-72A5-75CC-C7FE2FDEAA7D}"/>
              </a:ext>
            </a:extLst>
          </p:cNvPr>
          <p:cNvSpPr/>
          <p:nvPr/>
        </p:nvSpPr>
        <p:spPr>
          <a:xfrm>
            <a:off x="371475" y="914400"/>
            <a:ext cx="10972800" cy="426720"/>
          </a:xfrm>
          <a:prstGeom prst="rect">
            <a:avLst/>
          </a:prstGeom>
          <a:noFill/>
          <a:ln/>
        </p:spPr>
        <p:txBody>
          <a:bodyPr wrap="square" lIns="0" tIns="0" rIns="0" bIns="0" rtlCol="0" anchor="ctr"/>
          <a:lstStyle/>
          <a:p>
            <a:r>
              <a:rPr lang="en-US" sz="1733" dirty="0">
                <a:solidFill>
                  <a:srgbClr val="B8CFE8"/>
                </a:solidFill>
                <a:ea typeface="Calibri" pitchFamily="34" charset="-122"/>
                <a:cs typeface="Calibri" pitchFamily="34" charset="-120"/>
              </a:rPr>
              <a:t>Three-layer intelligence architecture Toyota Australia can deploy todaynot replicate alone</a:t>
            </a:r>
            <a:endParaRPr lang="en-US" sz="1733" dirty="0"/>
          </a:p>
        </p:txBody>
      </p:sp>
      <p:sp>
        <p:nvSpPr>
          <p:cNvPr id="83" name="Shape 3">
            <a:extLst>
              <a:ext uri="{FF2B5EF4-FFF2-40B4-BE49-F238E27FC236}">
                <a16:creationId xmlns:a16="http://schemas.microsoft.com/office/drawing/2014/main" id="{3053DA9C-9AF8-1622-7EA5-8A6BB275D889}"/>
              </a:ext>
            </a:extLst>
          </p:cNvPr>
          <p:cNvSpPr/>
          <p:nvPr/>
        </p:nvSpPr>
        <p:spPr>
          <a:xfrm>
            <a:off x="426720" y="1463040"/>
            <a:ext cx="11338560" cy="1463040"/>
          </a:xfrm>
          <a:prstGeom prst="rect">
            <a:avLst/>
          </a:prstGeom>
          <a:solidFill>
            <a:srgbClr val="2D4A70"/>
          </a:solidFill>
          <a:ln w="12700">
            <a:solidFill>
              <a:srgbClr val="2D4A70"/>
            </a:solidFill>
            <a:prstDash val="solid"/>
          </a:ln>
          <a:effectLst>
            <a:outerShdw blurRad="152400" dist="38100" dir="8100000" algn="bl" rotWithShape="0">
              <a:srgbClr val="000000">
                <a:alpha val="25000"/>
              </a:srgbClr>
            </a:outerShdw>
          </a:effectLst>
        </p:spPr>
        <p:txBody>
          <a:bodyPr/>
          <a:lstStyle/>
          <a:p>
            <a:endParaRPr lang="en-IN" sz="1867"/>
          </a:p>
        </p:txBody>
      </p:sp>
      <p:sp>
        <p:nvSpPr>
          <p:cNvPr id="84" name="Shape 4">
            <a:extLst>
              <a:ext uri="{FF2B5EF4-FFF2-40B4-BE49-F238E27FC236}">
                <a16:creationId xmlns:a16="http://schemas.microsoft.com/office/drawing/2014/main" id="{2D4E4E0A-42FD-E1AC-9E58-6E92C8787312}"/>
              </a:ext>
            </a:extLst>
          </p:cNvPr>
          <p:cNvSpPr/>
          <p:nvPr/>
        </p:nvSpPr>
        <p:spPr>
          <a:xfrm>
            <a:off x="426720" y="1463040"/>
            <a:ext cx="85344" cy="1463040"/>
          </a:xfrm>
          <a:prstGeom prst="rect">
            <a:avLst/>
          </a:prstGeom>
          <a:solidFill>
            <a:srgbClr val="0078D4"/>
          </a:solidFill>
          <a:ln w="12700">
            <a:solidFill>
              <a:srgbClr val="0078D4"/>
            </a:solidFill>
            <a:prstDash val="solid"/>
          </a:ln>
        </p:spPr>
        <p:txBody>
          <a:bodyPr/>
          <a:lstStyle/>
          <a:p>
            <a:endParaRPr lang="en-IN" sz="1867"/>
          </a:p>
        </p:txBody>
      </p:sp>
      <p:pic>
        <p:nvPicPr>
          <p:cNvPr id="85" name="Image 0" descr="preencoded.png">
            <a:extLst>
              <a:ext uri="{FF2B5EF4-FFF2-40B4-BE49-F238E27FC236}">
                <a16:creationId xmlns:a16="http://schemas.microsoft.com/office/drawing/2014/main" id="{886B5595-945E-F5A8-9594-5CE794960F0E}"/>
              </a:ext>
            </a:extLst>
          </p:cNvPr>
          <p:cNvPicPr>
            <a:picLocks noChangeAspect="1"/>
          </p:cNvPicPr>
          <p:nvPr/>
        </p:nvPicPr>
        <p:blipFill>
          <a:blip r:embed="rId2"/>
          <a:stretch>
            <a:fillRect/>
          </a:stretch>
        </p:blipFill>
        <p:spPr>
          <a:xfrm>
            <a:off x="731520" y="1889760"/>
            <a:ext cx="609600" cy="609600"/>
          </a:xfrm>
          <a:prstGeom prst="rect">
            <a:avLst/>
          </a:prstGeom>
        </p:spPr>
      </p:pic>
      <p:sp>
        <p:nvSpPr>
          <p:cNvPr id="86" name="Text 5">
            <a:extLst>
              <a:ext uri="{FF2B5EF4-FFF2-40B4-BE49-F238E27FC236}">
                <a16:creationId xmlns:a16="http://schemas.microsoft.com/office/drawing/2014/main" id="{9D948425-347B-25A7-3C38-C8CFE29094B4}"/>
              </a:ext>
            </a:extLst>
          </p:cNvPr>
          <p:cNvSpPr/>
          <p:nvPr/>
        </p:nvSpPr>
        <p:spPr>
          <a:xfrm>
            <a:off x="1584960" y="1584960"/>
            <a:ext cx="4876800" cy="463296"/>
          </a:xfrm>
          <a:prstGeom prst="rect">
            <a:avLst/>
          </a:prstGeom>
          <a:noFill/>
          <a:ln/>
        </p:spPr>
        <p:txBody>
          <a:bodyPr wrap="square" lIns="0" tIns="0" rIns="0" bIns="0" rtlCol="0" anchor="ctr"/>
          <a:lstStyle/>
          <a:p>
            <a:r>
              <a:rPr lang="en-US" sz="1733" b="1" dirty="0">
                <a:solidFill>
                  <a:srgbClr val="0078D4"/>
                </a:solidFill>
                <a:ea typeface="Calibri" pitchFamily="34" charset="-122"/>
                <a:cs typeface="Calibri" pitchFamily="34" charset="-120"/>
              </a:rPr>
              <a:t>Layer 1 — DATA INGESTION</a:t>
            </a:r>
            <a:endParaRPr lang="en-US" sz="1733" dirty="0"/>
          </a:p>
        </p:txBody>
      </p:sp>
      <p:sp>
        <p:nvSpPr>
          <p:cNvPr id="87" name="Text 6">
            <a:extLst>
              <a:ext uri="{FF2B5EF4-FFF2-40B4-BE49-F238E27FC236}">
                <a16:creationId xmlns:a16="http://schemas.microsoft.com/office/drawing/2014/main" id="{462FFF5C-A078-A4D9-15E3-EF0C7664FC47}"/>
              </a:ext>
            </a:extLst>
          </p:cNvPr>
          <p:cNvSpPr/>
          <p:nvPr/>
        </p:nvSpPr>
        <p:spPr>
          <a:xfrm>
            <a:off x="1584960" y="2011680"/>
            <a:ext cx="4876800" cy="365760"/>
          </a:xfrm>
          <a:prstGeom prst="rect">
            <a:avLst/>
          </a:prstGeom>
          <a:noFill/>
          <a:ln/>
        </p:spPr>
        <p:txBody>
          <a:bodyPr wrap="square" lIns="0" tIns="0" rIns="0" bIns="0" rtlCol="0" anchor="ctr"/>
          <a:lstStyle/>
          <a:p>
            <a:r>
              <a:rPr lang="en-US" sz="1467" i="1" dirty="0">
                <a:solidFill>
                  <a:srgbClr val="B8CFE8"/>
                </a:solidFill>
                <a:ea typeface="Calibri" pitchFamily="34" charset="-122"/>
                <a:cs typeface="Calibri" pitchFamily="34" charset="-120"/>
              </a:rPr>
              <a:t>SAP ECC / S4HANA / BW → Azure</a:t>
            </a:r>
            <a:endParaRPr lang="en-US" sz="1467" dirty="0"/>
          </a:p>
        </p:txBody>
      </p:sp>
      <p:sp>
        <p:nvSpPr>
          <p:cNvPr id="88" name="Text 7">
            <a:extLst>
              <a:ext uri="{FF2B5EF4-FFF2-40B4-BE49-F238E27FC236}">
                <a16:creationId xmlns:a16="http://schemas.microsoft.com/office/drawing/2014/main" id="{3E3150A1-77F5-8EFB-E337-D77E83D73004}"/>
              </a:ext>
            </a:extLst>
          </p:cNvPr>
          <p:cNvSpPr/>
          <p:nvPr/>
        </p:nvSpPr>
        <p:spPr>
          <a:xfrm>
            <a:off x="6461760" y="1609344"/>
            <a:ext cx="4998720" cy="1097280"/>
          </a:xfrm>
          <a:prstGeom prst="rect">
            <a:avLst/>
          </a:prstGeom>
          <a:noFill/>
          <a:ln/>
        </p:spPr>
        <p:txBody>
          <a:bodyPr wrap="square" lIns="0" tIns="0" rIns="0" bIns="0" rtlCol="0" anchor="ctr"/>
          <a:lstStyle/>
          <a:p>
            <a:r>
              <a:rPr lang="en-US" sz="1000" dirty="0">
                <a:solidFill>
                  <a:srgbClr val="E8F4FD"/>
                </a:solidFill>
                <a:ea typeface="Calibri" pitchFamily="34" charset="-122"/>
                <a:cs typeface="Calibri" pitchFamily="34" charset="-120"/>
              </a:rPr>
              <a:t>ADF + SAP ODP/BAPI connectors, CDC pipelines, Delta Lake on Fabric Lakehouse. Full fidelity of SD, MM, PP, WM, TM modules.</a:t>
            </a:r>
            <a:endParaRPr lang="en-US" sz="1467" dirty="0"/>
          </a:p>
        </p:txBody>
      </p:sp>
      <p:sp>
        <p:nvSpPr>
          <p:cNvPr id="89" name="Shape 8">
            <a:extLst>
              <a:ext uri="{FF2B5EF4-FFF2-40B4-BE49-F238E27FC236}">
                <a16:creationId xmlns:a16="http://schemas.microsoft.com/office/drawing/2014/main" id="{A8548714-4332-D799-66F3-C424633A23E0}"/>
              </a:ext>
            </a:extLst>
          </p:cNvPr>
          <p:cNvSpPr/>
          <p:nvPr/>
        </p:nvSpPr>
        <p:spPr>
          <a:xfrm>
            <a:off x="426720" y="3145536"/>
            <a:ext cx="11338560" cy="1463040"/>
          </a:xfrm>
          <a:prstGeom prst="rect">
            <a:avLst/>
          </a:prstGeom>
          <a:solidFill>
            <a:srgbClr val="2D4A70"/>
          </a:solidFill>
          <a:ln w="12700">
            <a:solidFill>
              <a:srgbClr val="2D4A70"/>
            </a:solidFill>
            <a:prstDash val="solid"/>
          </a:ln>
          <a:effectLst>
            <a:outerShdw blurRad="152400" dist="38100" dir="8100000" algn="bl" rotWithShape="0">
              <a:srgbClr val="000000">
                <a:alpha val="25000"/>
              </a:srgbClr>
            </a:outerShdw>
          </a:effectLst>
        </p:spPr>
        <p:txBody>
          <a:bodyPr/>
          <a:lstStyle/>
          <a:p>
            <a:endParaRPr lang="en-IN" sz="1867"/>
          </a:p>
        </p:txBody>
      </p:sp>
      <p:sp>
        <p:nvSpPr>
          <p:cNvPr id="90" name="Shape 9">
            <a:extLst>
              <a:ext uri="{FF2B5EF4-FFF2-40B4-BE49-F238E27FC236}">
                <a16:creationId xmlns:a16="http://schemas.microsoft.com/office/drawing/2014/main" id="{BE8A871B-5503-C0A4-80C6-4156AF03E0A9}"/>
              </a:ext>
            </a:extLst>
          </p:cNvPr>
          <p:cNvSpPr/>
          <p:nvPr/>
        </p:nvSpPr>
        <p:spPr>
          <a:xfrm>
            <a:off x="426720" y="3145536"/>
            <a:ext cx="85344" cy="1463040"/>
          </a:xfrm>
          <a:prstGeom prst="rect">
            <a:avLst/>
          </a:prstGeom>
          <a:solidFill>
            <a:srgbClr val="FFB900"/>
          </a:solidFill>
          <a:ln w="12700">
            <a:solidFill>
              <a:srgbClr val="FFB900"/>
            </a:solidFill>
            <a:prstDash val="solid"/>
          </a:ln>
        </p:spPr>
        <p:txBody>
          <a:bodyPr/>
          <a:lstStyle/>
          <a:p>
            <a:endParaRPr lang="en-IN" sz="1867"/>
          </a:p>
        </p:txBody>
      </p:sp>
      <p:pic>
        <p:nvPicPr>
          <p:cNvPr id="91" name="Image 1" descr="preencoded.png">
            <a:extLst>
              <a:ext uri="{FF2B5EF4-FFF2-40B4-BE49-F238E27FC236}">
                <a16:creationId xmlns:a16="http://schemas.microsoft.com/office/drawing/2014/main" id="{6C9EAAFB-FF64-AFC7-694E-5E169DC3A7A0}"/>
              </a:ext>
            </a:extLst>
          </p:cNvPr>
          <p:cNvPicPr>
            <a:picLocks noChangeAspect="1"/>
          </p:cNvPicPr>
          <p:nvPr/>
        </p:nvPicPr>
        <p:blipFill>
          <a:blip r:embed="rId3"/>
          <a:stretch>
            <a:fillRect/>
          </a:stretch>
        </p:blipFill>
        <p:spPr>
          <a:xfrm>
            <a:off x="731520" y="3572256"/>
            <a:ext cx="609600" cy="609600"/>
          </a:xfrm>
          <a:prstGeom prst="rect">
            <a:avLst/>
          </a:prstGeom>
        </p:spPr>
      </p:pic>
      <p:sp>
        <p:nvSpPr>
          <p:cNvPr id="92" name="Text 10">
            <a:extLst>
              <a:ext uri="{FF2B5EF4-FFF2-40B4-BE49-F238E27FC236}">
                <a16:creationId xmlns:a16="http://schemas.microsoft.com/office/drawing/2014/main" id="{178A3451-6D54-4C6B-3AED-FABA494F9DE2}"/>
              </a:ext>
            </a:extLst>
          </p:cNvPr>
          <p:cNvSpPr/>
          <p:nvPr/>
        </p:nvSpPr>
        <p:spPr>
          <a:xfrm>
            <a:off x="1584960" y="3267456"/>
            <a:ext cx="4876800" cy="463296"/>
          </a:xfrm>
          <a:prstGeom prst="rect">
            <a:avLst/>
          </a:prstGeom>
          <a:noFill/>
          <a:ln/>
        </p:spPr>
        <p:txBody>
          <a:bodyPr wrap="square" lIns="0" tIns="0" rIns="0" bIns="0" rtlCol="0" anchor="ctr"/>
          <a:lstStyle/>
          <a:p>
            <a:r>
              <a:rPr lang="en-US" sz="1733" b="1" dirty="0">
                <a:solidFill>
                  <a:srgbClr val="FFB900"/>
                </a:solidFill>
                <a:ea typeface="Calibri" pitchFamily="34" charset="-122"/>
                <a:cs typeface="Calibri" pitchFamily="34" charset="-120"/>
              </a:rPr>
              <a:t>Layer 2 — AI &amp; ANALYTICS</a:t>
            </a:r>
            <a:endParaRPr lang="en-US" sz="1733" dirty="0"/>
          </a:p>
        </p:txBody>
      </p:sp>
      <p:sp>
        <p:nvSpPr>
          <p:cNvPr id="93" name="Text 11">
            <a:extLst>
              <a:ext uri="{FF2B5EF4-FFF2-40B4-BE49-F238E27FC236}">
                <a16:creationId xmlns:a16="http://schemas.microsoft.com/office/drawing/2014/main" id="{6E0749DF-A339-C041-76C1-548C30AEEA1D}"/>
              </a:ext>
            </a:extLst>
          </p:cNvPr>
          <p:cNvSpPr/>
          <p:nvPr/>
        </p:nvSpPr>
        <p:spPr>
          <a:xfrm>
            <a:off x="1584960" y="3694176"/>
            <a:ext cx="4876800" cy="365760"/>
          </a:xfrm>
          <a:prstGeom prst="rect">
            <a:avLst/>
          </a:prstGeom>
          <a:noFill/>
          <a:ln/>
        </p:spPr>
        <p:txBody>
          <a:bodyPr wrap="square" lIns="0" tIns="0" rIns="0" bIns="0" rtlCol="0" anchor="ctr"/>
          <a:lstStyle/>
          <a:p>
            <a:r>
              <a:rPr lang="en-US" sz="1467" i="1" dirty="0">
                <a:solidFill>
                  <a:srgbClr val="B8CFE8"/>
                </a:solidFill>
                <a:ea typeface="Calibri" pitchFamily="34" charset="-122"/>
                <a:cs typeface="Calibri" pitchFamily="34" charset="-120"/>
              </a:rPr>
              <a:t>Microsoft Fabric · Azure ML · OpenAI</a:t>
            </a:r>
            <a:endParaRPr lang="en-US" sz="1467" dirty="0"/>
          </a:p>
        </p:txBody>
      </p:sp>
      <p:sp>
        <p:nvSpPr>
          <p:cNvPr id="94" name="Text 12">
            <a:extLst>
              <a:ext uri="{FF2B5EF4-FFF2-40B4-BE49-F238E27FC236}">
                <a16:creationId xmlns:a16="http://schemas.microsoft.com/office/drawing/2014/main" id="{E073A63F-C896-3363-C308-03DC89C88E48}"/>
              </a:ext>
            </a:extLst>
          </p:cNvPr>
          <p:cNvSpPr/>
          <p:nvPr/>
        </p:nvSpPr>
        <p:spPr>
          <a:xfrm>
            <a:off x="6461760" y="3291840"/>
            <a:ext cx="4998720" cy="1097280"/>
          </a:xfrm>
          <a:prstGeom prst="rect">
            <a:avLst/>
          </a:prstGeom>
          <a:noFill/>
          <a:ln/>
        </p:spPr>
        <p:txBody>
          <a:bodyPr wrap="square" lIns="0" tIns="0" rIns="0" bIns="0" rtlCol="0" anchor="ctr"/>
          <a:lstStyle/>
          <a:p>
            <a:r>
              <a:rPr lang="en-US" sz="1000" dirty="0">
                <a:solidFill>
                  <a:srgbClr val="E8F4FD"/>
                </a:solidFill>
                <a:ea typeface="Calibri" pitchFamily="34" charset="-122"/>
                <a:cs typeface="Calibri" pitchFamily="34" charset="-120"/>
              </a:rPr>
              <a:t>Prophet, LightGBM, LSTM for forecasting. OR-Tools for optimization. Semantic models in Power BI. Real-time scoring APIs.</a:t>
            </a:r>
            <a:endParaRPr lang="en-US" sz="1467" dirty="0"/>
          </a:p>
        </p:txBody>
      </p:sp>
      <p:sp>
        <p:nvSpPr>
          <p:cNvPr id="95" name="Shape 13">
            <a:extLst>
              <a:ext uri="{FF2B5EF4-FFF2-40B4-BE49-F238E27FC236}">
                <a16:creationId xmlns:a16="http://schemas.microsoft.com/office/drawing/2014/main" id="{9C5655DE-0A6C-9012-14FD-F21AFB088A32}"/>
              </a:ext>
            </a:extLst>
          </p:cNvPr>
          <p:cNvSpPr/>
          <p:nvPr/>
        </p:nvSpPr>
        <p:spPr>
          <a:xfrm>
            <a:off x="426720" y="4828032"/>
            <a:ext cx="11338560" cy="1463040"/>
          </a:xfrm>
          <a:prstGeom prst="rect">
            <a:avLst/>
          </a:prstGeom>
          <a:solidFill>
            <a:srgbClr val="2D4A70"/>
          </a:solidFill>
          <a:ln w="12700">
            <a:solidFill>
              <a:srgbClr val="2D4A70"/>
            </a:solidFill>
            <a:prstDash val="solid"/>
          </a:ln>
          <a:effectLst>
            <a:outerShdw blurRad="152400" dist="38100" dir="8100000" algn="bl" rotWithShape="0">
              <a:srgbClr val="000000">
                <a:alpha val="25000"/>
              </a:srgbClr>
            </a:outerShdw>
          </a:effectLst>
        </p:spPr>
        <p:txBody>
          <a:bodyPr/>
          <a:lstStyle/>
          <a:p>
            <a:endParaRPr lang="en-IN" sz="1867"/>
          </a:p>
        </p:txBody>
      </p:sp>
      <p:sp>
        <p:nvSpPr>
          <p:cNvPr id="96" name="Shape 14">
            <a:extLst>
              <a:ext uri="{FF2B5EF4-FFF2-40B4-BE49-F238E27FC236}">
                <a16:creationId xmlns:a16="http://schemas.microsoft.com/office/drawing/2014/main" id="{E6317006-5F4F-8730-9B71-BEAE8ECF7498}"/>
              </a:ext>
            </a:extLst>
          </p:cNvPr>
          <p:cNvSpPr/>
          <p:nvPr/>
        </p:nvSpPr>
        <p:spPr>
          <a:xfrm>
            <a:off x="426720" y="4828032"/>
            <a:ext cx="85344" cy="1463040"/>
          </a:xfrm>
          <a:prstGeom prst="rect">
            <a:avLst/>
          </a:prstGeom>
          <a:solidFill>
            <a:srgbClr val="00B294"/>
          </a:solidFill>
          <a:ln w="12700">
            <a:solidFill>
              <a:srgbClr val="00B294"/>
            </a:solidFill>
            <a:prstDash val="solid"/>
          </a:ln>
        </p:spPr>
        <p:txBody>
          <a:bodyPr/>
          <a:lstStyle/>
          <a:p>
            <a:endParaRPr lang="en-IN" sz="1867"/>
          </a:p>
        </p:txBody>
      </p:sp>
      <p:pic>
        <p:nvPicPr>
          <p:cNvPr id="97" name="Image 2" descr="preencoded.png">
            <a:extLst>
              <a:ext uri="{FF2B5EF4-FFF2-40B4-BE49-F238E27FC236}">
                <a16:creationId xmlns:a16="http://schemas.microsoft.com/office/drawing/2014/main" id="{95FA7820-861B-459A-60D9-8E781E43F02A}"/>
              </a:ext>
            </a:extLst>
          </p:cNvPr>
          <p:cNvPicPr>
            <a:picLocks noChangeAspect="1"/>
          </p:cNvPicPr>
          <p:nvPr/>
        </p:nvPicPr>
        <p:blipFill>
          <a:blip r:embed="rId4"/>
          <a:stretch>
            <a:fillRect/>
          </a:stretch>
        </p:blipFill>
        <p:spPr>
          <a:xfrm>
            <a:off x="731520" y="5254752"/>
            <a:ext cx="609600" cy="609600"/>
          </a:xfrm>
          <a:prstGeom prst="rect">
            <a:avLst/>
          </a:prstGeom>
        </p:spPr>
      </p:pic>
      <p:sp>
        <p:nvSpPr>
          <p:cNvPr id="98" name="Text 15">
            <a:extLst>
              <a:ext uri="{FF2B5EF4-FFF2-40B4-BE49-F238E27FC236}">
                <a16:creationId xmlns:a16="http://schemas.microsoft.com/office/drawing/2014/main" id="{572BD2C2-9575-E83B-8F67-19790FC6AFA1}"/>
              </a:ext>
            </a:extLst>
          </p:cNvPr>
          <p:cNvSpPr/>
          <p:nvPr/>
        </p:nvSpPr>
        <p:spPr>
          <a:xfrm>
            <a:off x="1584960" y="4949952"/>
            <a:ext cx="4876800" cy="463296"/>
          </a:xfrm>
          <a:prstGeom prst="rect">
            <a:avLst/>
          </a:prstGeom>
          <a:noFill/>
          <a:ln/>
        </p:spPr>
        <p:txBody>
          <a:bodyPr wrap="square" lIns="0" tIns="0" rIns="0" bIns="0" rtlCol="0" anchor="ctr"/>
          <a:lstStyle/>
          <a:p>
            <a:r>
              <a:rPr lang="en-US" sz="1733" b="1" dirty="0">
                <a:solidFill>
                  <a:srgbClr val="00B294"/>
                </a:solidFill>
                <a:ea typeface="Calibri" pitchFamily="34" charset="-122"/>
                <a:cs typeface="Calibri" pitchFamily="34" charset="-120"/>
              </a:rPr>
              <a:t>Layer 3 — AGENTIC BOT</a:t>
            </a:r>
            <a:endParaRPr lang="en-US" sz="1733" dirty="0"/>
          </a:p>
        </p:txBody>
      </p:sp>
      <p:sp>
        <p:nvSpPr>
          <p:cNvPr id="99" name="Text 16">
            <a:extLst>
              <a:ext uri="{FF2B5EF4-FFF2-40B4-BE49-F238E27FC236}">
                <a16:creationId xmlns:a16="http://schemas.microsoft.com/office/drawing/2014/main" id="{71DB4528-F4CB-8208-DDAF-D04D37590A8A}"/>
              </a:ext>
            </a:extLst>
          </p:cNvPr>
          <p:cNvSpPr/>
          <p:nvPr/>
        </p:nvSpPr>
        <p:spPr>
          <a:xfrm>
            <a:off x="1584960" y="5376672"/>
            <a:ext cx="4876800" cy="365760"/>
          </a:xfrm>
          <a:prstGeom prst="rect">
            <a:avLst/>
          </a:prstGeom>
          <a:noFill/>
          <a:ln/>
        </p:spPr>
        <p:txBody>
          <a:bodyPr wrap="square" lIns="0" tIns="0" rIns="0" bIns="0" rtlCol="0" anchor="ctr"/>
          <a:lstStyle/>
          <a:p>
            <a:r>
              <a:rPr lang="en-US" sz="1467" i="1" dirty="0">
                <a:solidFill>
                  <a:srgbClr val="B8CFE8"/>
                </a:solidFill>
                <a:ea typeface="Calibri" pitchFamily="34" charset="-122"/>
                <a:cs typeface="Calibri" pitchFamily="34" charset="-120"/>
              </a:rPr>
              <a:t>Copilot Studio + Azure OpenAI</a:t>
            </a:r>
            <a:endParaRPr lang="en-US" sz="1467" dirty="0"/>
          </a:p>
        </p:txBody>
      </p:sp>
      <p:sp>
        <p:nvSpPr>
          <p:cNvPr id="100" name="Text 17">
            <a:extLst>
              <a:ext uri="{FF2B5EF4-FFF2-40B4-BE49-F238E27FC236}">
                <a16:creationId xmlns:a16="http://schemas.microsoft.com/office/drawing/2014/main" id="{52205459-3990-28AF-88B2-1B80BD1CDD3E}"/>
              </a:ext>
            </a:extLst>
          </p:cNvPr>
          <p:cNvSpPr/>
          <p:nvPr/>
        </p:nvSpPr>
        <p:spPr>
          <a:xfrm>
            <a:off x="6461760" y="4974336"/>
            <a:ext cx="4998720" cy="1097280"/>
          </a:xfrm>
          <a:prstGeom prst="rect">
            <a:avLst/>
          </a:prstGeom>
          <a:noFill/>
          <a:ln/>
        </p:spPr>
        <p:txBody>
          <a:bodyPr wrap="square" lIns="0" tIns="0" rIns="0" bIns="0" rtlCol="0" anchor="ctr"/>
          <a:lstStyle/>
          <a:p>
            <a:r>
              <a:rPr lang="en-US" sz="1000" dirty="0">
                <a:solidFill>
                  <a:srgbClr val="E8F4FD"/>
                </a:solidFill>
                <a:ea typeface="Calibri" pitchFamily="34" charset="-122"/>
                <a:cs typeface="Calibri" pitchFamily="34" charset="-120"/>
              </a:rPr>
              <a:t>Natural language interface wrapping all AI models. Autonomous decision loops — order, alert, reroute. Integrated with SAP back-write via APIs.</a:t>
            </a:r>
            <a:endParaRPr lang="en-US" sz="1467" dirty="0"/>
          </a:p>
        </p:txBody>
      </p:sp>
      <p:sp>
        <p:nvSpPr>
          <p:cNvPr id="101" name="Shape 18">
            <a:extLst>
              <a:ext uri="{FF2B5EF4-FFF2-40B4-BE49-F238E27FC236}">
                <a16:creationId xmlns:a16="http://schemas.microsoft.com/office/drawing/2014/main" id="{BD29556C-CFB7-3C35-E8C8-2884EB6D39DE}"/>
              </a:ext>
            </a:extLst>
          </p:cNvPr>
          <p:cNvSpPr/>
          <p:nvPr/>
        </p:nvSpPr>
        <p:spPr>
          <a:xfrm>
            <a:off x="5730240" y="2913888"/>
            <a:ext cx="731520" cy="207264"/>
          </a:xfrm>
          <a:prstGeom prst="rect">
            <a:avLst/>
          </a:prstGeom>
          <a:solidFill>
            <a:srgbClr val="0F2040"/>
          </a:solidFill>
          <a:ln w="12700">
            <a:solidFill>
              <a:srgbClr val="0F2040"/>
            </a:solidFill>
            <a:prstDash val="solid"/>
          </a:ln>
        </p:spPr>
        <p:txBody>
          <a:bodyPr/>
          <a:lstStyle/>
          <a:p>
            <a:endParaRPr lang="en-IN" sz="1867"/>
          </a:p>
        </p:txBody>
      </p:sp>
      <p:pic>
        <p:nvPicPr>
          <p:cNvPr id="102" name="Image 3" descr="preencoded.png">
            <a:extLst>
              <a:ext uri="{FF2B5EF4-FFF2-40B4-BE49-F238E27FC236}">
                <a16:creationId xmlns:a16="http://schemas.microsoft.com/office/drawing/2014/main" id="{B9CF1961-803F-6FB9-491C-4797455C04A4}"/>
              </a:ext>
            </a:extLst>
          </p:cNvPr>
          <p:cNvPicPr>
            <a:picLocks noChangeAspect="1"/>
          </p:cNvPicPr>
          <p:nvPr/>
        </p:nvPicPr>
        <p:blipFill>
          <a:blip r:embed="rId5"/>
          <a:stretch>
            <a:fillRect/>
          </a:stretch>
        </p:blipFill>
        <p:spPr>
          <a:xfrm>
            <a:off x="5791200" y="2865120"/>
            <a:ext cx="304800" cy="304800"/>
          </a:xfrm>
          <a:prstGeom prst="rect">
            <a:avLst/>
          </a:prstGeom>
        </p:spPr>
      </p:pic>
      <p:sp>
        <p:nvSpPr>
          <p:cNvPr id="103" name="Shape 19">
            <a:extLst>
              <a:ext uri="{FF2B5EF4-FFF2-40B4-BE49-F238E27FC236}">
                <a16:creationId xmlns:a16="http://schemas.microsoft.com/office/drawing/2014/main" id="{34658C87-CE00-786D-D510-C15C4E412CE7}"/>
              </a:ext>
            </a:extLst>
          </p:cNvPr>
          <p:cNvSpPr/>
          <p:nvPr/>
        </p:nvSpPr>
        <p:spPr>
          <a:xfrm>
            <a:off x="5730240" y="4596384"/>
            <a:ext cx="731520" cy="207264"/>
          </a:xfrm>
          <a:prstGeom prst="rect">
            <a:avLst/>
          </a:prstGeom>
          <a:solidFill>
            <a:srgbClr val="0F2040"/>
          </a:solidFill>
          <a:ln w="12700">
            <a:solidFill>
              <a:srgbClr val="0F2040"/>
            </a:solidFill>
            <a:prstDash val="solid"/>
          </a:ln>
        </p:spPr>
        <p:txBody>
          <a:bodyPr/>
          <a:lstStyle/>
          <a:p>
            <a:endParaRPr lang="en-IN" sz="1867"/>
          </a:p>
        </p:txBody>
      </p:sp>
      <p:pic>
        <p:nvPicPr>
          <p:cNvPr id="104" name="Image 4" descr="preencoded.png">
            <a:extLst>
              <a:ext uri="{FF2B5EF4-FFF2-40B4-BE49-F238E27FC236}">
                <a16:creationId xmlns:a16="http://schemas.microsoft.com/office/drawing/2014/main" id="{E655B131-58AD-278D-6811-9B54B483F412}"/>
              </a:ext>
            </a:extLst>
          </p:cNvPr>
          <p:cNvPicPr>
            <a:picLocks noChangeAspect="1"/>
          </p:cNvPicPr>
          <p:nvPr/>
        </p:nvPicPr>
        <p:blipFill>
          <a:blip r:embed="rId5"/>
          <a:stretch>
            <a:fillRect/>
          </a:stretch>
        </p:blipFill>
        <p:spPr>
          <a:xfrm>
            <a:off x="5791200" y="4547616"/>
            <a:ext cx="304800" cy="304800"/>
          </a:xfrm>
          <a:prstGeom prst="rect">
            <a:avLst/>
          </a:prstGeom>
        </p:spPr>
      </p:pic>
    </p:spTree>
    <p:extLst>
      <p:ext uri="{BB962C8B-B14F-4D97-AF65-F5344CB8AC3E}">
        <p14:creationId xmlns:p14="http://schemas.microsoft.com/office/powerpoint/2010/main" val="16504605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5B2DE-9F4F-1687-1D1F-B164B899FE28}"/>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1905F73E-9262-CC8F-6917-50AA63EFE566}"/>
              </a:ext>
            </a:extLst>
          </p:cNvPr>
          <p:cNvSpPr>
            <a:spLocks noGrp="1"/>
          </p:cNvSpPr>
          <p:nvPr>
            <p:ph type="ftr" sz="quarter" idx="3"/>
          </p:nvPr>
        </p:nvSpPr>
        <p:spPr/>
        <p:txBody>
          <a:bodyPr/>
          <a:lstStyle/>
          <a:p>
            <a:r>
              <a:rPr lang="en-US"/>
              <a:t>© </a:t>
            </a:r>
            <a:fld id="{BD10386A-F078-491A-8D58-536D4066CAE5}" type="datetimeyyyy">
              <a:rPr lang="en-US" smtClean="0"/>
              <a:pPr/>
              <a:t>2026</a:t>
            </a:fld>
            <a:r>
              <a:rPr lang="en-US"/>
              <a:t> NTT DATA Business Solutions</a:t>
            </a:r>
          </a:p>
        </p:txBody>
      </p:sp>
      <p:sp>
        <p:nvSpPr>
          <p:cNvPr id="4" name="Slide Number Placeholder 3">
            <a:extLst>
              <a:ext uri="{FF2B5EF4-FFF2-40B4-BE49-F238E27FC236}">
                <a16:creationId xmlns:a16="http://schemas.microsoft.com/office/drawing/2014/main" id="{18BB1DE2-1916-0397-10B0-E7E159E6B8D6}"/>
              </a:ext>
            </a:extLst>
          </p:cNvPr>
          <p:cNvSpPr>
            <a:spLocks noGrp="1"/>
          </p:cNvSpPr>
          <p:nvPr>
            <p:ph type="sldNum" sz="quarter" idx="4"/>
          </p:nvPr>
        </p:nvSpPr>
        <p:spPr/>
        <p:txBody>
          <a:bodyPr/>
          <a:lstStyle/>
          <a:p>
            <a:fld id="{13CE6DAF-806F-404B-BC68-339BFCB57E5C}" type="slidenum">
              <a:rPr lang="en-US" smtClean="0"/>
              <a:pPr/>
              <a:t>4</a:t>
            </a:fld>
            <a:endParaRPr lang="en-US"/>
          </a:p>
        </p:txBody>
      </p:sp>
      <p:sp>
        <p:nvSpPr>
          <p:cNvPr id="5" name="Shape 0">
            <a:extLst>
              <a:ext uri="{FF2B5EF4-FFF2-40B4-BE49-F238E27FC236}">
                <a16:creationId xmlns:a16="http://schemas.microsoft.com/office/drawing/2014/main" id="{61BB300C-3338-6368-5AD6-6F6A0454D283}"/>
              </a:ext>
            </a:extLst>
          </p:cNvPr>
          <p:cNvSpPr/>
          <p:nvPr/>
        </p:nvSpPr>
        <p:spPr>
          <a:xfrm>
            <a:off x="0" y="0"/>
            <a:ext cx="12192000" cy="73152"/>
          </a:xfrm>
          <a:prstGeom prst="rect">
            <a:avLst/>
          </a:prstGeom>
          <a:solidFill>
            <a:srgbClr val="0078D4"/>
          </a:solidFill>
          <a:ln w="12700">
            <a:solidFill>
              <a:srgbClr val="0078D4"/>
            </a:solidFill>
            <a:prstDash val="solid"/>
          </a:ln>
        </p:spPr>
        <p:txBody>
          <a:bodyPr/>
          <a:lstStyle/>
          <a:p>
            <a:endParaRPr lang="en-IN" sz="1867"/>
          </a:p>
        </p:txBody>
      </p:sp>
      <p:sp>
        <p:nvSpPr>
          <p:cNvPr id="6" name="Text 1">
            <a:extLst>
              <a:ext uri="{FF2B5EF4-FFF2-40B4-BE49-F238E27FC236}">
                <a16:creationId xmlns:a16="http://schemas.microsoft.com/office/drawing/2014/main" id="{4EFAAFAD-2ACD-AA97-B028-F0D24491F940}"/>
              </a:ext>
            </a:extLst>
          </p:cNvPr>
          <p:cNvSpPr/>
          <p:nvPr/>
        </p:nvSpPr>
        <p:spPr>
          <a:xfrm>
            <a:off x="371475" y="223521"/>
            <a:ext cx="10972800" cy="731520"/>
          </a:xfrm>
          <a:prstGeom prst="rect">
            <a:avLst/>
          </a:prstGeom>
          <a:noFill/>
          <a:ln/>
        </p:spPr>
        <p:txBody>
          <a:bodyPr wrap="square" lIns="0" tIns="0" rIns="0" bIns="0" rtlCol="0" anchor="ctr"/>
          <a:lstStyle/>
          <a:p>
            <a:r>
              <a:rPr lang="en-US" sz="3467" b="1" dirty="0">
                <a:solidFill>
                  <a:srgbClr val="FFFFFF"/>
                </a:solidFill>
                <a:latin typeface="+mj-lt"/>
                <a:ea typeface="Calibri" pitchFamily="34" charset="-122"/>
                <a:cs typeface="Calibri" pitchFamily="34" charset="-120"/>
              </a:rPr>
              <a:t>Data Integration: SAP → Microsoft Fabric</a:t>
            </a:r>
            <a:endParaRPr lang="en-US" sz="3467" dirty="0">
              <a:latin typeface="+mj-lt"/>
            </a:endParaRPr>
          </a:p>
        </p:txBody>
      </p:sp>
      <p:sp>
        <p:nvSpPr>
          <p:cNvPr id="7" name="Text 2">
            <a:extLst>
              <a:ext uri="{FF2B5EF4-FFF2-40B4-BE49-F238E27FC236}">
                <a16:creationId xmlns:a16="http://schemas.microsoft.com/office/drawing/2014/main" id="{610F473D-A129-52F9-95D1-1E9D057F49CE}"/>
              </a:ext>
            </a:extLst>
          </p:cNvPr>
          <p:cNvSpPr/>
          <p:nvPr/>
        </p:nvSpPr>
        <p:spPr>
          <a:xfrm>
            <a:off x="457200" y="866998"/>
            <a:ext cx="10972800" cy="426720"/>
          </a:xfrm>
          <a:prstGeom prst="rect">
            <a:avLst/>
          </a:prstGeom>
          <a:noFill/>
          <a:ln/>
        </p:spPr>
        <p:txBody>
          <a:bodyPr wrap="square" lIns="0" tIns="0" rIns="0" bIns="0" rtlCol="0" anchor="ctr"/>
          <a:lstStyle/>
          <a:p>
            <a:r>
              <a:rPr lang="en-US" sz="1733" dirty="0">
                <a:solidFill>
                  <a:srgbClr val="B8CFE8"/>
                </a:solidFill>
                <a:ea typeface="Calibri" pitchFamily="34" charset="-122"/>
                <a:cs typeface="Calibri" pitchFamily="34" charset="-120"/>
              </a:rPr>
              <a:t>MDP methods that maintain data fidelity and governance</a:t>
            </a:r>
            <a:endParaRPr lang="en-US" sz="1733" dirty="0"/>
          </a:p>
        </p:txBody>
      </p:sp>
      <p:sp>
        <p:nvSpPr>
          <p:cNvPr id="8" name="Text 3">
            <a:extLst>
              <a:ext uri="{FF2B5EF4-FFF2-40B4-BE49-F238E27FC236}">
                <a16:creationId xmlns:a16="http://schemas.microsoft.com/office/drawing/2014/main" id="{E8956B63-7BDF-0C04-1C20-813A1E2F57F3}"/>
              </a:ext>
            </a:extLst>
          </p:cNvPr>
          <p:cNvSpPr/>
          <p:nvPr/>
        </p:nvSpPr>
        <p:spPr>
          <a:xfrm>
            <a:off x="426720" y="1487424"/>
            <a:ext cx="5486400" cy="426720"/>
          </a:xfrm>
          <a:prstGeom prst="rect">
            <a:avLst/>
          </a:prstGeom>
          <a:noFill/>
          <a:ln/>
        </p:spPr>
        <p:txBody>
          <a:bodyPr wrap="square" lIns="0" tIns="0" rIns="0" bIns="0" rtlCol="0" anchor="ctr"/>
          <a:lstStyle/>
          <a:p>
            <a:r>
              <a:rPr lang="en-US" sz="1867" b="1" dirty="0">
                <a:solidFill>
                  <a:srgbClr val="50E6FF"/>
                </a:solidFill>
                <a:ea typeface="Calibri" pitchFamily="34" charset="-122"/>
                <a:cs typeface="Calibri" pitchFamily="34" charset="-120"/>
              </a:rPr>
              <a:t>Extraction Methods</a:t>
            </a:r>
            <a:endParaRPr lang="en-US" sz="1867" dirty="0"/>
          </a:p>
        </p:txBody>
      </p:sp>
      <p:sp>
        <p:nvSpPr>
          <p:cNvPr id="9" name="Shape 4">
            <a:extLst>
              <a:ext uri="{FF2B5EF4-FFF2-40B4-BE49-F238E27FC236}">
                <a16:creationId xmlns:a16="http://schemas.microsoft.com/office/drawing/2014/main" id="{FA6DBF8A-F32F-C80C-0831-ACE37C13E247}"/>
              </a:ext>
            </a:extLst>
          </p:cNvPr>
          <p:cNvSpPr/>
          <p:nvPr/>
        </p:nvSpPr>
        <p:spPr>
          <a:xfrm>
            <a:off x="426720" y="2011680"/>
            <a:ext cx="5486400" cy="707136"/>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10" name="Text 5">
            <a:extLst>
              <a:ext uri="{FF2B5EF4-FFF2-40B4-BE49-F238E27FC236}">
                <a16:creationId xmlns:a16="http://schemas.microsoft.com/office/drawing/2014/main" id="{205189F8-3780-F7A9-668A-81D54A294001}"/>
              </a:ext>
            </a:extLst>
          </p:cNvPr>
          <p:cNvSpPr/>
          <p:nvPr/>
        </p:nvSpPr>
        <p:spPr>
          <a:xfrm>
            <a:off x="609600" y="2060448"/>
            <a:ext cx="5120640" cy="268224"/>
          </a:xfrm>
          <a:prstGeom prst="rect">
            <a:avLst/>
          </a:prstGeom>
          <a:noFill/>
          <a:ln/>
        </p:spPr>
        <p:txBody>
          <a:bodyPr wrap="square" lIns="0" tIns="0" rIns="0" bIns="0" rtlCol="0" anchor="ctr"/>
          <a:lstStyle/>
          <a:p>
            <a:r>
              <a:rPr lang="en-US" sz="1533" b="1" dirty="0">
                <a:solidFill>
                  <a:srgbClr val="0078D4"/>
                </a:solidFill>
                <a:ea typeface="Calibri" pitchFamily="34" charset="-122"/>
                <a:cs typeface="Calibri" pitchFamily="34" charset="-120"/>
              </a:rPr>
              <a:t>SAP ODP</a:t>
            </a:r>
            <a:endParaRPr lang="en-US" sz="1533" dirty="0"/>
          </a:p>
        </p:txBody>
      </p:sp>
      <p:sp>
        <p:nvSpPr>
          <p:cNvPr id="11" name="Text 6">
            <a:extLst>
              <a:ext uri="{FF2B5EF4-FFF2-40B4-BE49-F238E27FC236}">
                <a16:creationId xmlns:a16="http://schemas.microsoft.com/office/drawing/2014/main" id="{07C3C8F4-A62E-E24B-DCD1-66B099D72C90}"/>
              </a:ext>
            </a:extLst>
          </p:cNvPr>
          <p:cNvSpPr/>
          <p:nvPr/>
        </p:nvSpPr>
        <p:spPr>
          <a:xfrm>
            <a:off x="609600" y="2340864"/>
            <a:ext cx="5120640" cy="304800"/>
          </a:xfrm>
          <a:prstGeom prst="rect">
            <a:avLst/>
          </a:prstGeom>
          <a:noFill/>
          <a:ln/>
        </p:spPr>
        <p:txBody>
          <a:bodyPr wrap="square" lIns="0" tIns="0" rIns="0" bIns="0" rtlCol="0" anchor="ctr"/>
          <a:lstStyle/>
          <a:p>
            <a:r>
              <a:rPr lang="en-US" sz="1333" dirty="0">
                <a:solidFill>
                  <a:srgbClr val="B8CFE8"/>
                </a:solidFill>
                <a:ea typeface="Calibri" pitchFamily="34" charset="-122"/>
                <a:cs typeface="Calibri" pitchFamily="34" charset="-120"/>
              </a:rPr>
              <a:t>Operational Data Provisioning — delta extracts from BW/S4</a:t>
            </a:r>
            <a:endParaRPr lang="en-US" sz="1333" dirty="0"/>
          </a:p>
        </p:txBody>
      </p:sp>
      <p:sp>
        <p:nvSpPr>
          <p:cNvPr id="12" name="Shape 7">
            <a:extLst>
              <a:ext uri="{FF2B5EF4-FFF2-40B4-BE49-F238E27FC236}">
                <a16:creationId xmlns:a16="http://schemas.microsoft.com/office/drawing/2014/main" id="{57BE1349-444A-1342-8714-8CDB2F1B3CD1}"/>
              </a:ext>
            </a:extLst>
          </p:cNvPr>
          <p:cNvSpPr/>
          <p:nvPr/>
        </p:nvSpPr>
        <p:spPr>
          <a:xfrm>
            <a:off x="426720" y="2828544"/>
            <a:ext cx="5486400" cy="707136"/>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13" name="Text 8">
            <a:extLst>
              <a:ext uri="{FF2B5EF4-FFF2-40B4-BE49-F238E27FC236}">
                <a16:creationId xmlns:a16="http://schemas.microsoft.com/office/drawing/2014/main" id="{A1FDB9EA-9757-6957-CE3A-E969B5BBF4E7}"/>
              </a:ext>
            </a:extLst>
          </p:cNvPr>
          <p:cNvSpPr/>
          <p:nvPr/>
        </p:nvSpPr>
        <p:spPr>
          <a:xfrm>
            <a:off x="609600" y="2877312"/>
            <a:ext cx="5120640" cy="268224"/>
          </a:xfrm>
          <a:prstGeom prst="rect">
            <a:avLst/>
          </a:prstGeom>
          <a:noFill/>
          <a:ln/>
        </p:spPr>
        <p:txBody>
          <a:bodyPr wrap="square" lIns="0" tIns="0" rIns="0" bIns="0" rtlCol="0" anchor="ctr"/>
          <a:lstStyle/>
          <a:p>
            <a:r>
              <a:rPr lang="en-US" sz="1533" b="1" dirty="0">
                <a:solidFill>
                  <a:srgbClr val="0078D4"/>
                </a:solidFill>
                <a:ea typeface="Calibri" pitchFamily="34" charset="-122"/>
                <a:cs typeface="Calibri" pitchFamily="34" charset="-120"/>
              </a:rPr>
              <a:t>BAPI/RFC</a:t>
            </a:r>
            <a:endParaRPr lang="en-US" sz="1533" dirty="0"/>
          </a:p>
        </p:txBody>
      </p:sp>
      <p:sp>
        <p:nvSpPr>
          <p:cNvPr id="14" name="Text 9">
            <a:extLst>
              <a:ext uri="{FF2B5EF4-FFF2-40B4-BE49-F238E27FC236}">
                <a16:creationId xmlns:a16="http://schemas.microsoft.com/office/drawing/2014/main" id="{F89020FE-A229-9F4B-7457-E0A5A1ABDA2B}"/>
              </a:ext>
            </a:extLst>
          </p:cNvPr>
          <p:cNvSpPr/>
          <p:nvPr/>
        </p:nvSpPr>
        <p:spPr>
          <a:xfrm>
            <a:off x="609600" y="3157728"/>
            <a:ext cx="5120640" cy="304800"/>
          </a:xfrm>
          <a:prstGeom prst="rect">
            <a:avLst/>
          </a:prstGeom>
          <a:noFill/>
          <a:ln/>
        </p:spPr>
        <p:txBody>
          <a:bodyPr wrap="square" lIns="0" tIns="0" rIns="0" bIns="0" rtlCol="0" anchor="ctr"/>
          <a:lstStyle/>
          <a:p>
            <a:r>
              <a:rPr lang="en-US" sz="1333" dirty="0">
                <a:solidFill>
                  <a:srgbClr val="B8CFE8"/>
                </a:solidFill>
                <a:ea typeface="Calibri" pitchFamily="34" charset="-122"/>
                <a:cs typeface="Calibri" pitchFamily="34" charset="-120"/>
              </a:rPr>
              <a:t>Standard function modules for MM, SD, PP master &amp; transactional data</a:t>
            </a:r>
            <a:endParaRPr lang="en-US" sz="1333" dirty="0"/>
          </a:p>
        </p:txBody>
      </p:sp>
      <p:sp>
        <p:nvSpPr>
          <p:cNvPr id="15" name="Shape 10">
            <a:extLst>
              <a:ext uri="{FF2B5EF4-FFF2-40B4-BE49-F238E27FC236}">
                <a16:creationId xmlns:a16="http://schemas.microsoft.com/office/drawing/2014/main" id="{35DA93C3-3AF1-F683-8B47-02C7ADDE4064}"/>
              </a:ext>
            </a:extLst>
          </p:cNvPr>
          <p:cNvSpPr/>
          <p:nvPr/>
        </p:nvSpPr>
        <p:spPr>
          <a:xfrm>
            <a:off x="426720" y="3645408"/>
            <a:ext cx="5486400" cy="707136"/>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16" name="Text 11">
            <a:extLst>
              <a:ext uri="{FF2B5EF4-FFF2-40B4-BE49-F238E27FC236}">
                <a16:creationId xmlns:a16="http://schemas.microsoft.com/office/drawing/2014/main" id="{63CDA991-0EC5-E348-3348-BF616F0D6738}"/>
              </a:ext>
            </a:extLst>
          </p:cNvPr>
          <p:cNvSpPr/>
          <p:nvPr/>
        </p:nvSpPr>
        <p:spPr>
          <a:xfrm>
            <a:off x="609600" y="3694176"/>
            <a:ext cx="5120640" cy="268224"/>
          </a:xfrm>
          <a:prstGeom prst="rect">
            <a:avLst/>
          </a:prstGeom>
          <a:noFill/>
          <a:ln/>
        </p:spPr>
        <p:txBody>
          <a:bodyPr wrap="square" lIns="0" tIns="0" rIns="0" bIns="0" rtlCol="0" anchor="ctr"/>
          <a:lstStyle/>
          <a:p>
            <a:r>
              <a:rPr lang="en-US" sz="1533" b="1" dirty="0">
                <a:solidFill>
                  <a:srgbClr val="0078D4"/>
                </a:solidFill>
                <a:ea typeface="Calibri" pitchFamily="34" charset="-122"/>
                <a:cs typeface="Calibri" pitchFamily="34" charset="-120"/>
              </a:rPr>
              <a:t>SAP Extractor</a:t>
            </a:r>
            <a:endParaRPr lang="en-US" sz="1533" dirty="0"/>
          </a:p>
        </p:txBody>
      </p:sp>
      <p:sp>
        <p:nvSpPr>
          <p:cNvPr id="17" name="Text 12">
            <a:extLst>
              <a:ext uri="{FF2B5EF4-FFF2-40B4-BE49-F238E27FC236}">
                <a16:creationId xmlns:a16="http://schemas.microsoft.com/office/drawing/2014/main" id="{0031CBB8-703F-4156-27AA-551329EE54D0}"/>
              </a:ext>
            </a:extLst>
          </p:cNvPr>
          <p:cNvSpPr/>
          <p:nvPr/>
        </p:nvSpPr>
        <p:spPr>
          <a:xfrm>
            <a:off x="609600" y="3974592"/>
            <a:ext cx="5120640" cy="304800"/>
          </a:xfrm>
          <a:prstGeom prst="rect">
            <a:avLst/>
          </a:prstGeom>
          <a:noFill/>
          <a:ln/>
        </p:spPr>
        <p:txBody>
          <a:bodyPr wrap="square" lIns="0" tIns="0" rIns="0" bIns="0" rtlCol="0" anchor="ctr"/>
          <a:lstStyle/>
          <a:p>
            <a:r>
              <a:rPr lang="en-US" sz="1333" dirty="0">
                <a:solidFill>
                  <a:srgbClr val="B8CFE8"/>
                </a:solidFill>
                <a:ea typeface="Calibri" pitchFamily="34" charset="-122"/>
                <a:cs typeface="Calibri" pitchFamily="34" charset="-120"/>
              </a:rPr>
              <a:t>LO Cockpit extractors for logistics movements, GR/GI events</a:t>
            </a:r>
            <a:endParaRPr lang="en-US" sz="1333" dirty="0"/>
          </a:p>
        </p:txBody>
      </p:sp>
      <p:sp>
        <p:nvSpPr>
          <p:cNvPr id="18" name="Shape 13">
            <a:extLst>
              <a:ext uri="{FF2B5EF4-FFF2-40B4-BE49-F238E27FC236}">
                <a16:creationId xmlns:a16="http://schemas.microsoft.com/office/drawing/2014/main" id="{59E6C67C-C66B-49DB-B479-2B7B60CA5CE4}"/>
              </a:ext>
            </a:extLst>
          </p:cNvPr>
          <p:cNvSpPr/>
          <p:nvPr/>
        </p:nvSpPr>
        <p:spPr>
          <a:xfrm>
            <a:off x="426720" y="4462272"/>
            <a:ext cx="5486400" cy="707136"/>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19" name="Text 14">
            <a:extLst>
              <a:ext uri="{FF2B5EF4-FFF2-40B4-BE49-F238E27FC236}">
                <a16:creationId xmlns:a16="http://schemas.microsoft.com/office/drawing/2014/main" id="{3A6C3609-6483-4889-8D3B-C5BADAA63712}"/>
              </a:ext>
            </a:extLst>
          </p:cNvPr>
          <p:cNvSpPr/>
          <p:nvPr/>
        </p:nvSpPr>
        <p:spPr>
          <a:xfrm>
            <a:off x="609600" y="4511040"/>
            <a:ext cx="5120640" cy="268224"/>
          </a:xfrm>
          <a:prstGeom prst="rect">
            <a:avLst/>
          </a:prstGeom>
          <a:noFill/>
          <a:ln/>
        </p:spPr>
        <p:txBody>
          <a:bodyPr wrap="square" lIns="0" tIns="0" rIns="0" bIns="0" rtlCol="0" anchor="ctr"/>
          <a:lstStyle/>
          <a:p>
            <a:r>
              <a:rPr lang="en-US" sz="1533" b="1" dirty="0">
                <a:solidFill>
                  <a:srgbClr val="0078D4"/>
                </a:solidFill>
                <a:ea typeface="Calibri" pitchFamily="34" charset="-122"/>
                <a:cs typeface="Calibri" pitchFamily="34" charset="-120"/>
              </a:rPr>
              <a:t>ADF SAP Connector</a:t>
            </a:r>
            <a:endParaRPr lang="en-US" sz="1533" dirty="0"/>
          </a:p>
        </p:txBody>
      </p:sp>
      <p:sp>
        <p:nvSpPr>
          <p:cNvPr id="20" name="Text 15">
            <a:extLst>
              <a:ext uri="{FF2B5EF4-FFF2-40B4-BE49-F238E27FC236}">
                <a16:creationId xmlns:a16="http://schemas.microsoft.com/office/drawing/2014/main" id="{96386F67-DD8F-06B2-6F31-D00E8ED66D59}"/>
              </a:ext>
            </a:extLst>
          </p:cNvPr>
          <p:cNvSpPr/>
          <p:nvPr/>
        </p:nvSpPr>
        <p:spPr>
          <a:xfrm>
            <a:off x="609600" y="4791456"/>
            <a:ext cx="5120640" cy="304800"/>
          </a:xfrm>
          <a:prstGeom prst="rect">
            <a:avLst/>
          </a:prstGeom>
          <a:noFill/>
          <a:ln/>
        </p:spPr>
        <p:txBody>
          <a:bodyPr wrap="square" lIns="0" tIns="0" rIns="0" bIns="0" rtlCol="0" anchor="ctr"/>
          <a:lstStyle/>
          <a:p>
            <a:r>
              <a:rPr lang="en-US" sz="1333" dirty="0">
                <a:solidFill>
                  <a:srgbClr val="B8CFE8"/>
                </a:solidFill>
                <a:ea typeface="Calibri" pitchFamily="34" charset="-122"/>
                <a:cs typeface="Calibri" pitchFamily="34" charset="-120"/>
              </a:rPr>
              <a:t>Native Azure Data Factory connector — no middleware needed</a:t>
            </a:r>
            <a:endParaRPr lang="en-US" sz="1333" dirty="0"/>
          </a:p>
        </p:txBody>
      </p:sp>
      <p:sp>
        <p:nvSpPr>
          <p:cNvPr id="21" name="Shape 16">
            <a:extLst>
              <a:ext uri="{FF2B5EF4-FFF2-40B4-BE49-F238E27FC236}">
                <a16:creationId xmlns:a16="http://schemas.microsoft.com/office/drawing/2014/main" id="{535037A9-A56E-9F64-AE8B-9DD01E149992}"/>
              </a:ext>
            </a:extLst>
          </p:cNvPr>
          <p:cNvSpPr/>
          <p:nvPr/>
        </p:nvSpPr>
        <p:spPr>
          <a:xfrm>
            <a:off x="426720" y="5279136"/>
            <a:ext cx="5486400" cy="707136"/>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22" name="Text 17">
            <a:extLst>
              <a:ext uri="{FF2B5EF4-FFF2-40B4-BE49-F238E27FC236}">
                <a16:creationId xmlns:a16="http://schemas.microsoft.com/office/drawing/2014/main" id="{001B0D00-6AD8-B5FB-2BF7-1877A766BD43}"/>
              </a:ext>
            </a:extLst>
          </p:cNvPr>
          <p:cNvSpPr/>
          <p:nvPr/>
        </p:nvSpPr>
        <p:spPr>
          <a:xfrm>
            <a:off x="609600" y="5327904"/>
            <a:ext cx="5120640" cy="268224"/>
          </a:xfrm>
          <a:prstGeom prst="rect">
            <a:avLst/>
          </a:prstGeom>
          <a:noFill/>
          <a:ln/>
        </p:spPr>
        <p:txBody>
          <a:bodyPr wrap="square" lIns="0" tIns="0" rIns="0" bIns="0" rtlCol="0" anchor="ctr"/>
          <a:lstStyle/>
          <a:p>
            <a:r>
              <a:rPr lang="en-US" sz="1533" b="1" dirty="0">
                <a:solidFill>
                  <a:srgbClr val="0078D4"/>
                </a:solidFill>
                <a:ea typeface="Calibri" pitchFamily="34" charset="-122"/>
                <a:cs typeface="Calibri" pitchFamily="34" charset="-120"/>
              </a:rPr>
              <a:t>Change Data Capture</a:t>
            </a:r>
            <a:endParaRPr lang="en-US" sz="1533" dirty="0"/>
          </a:p>
        </p:txBody>
      </p:sp>
      <p:sp>
        <p:nvSpPr>
          <p:cNvPr id="23" name="Text 18">
            <a:extLst>
              <a:ext uri="{FF2B5EF4-FFF2-40B4-BE49-F238E27FC236}">
                <a16:creationId xmlns:a16="http://schemas.microsoft.com/office/drawing/2014/main" id="{AE4288CE-849B-5D1A-7E7E-0DC3DA5260FF}"/>
              </a:ext>
            </a:extLst>
          </p:cNvPr>
          <p:cNvSpPr/>
          <p:nvPr/>
        </p:nvSpPr>
        <p:spPr>
          <a:xfrm>
            <a:off x="609600" y="5608320"/>
            <a:ext cx="5120640" cy="304800"/>
          </a:xfrm>
          <a:prstGeom prst="rect">
            <a:avLst/>
          </a:prstGeom>
          <a:noFill/>
          <a:ln/>
        </p:spPr>
        <p:txBody>
          <a:bodyPr wrap="square" lIns="0" tIns="0" rIns="0" bIns="0" rtlCol="0" anchor="ctr"/>
          <a:lstStyle/>
          <a:p>
            <a:r>
              <a:rPr lang="en-US" sz="1333" dirty="0">
                <a:solidFill>
                  <a:srgbClr val="B8CFE8"/>
                </a:solidFill>
                <a:ea typeface="Calibri" pitchFamily="34" charset="-122"/>
                <a:cs typeface="Calibri" pitchFamily="34" charset="-120"/>
              </a:rPr>
              <a:t>Near real-time via SLT / OData streaming to Event Hub</a:t>
            </a:r>
            <a:endParaRPr lang="en-US" sz="1333" dirty="0"/>
          </a:p>
        </p:txBody>
      </p:sp>
      <p:sp>
        <p:nvSpPr>
          <p:cNvPr id="24" name="Text 19">
            <a:extLst>
              <a:ext uri="{FF2B5EF4-FFF2-40B4-BE49-F238E27FC236}">
                <a16:creationId xmlns:a16="http://schemas.microsoft.com/office/drawing/2014/main" id="{29CDCC8B-5ADD-FE49-B4A3-A82CD9767C3F}"/>
              </a:ext>
            </a:extLst>
          </p:cNvPr>
          <p:cNvSpPr/>
          <p:nvPr/>
        </p:nvSpPr>
        <p:spPr>
          <a:xfrm>
            <a:off x="6339840" y="1487424"/>
            <a:ext cx="5486400" cy="426720"/>
          </a:xfrm>
          <a:prstGeom prst="rect">
            <a:avLst/>
          </a:prstGeom>
          <a:noFill/>
          <a:ln/>
        </p:spPr>
        <p:txBody>
          <a:bodyPr wrap="square" lIns="0" tIns="0" rIns="0" bIns="0" rtlCol="0" anchor="ctr"/>
          <a:lstStyle/>
          <a:p>
            <a:r>
              <a:rPr lang="en-US" sz="1867" b="1" dirty="0">
                <a:solidFill>
                  <a:srgbClr val="FFB900"/>
                </a:solidFill>
                <a:ea typeface="Calibri" pitchFamily="34" charset="-122"/>
                <a:cs typeface="Calibri" pitchFamily="34" charset="-120"/>
              </a:rPr>
              <a:t>Microsoft Fabric Zones</a:t>
            </a:r>
            <a:endParaRPr lang="en-US" sz="1867" dirty="0"/>
          </a:p>
        </p:txBody>
      </p:sp>
      <p:sp>
        <p:nvSpPr>
          <p:cNvPr id="25" name="Shape 20">
            <a:extLst>
              <a:ext uri="{FF2B5EF4-FFF2-40B4-BE49-F238E27FC236}">
                <a16:creationId xmlns:a16="http://schemas.microsoft.com/office/drawing/2014/main" id="{4C92F7D5-707A-81F1-0D9C-A970B85C7EA7}"/>
              </a:ext>
            </a:extLst>
          </p:cNvPr>
          <p:cNvSpPr/>
          <p:nvPr/>
        </p:nvSpPr>
        <p:spPr>
          <a:xfrm>
            <a:off x="6278880" y="2011680"/>
            <a:ext cx="5547360" cy="1121664"/>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26" name="Shape 21">
            <a:extLst>
              <a:ext uri="{FF2B5EF4-FFF2-40B4-BE49-F238E27FC236}">
                <a16:creationId xmlns:a16="http://schemas.microsoft.com/office/drawing/2014/main" id="{2B90EE87-8DC9-77D0-A921-4493BD7F8CAA}"/>
              </a:ext>
            </a:extLst>
          </p:cNvPr>
          <p:cNvSpPr/>
          <p:nvPr/>
        </p:nvSpPr>
        <p:spPr>
          <a:xfrm>
            <a:off x="6278880" y="2011680"/>
            <a:ext cx="5547360" cy="85344"/>
          </a:xfrm>
          <a:prstGeom prst="rect">
            <a:avLst/>
          </a:prstGeom>
          <a:solidFill>
            <a:srgbClr val="0078D4"/>
          </a:solidFill>
          <a:ln w="12700">
            <a:solidFill>
              <a:srgbClr val="0078D4"/>
            </a:solidFill>
            <a:prstDash val="solid"/>
          </a:ln>
        </p:spPr>
        <p:txBody>
          <a:bodyPr/>
          <a:lstStyle/>
          <a:p>
            <a:endParaRPr lang="en-IN" sz="1867"/>
          </a:p>
        </p:txBody>
      </p:sp>
      <p:sp>
        <p:nvSpPr>
          <p:cNvPr id="27" name="Text 22">
            <a:extLst>
              <a:ext uri="{FF2B5EF4-FFF2-40B4-BE49-F238E27FC236}">
                <a16:creationId xmlns:a16="http://schemas.microsoft.com/office/drawing/2014/main" id="{A3891F65-5BEB-AD77-647C-6D28A06896C2}"/>
              </a:ext>
            </a:extLst>
          </p:cNvPr>
          <p:cNvSpPr/>
          <p:nvPr/>
        </p:nvSpPr>
        <p:spPr>
          <a:xfrm>
            <a:off x="6461760" y="2194560"/>
            <a:ext cx="5120640" cy="365760"/>
          </a:xfrm>
          <a:prstGeom prst="rect">
            <a:avLst/>
          </a:prstGeom>
          <a:noFill/>
          <a:ln/>
        </p:spPr>
        <p:txBody>
          <a:bodyPr wrap="square" lIns="0" tIns="0" rIns="0" bIns="0" rtlCol="0" anchor="ctr"/>
          <a:lstStyle/>
          <a:p>
            <a:r>
              <a:rPr lang="en-US" sz="1733" b="1" dirty="0">
                <a:solidFill>
                  <a:srgbClr val="0078D4"/>
                </a:solidFill>
                <a:ea typeface="Calibri" pitchFamily="34" charset="-122"/>
                <a:cs typeface="Calibri" pitchFamily="34" charset="-120"/>
              </a:rPr>
              <a:t>Bronze / Raw</a:t>
            </a:r>
            <a:endParaRPr lang="en-US" sz="1733" dirty="0"/>
          </a:p>
        </p:txBody>
      </p:sp>
      <p:sp>
        <p:nvSpPr>
          <p:cNvPr id="28" name="Text 23">
            <a:extLst>
              <a:ext uri="{FF2B5EF4-FFF2-40B4-BE49-F238E27FC236}">
                <a16:creationId xmlns:a16="http://schemas.microsoft.com/office/drawing/2014/main" id="{017C1519-9466-6FF1-0A54-F288CCDADB2B}"/>
              </a:ext>
            </a:extLst>
          </p:cNvPr>
          <p:cNvSpPr/>
          <p:nvPr/>
        </p:nvSpPr>
        <p:spPr>
          <a:xfrm>
            <a:off x="6461760" y="2596896"/>
            <a:ext cx="5120640" cy="463296"/>
          </a:xfrm>
          <a:prstGeom prst="rect">
            <a:avLst/>
          </a:prstGeom>
          <a:noFill/>
          <a:ln/>
        </p:spPr>
        <p:txBody>
          <a:bodyPr wrap="square" lIns="0" tIns="0" rIns="0" bIns="0" rtlCol="0" anchor="ctr"/>
          <a:lstStyle/>
          <a:p>
            <a:r>
              <a:rPr lang="en-US" sz="1467" dirty="0">
                <a:solidFill>
                  <a:srgbClr val="B8CFE8"/>
                </a:solidFill>
                <a:ea typeface="Calibri" pitchFamily="34" charset="-122"/>
                <a:cs typeface="Calibri" pitchFamily="34" charset="-120"/>
              </a:rPr>
              <a:t>Full-fidelity SAP tables — VBAK, EKKO, MARA, MSEG, LIPS…</a:t>
            </a:r>
            <a:endParaRPr lang="en-US" sz="1467" dirty="0"/>
          </a:p>
        </p:txBody>
      </p:sp>
      <p:sp>
        <p:nvSpPr>
          <p:cNvPr id="29" name="Shape 24">
            <a:extLst>
              <a:ext uri="{FF2B5EF4-FFF2-40B4-BE49-F238E27FC236}">
                <a16:creationId xmlns:a16="http://schemas.microsoft.com/office/drawing/2014/main" id="{425FBEBB-70DF-ABDC-4A8B-60619F929456}"/>
              </a:ext>
            </a:extLst>
          </p:cNvPr>
          <p:cNvSpPr/>
          <p:nvPr/>
        </p:nvSpPr>
        <p:spPr>
          <a:xfrm>
            <a:off x="6278880" y="3352800"/>
            <a:ext cx="5547360" cy="1121664"/>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30" name="Shape 25">
            <a:extLst>
              <a:ext uri="{FF2B5EF4-FFF2-40B4-BE49-F238E27FC236}">
                <a16:creationId xmlns:a16="http://schemas.microsoft.com/office/drawing/2014/main" id="{A903FAC6-CFB9-9592-E2B2-20C9537FC747}"/>
              </a:ext>
            </a:extLst>
          </p:cNvPr>
          <p:cNvSpPr/>
          <p:nvPr/>
        </p:nvSpPr>
        <p:spPr>
          <a:xfrm>
            <a:off x="6278880" y="3352800"/>
            <a:ext cx="5547360" cy="85344"/>
          </a:xfrm>
          <a:prstGeom prst="rect">
            <a:avLst/>
          </a:prstGeom>
          <a:solidFill>
            <a:srgbClr val="00B294"/>
          </a:solidFill>
          <a:ln w="12700">
            <a:solidFill>
              <a:srgbClr val="00B294"/>
            </a:solidFill>
            <a:prstDash val="solid"/>
          </a:ln>
        </p:spPr>
        <p:txBody>
          <a:bodyPr/>
          <a:lstStyle/>
          <a:p>
            <a:endParaRPr lang="en-IN" sz="1867"/>
          </a:p>
        </p:txBody>
      </p:sp>
      <p:sp>
        <p:nvSpPr>
          <p:cNvPr id="31" name="Text 26">
            <a:extLst>
              <a:ext uri="{FF2B5EF4-FFF2-40B4-BE49-F238E27FC236}">
                <a16:creationId xmlns:a16="http://schemas.microsoft.com/office/drawing/2014/main" id="{1CBDF03C-C4B5-8B55-BAE2-9572DBBE10EC}"/>
              </a:ext>
            </a:extLst>
          </p:cNvPr>
          <p:cNvSpPr/>
          <p:nvPr/>
        </p:nvSpPr>
        <p:spPr>
          <a:xfrm>
            <a:off x="6461760" y="3535680"/>
            <a:ext cx="5120640" cy="365760"/>
          </a:xfrm>
          <a:prstGeom prst="rect">
            <a:avLst/>
          </a:prstGeom>
          <a:noFill/>
          <a:ln/>
        </p:spPr>
        <p:txBody>
          <a:bodyPr wrap="square" lIns="0" tIns="0" rIns="0" bIns="0" rtlCol="0" anchor="ctr"/>
          <a:lstStyle/>
          <a:p>
            <a:r>
              <a:rPr lang="en-US" sz="1733" b="1" dirty="0">
                <a:solidFill>
                  <a:srgbClr val="00B294"/>
                </a:solidFill>
                <a:ea typeface="Calibri" pitchFamily="34" charset="-122"/>
                <a:cs typeface="Calibri" pitchFamily="34" charset="-120"/>
              </a:rPr>
              <a:t>Silver / Curated</a:t>
            </a:r>
            <a:endParaRPr lang="en-US" sz="1733" dirty="0"/>
          </a:p>
        </p:txBody>
      </p:sp>
      <p:sp>
        <p:nvSpPr>
          <p:cNvPr id="32" name="Text 27">
            <a:extLst>
              <a:ext uri="{FF2B5EF4-FFF2-40B4-BE49-F238E27FC236}">
                <a16:creationId xmlns:a16="http://schemas.microsoft.com/office/drawing/2014/main" id="{725EA9F8-C1E9-3547-78F1-E8F4DDCDBDB8}"/>
              </a:ext>
            </a:extLst>
          </p:cNvPr>
          <p:cNvSpPr/>
          <p:nvPr/>
        </p:nvSpPr>
        <p:spPr>
          <a:xfrm>
            <a:off x="6461760" y="3938016"/>
            <a:ext cx="5120640" cy="463296"/>
          </a:xfrm>
          <a:prstGeom prst="rect">
            <a:avLst/>
          </a:prstGeom>
          <a:noFill/>
          <a:ln/>
        </p:spPr>
        <p:txBody>
          <a:bodyPr wrap="square" lIns="0" tIns="0" rIns="0" bIns="0" rtlCol="0" anchor="ctr"/>
          <a:lstStyle/>
          <a:p>
            <a:r>
              <a:rPr lang="en-US" sz="1127" dirty="0">
                <a:solidFill>
                  <a:srgbClr val="B8CFE8"/>
                </a:solidFill>
                <a:ea typeface="Calibri" pitchFamily="34" charset="-122"/>
                <a:cs typeface="Calibri" pitchFamily="34" charset="-120"/>
              </a:rPr>
              <a:t>Cleansed, joined, SCD2 history — ready for ML feature engineering</a:t>
            </a:r>
            <a:endParaRPr lang="en-US" sz="1467" dirty="0"/>
          </a:p>
        </p:txBody>
      </p:sp>
      <p:sp>
        <p:nvSpPr>
          <p:cNvPr id="33" name="Shape 28">
            <a:extLst>
              <a:ext uri="{FF2B5EF4-FFF2-40B4-BE49-F238E27FC236}">
                <a16:creationId xmlns:a16="http://schemas.microsoft.com/office/drawing/2014/main" id="{E5CF8B6F-336F-6DAB-59DF-D667DAD04CCB}"/>
              </a:ext>
            </a:extLst>
          </p:cNvPr>
          <p:cNvSpPr/>
          <p:nvPr/>
        </p:nvSpPr>
        <p:spPr>
          <a:xfrm>
            <a:off x="6278880" y="4693920"/>
            <a:ext cx="5547360" cy="1121664"/>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34" name="Shape 29">
            <a:extLst>
              <a:ext uri="{FF2B5EF4-FFF2-40B4-BE49-F238E27FC236}">
                <a16:creationId xmlns:a16="http://schemas.microsoft.com/office/drawing/2014/main" id="{904678ED-D451-17E0-85DC-F3291C7A3F2C}"/>
              </a:ext>
            </a:extLst>
          </p:cNvPr>
          <p:cNvSpPr/>
          <p:nvPr/>
        </p:nvSpPr>
        <p:spPr>
          <a:xfrm>
            <a:off x="6278880" y="4693920"/>
            <a:ext cx="5547360" cy="85344"/>
          </a:xfrm>
          <a:prstGeom prst="rect">
            <a:avLst/>
          </a:prstGeom>
          <a:solidFill>
            <a:srgbClr val="FFB900"/>
          </a:solidFill>
          <a:ln w="12700">
            <a:solidFill>
              <a:srgbClr val="FFB900"/>
            </a:solidFill>
            <a:prstDash val="solid"/>
          </a:ln>
        </p:spPr>
        <p:txBody>
          <a:bodyPr/>
          <a:lstStyle/>
          <a:p>
            <a:endParaRPr lang="en-IN" sz="1867"/>
          </a:p>
        </p:txBody>
      </p:sp>
      <p:sp>
        <p:nvSpPr>
          <p:cNvPr id="35" name="Text 30">
            <a:extLst>
              <a:ext uri="{FF2B5EF4-FFF2-40B4-BE49-F238E27FC236}">
                <a16:creationId xmlns:a16="http://schemas.microsoft.com/office/drawing/2014/main" id="{B50EB87B-C9E0-4731-7EB9-F0D2E8AE80A0}"/>
              </a:ext>
            </a:extLst>
          </p:cNvPr>
          <p:cNvSpPr/>
          <p:nvPr/>
        </p:nvSpPr>
        <p:spPr>
          <a:xfrm>
            <a:off x="6461760" y="4876800"/>
            <a:ext cx="5120640" cy="365760"/>
          </a:xfrm>
          <a:prstGeom prst="rect">
            <a:avLst/>
          </a:prstGeom>
          <a:noFill/>
          <a:ln/>
        </p:spPr>
        <p:txBody>
          <a:bodyPr wrap="square" lIns="0" tIns="0" rIns="0" bIns="0" rtlCol="0" anchor="ctr"/>
          <a:lstStyle/>
          <a:p>
            <a:r>
              <a:rPr lang="en-US" sz="1733" b="1" dirty="0">
                <a:solidFill>
                  <a:srgbClr val="FFB900"/>
                </a:solidFill>
                <a:ea typeface="Calibri" pitchFamily="34" charset="-122"/>
                <a:cs typeface="Calibri" pitchFamily="34" charset="-120"/>
              </a:rPr>
              <a:t>Gold / Semantic</a:t>
            </a:r>
            <a:endParaRPr lang="en-US" sz="1733" dirty="0"/>
          </a:p>
        </p:txBody>
      </p:sp>
      <p:sp>
        <p:nvSpPr>
          <p:cNvPr id="36" name="Text 31">
            <a:extLst>
              <a:ext uri="{FF2B5EF4-FFF2-40B4-BE49-F238E27FC236}">
                <a16:creationId xmlns:a16="http://schemas.microsoft.com/office/drawing/2014/main" id="{3D2317E0-7A27-C33D-63A8-FAC70C412796}"/>
              </a:ext>
            </a:extLst>
          </p:cNvPr>
          <p:cNvSpPr/>
          <p:nvPr/>
        </p:nvSpPr>
        <p:spPr>
          <a:xfrm>
            <a:off x="6461760" y="5279136"/>
            <a:ext cx="5120640" cy="463296"/>
          </a:xfrm>
          <a:prstGeom prst="rect">
            <a:avLst/>
          </a:prstGeom>
          <a:noFill/>
          <a:ln/>
        </p:spPr>
        <p:txBody>
          <a:bodyPr wrap="square" lIns="0" tIns="0" rIns="0" bIns="0" rtlCol="0" anchor="ctr"/>
          <a:lstStyle/>
          <a:p>
            <a:r>
              <a:rPr lang="en-US" sz="1127" dirty="0">
                <a:solidFill>
                  <a:srgbClr val="B8CFE8"/>
                </a:solidFill>
                <a:ea typeface="Calibri" pitchFamily="34" charset="-122"/>
                <a:cs typeface="Calibri" pitchFamily="34" charset="-120"/>
              </a:rPr>
              <a:t>Star-schema Power BI models + feature store for real-time scoring</a:t>
            </a:r>
            <a:endParaRPr lang="en-US" sz="1467" dirty="0"/>
          </a:p>
        </p:txBody>
      </p:sp>
      <p:sp>
        <p:nvSpPr>
          <p:cNvPr id="37" name="Shape 32">
            <a:extLst>
              <a:ext uri="{FF2B5EF4-FFF2-40B4-BE49-F238E27FC236}">
                <a16:creationId xmlns:a16="http://schemas.microsoft.com/office/drawing/2014/main" id="{E460F730-0640-DA17-D1B2-3AC520E0A7B2}"/>
              </a:ext>
            </a:extLst>
          </p:cNvPr>
          <p:cNvSpPr/>
          <p:nvPr/>
        </p:nvSpPr>
        <p:spPr>
          <a:xfrm>
            <a:off x="6278880" y="5913120"/>
            <a:ext cx="5547360" cy="548640"/>
          </a:xfrm>
          <a:prstGeom prst="rect">
            <a:avLst/>
          </a:prstGeom>
          <a:solidFill>
            <a:srgbClr val="162845"/>
          </a:solidFill>
          <a:ln w="12700">
            <a:solidFill>
              <a:srgbClr val="162845"/>
            </a:solidFill>
            <a:prstDash val="solid"/>
          </a:ln>
          <a:effectLst>
            <a:outerShdw blurRad="152400" dist="38100" dir="8100000" algn="bl" rotWithShape="0">
              <a:srgbClr val="000000">
                <a:alpha val="25000"/>
              </a:srgbClr>
            </a:outerShdw>
          </a:effectLst>
        </p:spPr>
        <p:txBody>
          <a:bodyPr/>
          <a:lstStyle/>
          <a:p>
            <a:endParaRPr lang="en-IN" sz="1867"/>
          </a:p>
        </p:txBody>
      </p:sp>
      <p:pic>
        <p:nvPicPr>
          <p:cNvPr id="38" name="Image 0" descr="preencoded.png">
            <a:extLst>
              <a:ext uri="{FF2B5EF4-FFF2-40B4-BE49-F238E27FC236}">
                <a16:creationId xmlns:a16="http://schemas.microsoft.com/office/drawing/2014/main" id="{26CEDC74-33A9-3F84-4B58-0999F6CC73B6}"/>
              </a:ext>
            </a:extLst>
          </p:cNvPr>
          <p:cNvPicPr>
            <a:picLocks noChangeAspect="1"/>
          </p:cNvPicPr>
          <p:nvPr/>
        </p:nvPicPr>
        <p:blipFill>
          <a:blip r:embed="rId2"/>
          <a:stretch>
            <a:fillRect/>
          </a:stretch>
        </p:blipFill>
        <p:spPr>
          <a:xfrm>
            <a:off x="6461760" y="5967984"/>
            <a:ext cx="365760" cy="365760"/>
          </a:xfrm>
          <a:prstGeom prst="rect">
            <a:avLst/>
          </a:prstGeom>
        </p:spPr>
      </p:pic>
      <p:sp>
        <p:nvSpPr>
          <p:cNvPr id="39" name="Text 33">
            <a:extLst>
              <a:ext uri="{FF2B5EF4-FFF2-40B4-BE49-F238E27FC236}">
                <a16:creationId xmlns:a16="http://schemas.microsoft.com/office/drawing/2014/main" id="{8310ACE1-DBD5-77B5-AAFA-7D90FFA731AF}"/>
              </a:ext>
            </a:extLst>
          </p:cNvPr>
          <p:cNvSpPr/>
          <p:nvPr/>
        </p:nvSpPr>
        <p:spPr>
          <a:xfrm>
            <a:off x="7010400" y="5992619"/>
            <a:ext cx="4754880" cy="390144"/>
          </a:xfrm>
          <a:prstGeom prst="rect">
            <a:avLst/>
          </a:prstGeom>
          <a:noFill/>
          <a:ln/>
        </p:spPr>
        <p:txBody>
          <a:bodyPr wrap="square" lIns="0" tIns="0" rIns="0" bIns="0" rtlCol="0" anchor="ctr"/>
          <a:lstStyle/>
          <a:p>
            <a:r>
              <a:rPr lang="en-US" sz="1000" dirty="0">
                <a:solidFill>
                  <a:srgbClr val="B8CFE8"/>
                </a:solidFill>
                <a:ea typeface="Calibri" pitchFamily="34" charset="-122"/>
                <a:cs typeface="Calibri" pitchFamily="34" charset="-120"/>
              </a:rPr>
              <a:t>Microsoft Purview for lineage, RBAC &amp; compliance — SAP data never leaves your Azure tenant</a:t>
            </a:r>
            <a:endParaRPr lang="en-US" sz="1333" dirty="0"/>
          </a:p>
        </p:txBody>
      </p:sp>
    </p:spTree>
    <p:extLst>
      <p:ext uri="{BB962C8B-B14F-4D97-AF65-F5344CB8AC3E}">
        <p14:creationId xmlns:p14="http://schemas.microsoft.com/office/powerpoint/2010/main" val="1545650722"/>
      </p:ext>
    </p:extLst>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609600" y="300000"/>
            <a:ext cx="10000000" cy="600000"/>
          </a:xfrm>
          <a:prstGeom prst="rect">
            <a:avLst/>
          </a:prstGeom>
          <a:noFill/>
        </p:spPr>
        <p:txBody>
          <a:bodyPr wrap="square">
            <a:spAutoFit/>
          </a:bodyPr>
          <a:lstStyle/>
          <a:p>
            <a:pPr algn="l"/>
            <a:r>
              <a:rPr sz="3467" b="1" i="0">
                <a:solidFill>
                  <a:srgbClr val="FFFFFF"/>
                </a:solidFill>
              </a:rPr>
              <a:t>End-to-End Technology Architecture</a:t>
            </a:r>
          </a:p>
        </p:txBody>
      </p:sp>
      <p:sp>
        <p:nvSpPr>
          <p:cNvPr id="4" name="TextBox 3"/>
          <p:cNvSpPr txBox="1"/>
          <p:nvPr/>
        </p:nvSpPr>
        <p:spPr>
          <a:xfrm>
            <a:off x="609600" y="850000"/>
            <a:ext cx="10000000" cy="350000"/>
          </a:xfrm>
          <a:prstGeom prst="rect">
            <a:avLst/>
          </a:prstGeom>
          <a:noFill/>
        </p:spPr>
        <p:txBody>
          <a:bodyPr wrap="square">
            <a:spAutoFit/>
          </a:bodyPr>
          <a:lstStyle/>
          <a:p>
            <a:pPr algn="l"/>
            <a:r>
              <a:rPr sz="1733" b="0" i="0">
                <a:solidFill>
                  <a:srgbClr val="B8CFE8"/>
                </a:solidFill>
              </a:rPr>
              <a:t>From SAP source systems to autonomous AI actions — all on Microsoft Azure</a:t>
            </a:r>
          </a:p>
        </p:txBody>
      </p:sp>
      <p:sp>
        <p:nvSpPr>
          <p:cNvPr id="5" name="Rounded Rectangle 4"/>
          <p:cNvSpPr/>
          <p:nvPr/>
        </p:nvSpPr>
        <p:spPr>
          <a:xfrm>
            <a:off x="696000" y="1600000"/>
            <a:ext cx="2000000" cy="2200000"/>
          </a:xfrm>
          <a:prstGeom prst="round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96000" y="1600000"/>
            <a:ext cx="2000000" cy="6000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6000" y="1750000"/>
            <a:ext cx="1800000" cy="400000"/>
          </a:xfrm>
          <a:prstGeom prst="rect">
            <a:avLst/>
          </a:prstGeom>
          <a:noFill/>
        </p:spPr>
        <p:txBody>
          <a:bodyPr wrap="square">
            <a:spAutoFit/>
          </a:bodyPr>
          <a:lstStyle/>
          <a:p>
            <a:pPr algn="ctr"/>
            <a:r>
              <a:rPr sz="2400" b="1" i="0">
                <a:solidFill>
                  <a:srgbClr val="0078D4"/>
                </a:solidFill>
              </a:rPr>
              <a:t>01</a:t>
            </a:r>
          </a:p>
        </p:txBody>
      </p:sp>
      <p:sp>
        <p:nvSpPr>
          <p:cNvPr id="8" name="TextBox 7"/>
          <p:cNvSpPr txBox="1"/>
          <p:nvPr/>
        </p:nvSpPr>
        <p:spPr>
          <a:xfrm>
            <a:off x="796000" y="2150000"/>
            <a:ext cx="1800000" cy="350000"/>
          </a:xfrm>
          <a:prstGeom prst="rect">
            <a:avLst/>
          </a:prstGeom>
          <a:noFill/>
        </p:spPr>
        <p:txBody>
          <a:bodyPr wrap="square">
            <a:spAutoFit/>
          </a:bodyPr>
          <a:lstStyle/>
          <a:p>
            <a:pPr algn="ctr"/>
            <a:r>
              <a:rPr sz="1600" b="1" i="0">
                <a:solidFill>
                  <a:srgbClr val="FFFFFF"/>
                </a:solidFill>
              </a:rPr>
              <a:t>SAP Systems</a:t>
            </a:r>
          </a:p>
        </p:txBody>
      </p:sp>
      <p:sp>
        <p:nvSpPr>
          <p:cNvPr id="9" name="TextBox 8"/>
          <p:cNvSpPr txBox="1"/>
          <p:nvPr/>
        </p:nvSpPr>
        <p:spPr>
          <a:xfrm>
            <a:off x="796000" y="2550000"/>
            <a:ext cx="1800000" cy="1200000"/>
          </a:xfrm>
          <a:prstGeom prst="rect">
            <a:avLst/>
          </a:prstGeom>
          <a:noFill/>
        </p:spPr>
        <p:txBody>
          <a:bodyPr wrap="square">
            <a:spAutoFit/>
          </a:bodyPr>
          <a:lstStyle/>
          <a:p>
            <a:pPr algn="ctr">
              <a:spcAft>
                <a:spcPts val="400"/>
              </a:spcAft>
            </a:pPr>
            <a:r>
              <a:rPr sz="1333" b="0">
                <a:solidFill>
                  <a:srgbClr val="B8CFE8"/>
                </a:solidFill>
              </a:rPr>
              <a:t>ECC / S4HANA</a:t>
            </a:r>
          </a:p>
          <a:p>
            <a:pPr algn="ctr">
              <a:spcAft>
                <a:spcPts val="400"/>
              </a:spcAft>
            </a:pPr>
            <a:r>
              <a:rPr sz="1333" b="0">
                <a:solidFill>
                  <a:srgbClr val="B8CFE8"/>
                </a:solidFill>
              </a:rPr>
              <a:t>BW / APO</a:t>
            </a:r>
          </a:p>
          <a:p>
            <a:pPr algn="ctr">
              <a:spcAft>
                <a:spcPts val="400"/>
              </a:spcAft>
            </a:pPr>
            <a:r>
              <a:rPr sz="1333" b="0">
                <a:solidFill>
                  <a:srgbClr val="B8CFE8"/>
                </a:solidFill>
              </a:rPr>
              <a:t>MM · SD · PP · TM</a:t>
            </a:r>
          </a:p>
        </p:txBody>
      </p:sp>
      <p:sp>
        <p:nvSpPr>
          <p:cNvPr id="10" name="Chevron 9"/>
          <p:cNvSpPr/>
          <p:nvPr/>
        </p:nvSpPr>
        <p:spPr>
          <a:xfrm>
            <a:off x="2706000" y="2500000"/>
            <a:ext cx="180000" cy="350000"/>
          </a:xfrm>
          <a:prstGeom prst="chevron">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96000" y="1600000"/>
            <a:ext cx="2000000" cy="2200000"/>
          </a:xfrm>
          <a:prstGeom prst="round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896000" y="1600000"/>
            <a:ext cx="2000000" cy="60000"/>
          </a:xfrm>
          <a:prstGeom prst="roundRect">
            <a:avLst/>
          </a:prstGeom>
          <a:solidFill>
            <a:srgbClr val="50E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96000" y="1750000"/>
            <a:ext cx="1800000" cy="400000"/>
          </a:xfrm>
          <a:prstGeom prst="rect">
            <a:avLst/>
          </a:prstGeom>
          <a:noFill/>
        </p:spPr>
        <p:txBody>
          <a:bodyPr wrap="square">
            <a:spAutoFit/>
          </a:bodyPr>
          <a:lstStyle/>
          <a:p>
            <a:pPr algn="ctr"/>
            <a:r>
              <a:rPr sz="2400" b="1" i="0">
                <a:solidFill>
                  <a:srgbClr val="50E6FF"/>
                </a:solidFill>
              </a:rPr>
              <a:t>02</a:t>
            </a:r>
          </a:p>
        </p:txBody>
      </p:sp>
      <p:sp>
        <p:nvSpPr>
          <p:cNvPr id="14" name="TextBox 13"/>
          <p:cNvSpPr txBox="1"/>
          <p:nvPr/>
        </p:nvSpPr>
        <p:spPr>
          <a:xfrm>
            <a:off x="2996000" y="2150000"/>
            <a:ext cx="1800000" cy="350000"/>
          </a:xfrm>
          <a:prstGeom prst="rect">
            <a:avLst/>
          </a:prstGeom>
          <a:noFill/>
        </p:spPr>
        <p:txBody>
          <a:bodyPr wrap="square">
            <a:spAutoFit/>
          </a:bodyPr>
          <a:lstStyle/>
          <a:p>
            <a:pPr algn="ctr"/>
            <a:r>
              <a:rPr sz="1600" b="1" i="0">
                <a:solidFill>
                  <a:srgbClr val="FFFFFF"/>
                </a:solidFill>
              </a:rPr>
              <a:t>Ingestion</a:t>
            </a:r>
          </a:p>
        </p:txBody>
      </p:sp>
      <p:sp>
        <p:nvSpPr>
          <p:cNvPr id="15" name="TextBox 14"/>
          <p:cNvSpPr txBox="1"/>
          <p:nvPr/>
        </p:nvSpPr>
        <p:spPr>
          <a:xfrm>
            <a:off x="2996000" y="2550000"/>
            <a:ext cx="1800000" cy="1200000"/>
          </a:xfrm>
          <a:prstGeom prst="rect">
            <a:avLst/>
          </a:prstGeom>
          <a:noFill/>
        </p:spPr>
        <p:txBody>
          <a:bodyPr wrap="square">
            <a:spAutoFit/>
          </a:bodyPr>
          <a:lstStyle/>
          <a:p>
            <a:pPr algn="ctr">
              <a:spcAft>
                <a:spcPts val="400"/>
              </a:spcAft>
            </a:pPr>
            <a:r>
              <a:rPr sz="1333" b="0">
                <a:solidFill>
                  <a:srgbClr val="B8CFE8"/>
                </a:solidFill>
              </a:rPr>
              <a:t>Azure Data Factory</a:t>
            </a:r>
          </a:p>
          <a:p>
            <a:pPr algn="ctr">
              <a:spcAft>
                <a:spcPts val="400"/>
              </a:spcAft>
            </a:pPr>
            <a:r>
              <a:rPr sz="1333" b="0">
                <a:solidFill>
                  <a:srgbClr val="B8CFE8"/>
                </a:solidFill>
              </a:rPr>
              <a:t>SAP ODP / BAPI</a:t>
            </a:r>
          </a:p>
          <a:p>
            <a:pPr algn="ctr">
              <a:spcAft>
                <a:spcPts val="400"/>
              </a:spcAft>
            </a:pPr>
            <a:r>
              <a:rPr sz="1333" b="0">
                <a:solidFill>
                  <a:srgbClr val="B8CFE8"/>
                </a:solidFill>
              </a:rPr>
              <a:t>CDC via SLT</a:t>
            </a:r>
          </a:p>
        </p:txBody>
      </p:sp>
      <p:sp>
        <p:nvSpPr>
          <p:cNvPr id="16" name="Chevron 15"/>
          <p:cNvSpPr/>
          <p:nvPr/>
        </p:nvSpPr>
        <p:spPr>
          <a:xfrm>
            <a:off x="4906000" y="2500000"/>
            <a:ext cx="180000" cy="350000"/>
          </a:xfrm>
          <a:prstGeom prst="chevron">
            <a:avLst/>
          </a:prstGeom>
          <a:solidFill>
            <a:srgbClr val="50E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96000" y="1600000"/>
            <a:ext cx="2000000" cy="2200000"/>
          </a:xfrm>
          <a:prstGeom prst="round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096000" y="1600000"/>
            <a:ext cx="2000000" cy="60000"/>
          </a:xfrm>
          <a:prstGeom prst="round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96000" y="1750000"/>
            <a:ext cx="1800000" cy="400000"/>
          </a:xfrm>
          <a:prstGeom prst="rect">
            <a:avLst/>
          </a:prstGeom>
          <a:noFill/>
        </p:spPr>
        <p:txBody>
          <a:bodyPr wrap="square">
            <a:spAutoFit/>
          </a:bodyPr>
          <a:lstStyle/>
          <a:p>
            <a:pPr algn="ctr"/>
            <a:r>
              <a:rPr sz="2400" b="1" i="0">
                <a:solidFill>
                  <a:srgbClr val="00B294"/>
                </a:solidFill>
              </a:rPr>
              <a:t>03</a:t>
            </a:r>
          </a:p>
        </p:txBody>
      </p:sp>
      <p:sp>
        <p:nvSpPr>
          <p:cNvPr id="20" name="TextBox 19"/>
          <p:cNvSpPr txBox="1"/>
          <p:nvPr/>
        </p:nvSpPr>
        <p:spPr>
          <a:xfrm>
            <a:off x="5196000" y="2150000"/>
            <a:ext cx="1800000" cy="350000"/>
          </a:xfrm>
          <a:prstGeom prst="rect">
            <a:avLst/>
          </a:prstGeom>
          <a:noFill/>
        </p:spPr>
        <p:txBody>
          <a:bodyPr wrap="square">
            <a:spAutoFit/>
          </a:bodyPr>
          <a:lstStyle/>
          <a:p>
            <a:pPr algn="ctr"/>
            <a:r>
              <a:rPr sz="1600" b="1" i="0">
                <a:solidFill>
                  <a:srgbClr val="FFFFFF"/>
                </a:solidFill>
              </a:rPr>
              <a:t>Data Platform</a:t>
            </a:r>
          </a:p>
        </p:txBody>
      </p:sp>
      <p:sp>
        <p:nvSpPr>
          <p:cNvPr id="21" name="TextBox 20"/>
          <p:cNvSpPr txBox="1"/>
          <p:nvPr/>
        </p:nvSpPr>
        <p:spPr>
          <a:xfrm>
            <a:off x="5196000" y="2550000"/>
            <a:ext cx="1800000" cy="1200000"/>
          </a:xfrm>
          <a:prstGeom prst="rect">
            <a:avLst/>
          </a:prstGeom>
          <a:noFill/>
        </p:spPr>
        <p:txBody>
          <a:bodyPr wrap="square">
            <a:spAutoFit/>
          </a:bodyPr>
          <a:lstStyle/>
          <a:p>
            <a:pPr algn="ctr">
              <a:spcAft>
                <a:spcPts val="400"/>
              </a:spcAft>
            </a:pPr>
            <a:r>
              <a:rPr sz="1333" b="0">
                <a:solidFill>
                  <a:srgbClr val="B8CFE8"/>
                </a:solidFill>
              </a:rPr>
              <a:t>Microsoft Fabric</a:t>
            </a:r>
          </a:p>
          <a:p>
            <a:pPr algn="ctr">
              <a:spcAft>
                <a:spcPts val="400"/>
              </a:spcAft>
            </a:pPr>
            <a:r>
              <a:rPr sz="1333" b="0">
                <a:solidFill>
                  <a:srgbClr val="B8CFE8"/>
                </a:solidFill>
              </a:rPr>
              <a:t>Bronze → Silver → Gold</a:t>
            </a:r>
          </a:p>
          <a:p>
            <a:pPr algn="ctr">
              <a:spcAft>
                <a:spcPts val="400"/>
              </a:spcAft>
            </a:pPr>
            <a:r>
              <a:rPr sz="1333" b="0">
                <a:solidFill>
                  <a:srgbClr val="B8CFE8"/>
                </a:solidFill>
              </a:rPr>
              <a:t>Delta Lakehouse</a:t>
            </a:r>
          </a:p>
        </p:txBody>
      </p:sp>
      <p:sp>
        <p:nvSpPr>
          <p:cNvPr id="22" name="Chevron 21"/>
          <p:cNvSpPr/>
          <p:nvPr/>
        </p:nvSpPr>
        <p:spPr>
          <a:xfrm>
            <a:off x="7106000" y="2500000"/>
            <a:ext cx="180000" cy="350000"/>
          </a:xfrm>
          <a:prstGeom prst="chevron">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296000" y="1600000"/>
            <a:ext cx="2000000" cy="2200000"/>
          </a:xfrm>
          <a:prstGeom prst="round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296000" y="1600000"/>
            <a:ext cx="2000000" cy="60000"/>
          </a:xfrm>
          <a:prstGeom prst="round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96000" y="1750000"/>
            <a:ext cx="1800000" cy="400000"/>
          </a:xfrm>
          <a:prstGeom prst="rect">
            <a:avLst/>
          </a:prstGeom>
          <a:noFill/>
        </p:spPr>
        <p:txBody>
          <a:bodyPr wrap="square">
            <a:spAutoFit/>
          </a:bodyPr>
          <a:lstStyle/>
          <a:p>
            <a:pPr algn="ctr"/>
            <a:r>
              <a:rPr sz="2400" b="1" i="0">
                <a:solidFill>
                  <a:srgbClr val="FFB900"/>
                </a:solidFill>
              </a:rPr>
              <a:t>04</a:t>
            </a:r>
          </a:p>
        </p:txBody>
      </p:sp>
      <p:sp>
        <p:nvSpPr>
          <p:cNvPr id="26" name="TextBox 25"/>
          <p:cNvSpPr txBox="1"/>
          <p:nvPr/>
        </p:nvSpPr>
        <p:spPr>
          <a:xfrm>
            <a:off x="7396000" y="2150000"/>
            <a:ext cx="1800000" cy="350000"/>
          </a:xfrm>
          <a:prstGeom prst="rect">
            <a:avLst/>
          </a:prstGeom>
          <a:noFill/>
        </p:spPr>
        <p:txBody>
          <a:bodyPr wrap="square">
            <a:spAutoFit/>
          </a:bodyPr>
          <a:lstStyle/>
          <a:p>
            <a:pPr algn="ctr"/>
            <a:r>
              <a:rPr sz="1600" b="1" i="0">
                <a:solidFill>
                  <a:srgbClr val="FFFFFF"/>
                </a:solidFill>
              </a:rPr>
              <a:t>AI / ML Engine</a:t>
            </a:r>
          </a:p>
        </p:txBody>
      </p:sp>
      <p:sp>
        <p:nvSpPr>
          <p:cNvPr id="27" name="TextBox 26"/>
          <p:cNvSpPr txBox="1"/>
          <p:nvPr/>
        </p:nvSpPr>
        <p:spPr>
          <a:xfrm>
            <a:off x="7396000" y="2550000"/>
            <a:ext cx="1800000" cy="1200000"/>
          </a:xfrm>
          <a:prstGeom prst="rect">
            <a:avLst/>
          </a:prstGeom>
          <a:noFill/>
        </p:spPr>
        <p:txBody>
          <a:bodyPr wrap="square">
            <a:spAutoFit/>
          </a:bodyPr>
          <a:lstStyle/>
          <a:p>
            <a:pPr algn="ctr">
              <a:spcAft>
                <a:spcPts val="400"/>
              </a:spcAft>
            </a:pPr>
            <a:r>
              <a:rPr sz="1333" b="0">
                <a:solidFill>
                  <a:srgbClr val="B8CFE8"/>
                </a:solidFill>
              </a:rPr>
              <a:t>Azure ML Studio</a:t>
            </a:r>
          </a:p>
          <a:p>
            <a:pPr algn="ctr">
              <a:spcAft>
                <a:spcPts val="400"/>
              </a:spcAft>
            </a:pPr>
            <a:r>
              <a:rPr sz="1333" b="0">
                <a:solidFill>
                  <a:srgbClr val="B8CFE8"/>
                </a:solidFill>
              </a:rPr>
              <a:t>Prophet · LightGBM</a:t>
            </a:r>
          </a:p>
          <a:p>
            <a:pPr algn="ctr">
              <a:spcAft>
                <a:spcPts val="400"/>
              </a:spcAft>
            </a:pPr>
            <a:r>
              <a:rPr sz="1333" b="0">
                <a:solidFill>
                  <a:srgbClr val="B8CFE8"/>
                </a:solidFill>
              </a:rPr>
              <a:t>OR-Tools · OpenAI</a:t>
            </a:r>
          </a:p>
        </p:txBody>
      </p:sp>
      <p:sp>
        <p:nvSpPr>
          <p:cNvPr id="28" name="Chevron 27"/>
          <p:cNvSpPr/>
          <p:nvPr/>
        </p:nvSpPr>
        <p:spPr>
          <a:xfrm>
            <a:off x="9306000" y="2500000"/>
            <a:ext cx="180000" cy="350000"/>
          </a:xfrm>
          <a:prstGeom prst="chevron">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496000" y="1600000"/>
            <a:ext cx="2000000" cy="2200000"/>
          </a:xfrm>
          <a:prstGeom prst="round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496000" y="1600000"/>
            <a:ext cx="2000000" cy="6000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96000" y="1750000"/>
            <a:ext cx="1800000" cy="400000"/>
          </a:xfrm>
          <a:prstGeom prst="rect">
            <a:avLst/>
          </a:prstGeom>
          <a:noFill/>
        </p:spPr>
        <p:txBody>
          <a:bodyPr wrap="square">
            <a:spAutoFit/>
          </a:bodyPr>
          <a:lstStyle/>
          <a:p>
            <a:pPr algn="ctr"/>
            <a:r>
              <a:rPr sz="2400" b="1" i="0">
                <a:solidFill>
                  <a:srgbClr val="FF8C00"/>
                </a:solidFill>
              </a:rPr>
              <a:t>05</a:t>
            </a:r>
          </a:p>
        </p:txBody>
      </p:sp>
      <p:sp>
        <p:nvSpPr>
          <p:cNvPr id="32" name="TextBox 31"/>
          <p:cNvSpPr txBox="1"/>
          <p:nvPr/>
        </p:nvSpPr>
        <p:spPr>
          <a:xfrm>
            <a:off x="9596000" y="2150000"/>
            <a:ext cx="1800000" cy="350000"/>
          </a:xfrm>
          <a:prstGeom prst="rect">
            <a:avLst/>
          </a:prstGeom>
          <a:noFill/>
        </p:spPr>
        <p:txBody>
          <a:bodyPr wrap="square">
            <a:spAutoFit/>
          </a:bodyPr>
          <a:lstStyle/>
          <a:p>
            <a:pPr algn="ctr"/>
            <a:r>
              <a:rPr sz="1600" b="1" i="0">
                <a:solidFill>
                  <a:srgbClr val="FFFFFF"/>
                </a:solidFill>
              </a:rPr>
              <a:t>Action Layer</a:t>
            </a:r>
          </a:p>
        </p:txBody>
      </p:sp>
      <p:sp>
        <p:nvSpPr>
          <p:cNvPr id="33" name="TextBox 32"/>
          <p:cNvSpPr txBox="1"/>
          <p:nvPr/>
        </p:nvSpPr>
        <p:spPr>
          <a:xfrm>
            <a:off x="9596000" y="2550000"/>
            <a:ext cx="1800000" cy="1200000"/>
          </a:xfrm>
          <a:prstGeom prst="rect">
            <a:avLst/>
          </a:prstGeom>
          <a:noFill/>
        </p:spPr>
        <p:txBody>
          <a:bodyPr wrap="square">
            <a:spAutoFit/>
          </a:bodyPr>
          <a:lstStyle/>
          <a:p>
            <a:pPr algn="ctr">
              <a:spcAft>
                <a:spcPts val="400"/>
              </a:spcAft>
            </a:pPr>
            <a:r>
              <a:rPr sz="1333" b="0">
                <a:solidFill>
                  <a:srgbClr val="B8CFE8"/>
                </a:solidFill>
              </a:rPr>
              <a:t>Copilot Studio</a:t>
            </a:r>
          </a:p>
          <a:p>
            <a:pPr algn="ctr">
              <a:spcAft>
                <a:spcPts val="400"/>
              </a:spcAft>
            </a:pPr>
            <a:r>
              <a:rPr sz="1333" b="0">
                <a:solidFill>
                  <a:srgbClr val="B8CFE8"/>
                </a:solidFill>
              </a:rPr>
              <a:t>Agentic AI Bots</a:t>
            </a:r>
          </a:p>
          <a:p>
            <a:pPr algn="ctr">
              <a:spcAft>
                <a:spcPts val="400"/>
              </a:spcAft>
            </a:pPr>
            <a:r>
              <a:rPr sz="1333" b="0">
                <a:solidFill>
                  <a:srgbClr val="B8CFE8"/>
                </a:solidFill>
              </a:rPr>
              <a:t>SAP Back-Write</a:t>
            </a:r>
          </a:p>
        </p:txBody>
      </p:sp>
      <p:sp>
        <p:nvSpPr>
          <p:cNvPr id="34" name="Rounded Rectangle 33"/>
          <p:cNvSpPr/>
          <p:nvPr/>
        </p:nvSpPr>
        <p:spPr>
          <a:xfrm>
            <a:off x="696000" y="4200000"/>
            <a:ext cx="10800000" cy="550000"/>
          </a:xfrm>
          <a:prstGeom prst="roundRect">
            <a:avLst/>
          </a:prstGeom>
          <a:solidFill>
            <a:srgbClr val="12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6000" y="4250000"/>
            <a:ext cx="10400000" cy="250000"/>
          </a:xfrm>
          <a:prstGeom prst="rect">
            <a:avLst/>
          </a:prstGeom>
          <a:noFill/>
        </p:spPr>
        <p:txBody>
          <a:bodyPr wrap="square">
            <a:spAutoFit/>
          </a:bodyPr>
          <a:lstStyle/>
          <a:p>
            <a:pPr algn="ctr"/>
            <a:r>
              <a:rPr sz="1600" b="1" i="0">
                <a:solidFill>
                  <a:srgbClr val="50E6FF"/>
                </a:solidFill>
              </a:rPr>
              <a:t>Governance &amp; Security Layer</a:t>
            </a:r>
          </a:p>
        </p:txBody>
      </p:sp>
      <p:sp>
        <p:nvSpPr>
          <p:cNvPr id="36" name="TextBox 35"/>
          <p:cNvSpPr txBox="1"/>
          <p:nvPr/>
        </p:nvSpPr>
        <p:spPr>
          <a:xfrm>
            <a:off x="896000" y="4500000"/>
            <a:ext cx="10400000" cy="250000"/>
          </a:xfrm>
          <a:prstGeom prst="rect">
            <a:avLst/>
          </a:prstGeom>
          <a:noFill/>
        </p:spPr>
        <p:txBody>
          <a:bodyPr wrap="square">
            <a:spAutoFit/>
          </a:bodyPr>
          <a:lstStyle/>
          <a:p>
            <a:pPr algn="ctr"/>
            <a:r>
              <a:rPr sz="1333" b="0" i="0">
                <a:solidFill>
                  <a:srgbClr val="B8CFE8"/>
                </a:solidFill>
              </a:rPr>
              <a:t>Microsoft Purview  ·  Azure AD / Entra ID  ·  RBAC  ·  Data Lineage  ·  Encryption at Rest &amp; Transit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E2282-B8AD-2EB0-950A-E1A04B53C4A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2349B83-2E17-DDEA-2FC3-8919CA4A1B13}"/>
              </a:ext>
            </a:extLst>
          </p:cNvPr>
          <p:cNvSpPr>
            <a:spLocks noGrp="1"/>
          </p:cNvSpPr>
          <p:nvPr>
            <p:ph type="ftr" sz="quarter" idx="3"/>
          </p:nvPr>
        </p:nvSpPr>
        <p:spPr/>
        <p:txBody>
          <a:bodyPr/>
          <a:lstStyle/>
          <a:p>
            <a:r>
              <a:rPr lang="en-US"/>
              <a:t>© </a:t>
            </a:r>
            <a:fld id="{BD10386A-F078-491A-8D58-536D4066CAE5}" type="datetimeyyyy">
              <a:rPr lang="en-US" smtClean="0"/>
              <a:pPr/>
              <a:t>2026</a:t>
            </a:fld>
            <a:r>
              <a:rPr lang="en-US"/>
              <a:t> NTT DATA Business Solutions</a:t>
            </a:r>
          </a:p>
        </p:txBody>
      </p:sp>
      <p:sp>
        <p:nvSpPr>
          <p:cNvPr id="4" name="Slide Number Placeholder 3">
            <a:extLst>
              <a:ext uri="{FF2B5EF4-FFF2-40B4-BE49-F238E27FC236}">
                <a16:creationId xmlns:a16="http://schemas.microsoft.com/office/drawing/2014/main" id="{AD1D4E8E-B3D1-4E37-9DF1-4EB3AFE3C068}"/>
              </a:ext>
            </a:extLst>
          </p:cNvPr>
          <p:cNvSpPr>
            <a:spLocks noGrp="1"/>
          </p:cNvSpPr>
          <p:nvPr>
            <p:ph type="sldNum" sz="quarter" idx="4"/>
          </p:nvPr>
        </p:nvSpPr>
        <p:spPr/>
        <p:txBody>
          <a:bodyPr/>
          <a:lstStyle/>
          <a:p>
            <a:fld id="{13CE6DAF-806F-404B-BC68-339BFCB57E5C}" type="slidenum">
              <a:rPr lang="en-US" smtClean="0"/>
              <a:pPr/>
              <a:t>5</a:t>
            </a:fld>
            <a:endParaRPr lang="en-US"/>
          </a:p>
        </p:txBody>
      </p:sp>
      <p:sp>
        <p:nvSpPr>
          <p:cNvPr id="5" name="Shape 0">
            <a:extLst>
              <a:ext uri="{FF2B5EF4-FFF2-40B4-BE49-F238E27FC236}">
                <a16:creationId xmlns:a16="http://schemas.microsoft.com/office/drawing/2014/main" id="{B75BBA05-AD24-ECC4-F4CC-297754F926D8}"/>
              </a:ext>
            </a:extLst>
          </p:cNvPr>
          <p:cNvSpPr/>
          <p:nvPr/>
        </p:nvSpPr>
        <p:spPr>
          <a:xfrm>
            <a:off x="0" y="0"/>
            <a:ext cx="12192000" cy="73152"/>
          </a:xfrm>
          <a:prstGeom prst="rect">
            <a:avLst/>
          </a:prstGeom>
          <a:solidFill>
            <a:srgbClr val="0078D4"/>
          </a:solidFill>
          <a:ln w="12700">
            <a:solidFill>
              <a:srgbClr val="0078D4"/>
            </a:solidFill>
            <a:prstDash val="solid"/>
          </a:ln>
        </p:spPr>
        <p:txBody>
          <a:bodyPr/>
          <a:lstStyle/>
          <a:p>
            <a:endParaRPr lang="en-IN" sz="1867"/>
          </a:p>
        </p:txBody>
      </p:sp>
      <p:sp>
        <p:nvSpPr>
          <p:cNvPr id="6" name="Shape 1">
            <a:extLst>
              <a:ext uri="{FF2B5EF4-FFF2-40B4-BE49-F238E27FC236}">
                <a16:creationId xmlns:a16="http://schemas.microsoft.com/office/drawing/2014/main" id="{DEBFDEF0-3159-EE63-18EB-2F435755F64F}"/>
              </a:ext>
            </a:extLst>
          </p:cNvPr>
          <p:cNvSpPr/>
          <p:nvPr/>
        </p:nvSpPr>
        <p:spPr>
          <a:xfrm>
            <a:off x="426720" y="268224"/>
            <a:ext cx="853440" cy="853440"/>
          </a:xfrm>
          <a:prstGeom prst="ellipse">
            <a:avLst/>
          </a:prstGeom>
          <a:solidFill>
            <a:srgbClr val="0078D4"/>
          </a:solidFill>
          <a:ln w="12700">
            <a:solidFill>
              <a:srgbClr val="0078D4"/>
            </a:solidFill>
            <a:prstDash val="solid"/>
          </a:ln>
        </p:spPr>
        <p:txBody>
          <a:bodyPr/>
          <a:lstStyle/>
          <a:p>
            <a:endParaRPr lang="en-IN" sz="1867"/>
          </a:p>
        </p:txBody>
      </p:sp>
      <p:sp>
        <p:nvSpPr>
          <p:cNvPr id="7" name="Text 2">
            <a:extLst>
              <a:ext uri="{FF2B5EF4-FFF2-40B4-BE49-F238E27FC236}">
                <a16:creationId xmlns:a16="http://schemas.microsoft.com/office/drawing/2014/main" id="{9E8BD547-39D0-EE8F-1A54-C1CE95243A81}"/>
              </a:ext>
            </a:extLst>
          </p:cNvPr>
          <p:cNvSpPr/>
          <p:nvPr/>
        </p:nvSpPr>
        <p:spPr>
          <a:xfrm>
            <a:off x="426720" y="268224"/>
            <a:ext cx="853440" cy="853440"/>
          </a:xfrm>
          <a:prstGeom prst="rect">
            <a:avLst/>
          </a:prstGeom>
          <a:noFill/>
          <a:ln/>
        </p:spPr>
        <p:txBody>
          <a:bodyPr wrap="square" lIns="0" tIns="0" rIns="0" bIns="0" rtlCol="0" anchor="ctr"/>
          <a:lstStyle/>
          <a:p>
            <a:pPr algn="ctr"/>
            <a:r>
              <a:rPr lang="en-US" sz="2400" b="1" dirty="0">
                <a:solidFill>
                  <a:srgbClr val="FFFFFF"/>
                </a:solidFill>
                <a:ea typeface="Calibri" pitchFamily="34" charset="-122"/>
                <a:cs typeface="Calibri" pitchFamily="34" charset="-120"/>
              </a:rPr>
              <a:t>01</a:t>
            </a:r>
            <a:endParaRPr lang="en-US" sz="2400" dirty="0"/>
          </a:p>
        </p:txBody>
      </p:sp>
      <p:sp>
        <p:nvSpPr>
          <p:cNvPr id="8" name="Text 3">
            <a:extLst>
              <a:ext uri="{FF2B5EF4-FFF2-40B4-BE49-F238E27FC236}">
                <a16:creationId xmlns:a16="http://schemas.microsoft.com/office/drawing/2014/main" id="{9F761309-389F-5524-B60E-6A93B1EF3DA4}"/>
              </a:ext>
            </a:extLst>
          </p:cNvPr>
          <p:cNvSpPr/>
          <p:nvPr/>
        </p:nvSpPr>
        <p:spPr>
          <a:xfrm>
            <a:off x="1463040" y="304800"/>
            <a:ext cx="9753600" cy="548640"/>
          </a:xfrm>
          <a:prstGeom prst="rect">
            <a:avLst/>
          </a:prstGeom>
          <a:noFill/>
          <a:ln/>
        </p:spPr>
        <p:txBody>
          <a:bodyPr wrap="square" lIns="0" tIns="0" rIns="0" bIns="0" rtlCol="0" anchor="ctr"/>
          <a:lstStyle/>
          <a:p>
            <a:r>
              <a:rPr lang="en-US" sz="3467" b="1" dirty="0">
                <a:solidFill>
                  <a:srgbClr val="FFFFFF"/>
                </a:solidFill>
                <a:latin typeface="+mj-lt"/>
                <a:ea typeface="Calibri" pitchFamily="34" charset="-122"/>
                <a:cs typeface="Calibri" pitchFamily="34" charset="-120"/>
              </a:rPr>
              <a:t>Demand Forecasting</a:t>
            </a:r>
            <a:endParaRPr lang="en-US" sz="3467" dirty="0">
              <a:latin typeface="+mj-lt"/>
            </a:endParaRPr>
          </a:p>
        </p:txBody>
      </p:sp>
      <p:sp>
        <p:nvSpPr>
          <p:cNvPr id="9" name="Text 4">
            <a:extLst>
              <a:ext uri="{FF2B5EF4-FFF2-40B4-BE49-F238E27FC236}">
                <a16:creationId xmlns:a16="http://schemas.microsoft.com/office/drawing/2014/main" id="{48FEAE6F-A123-C0F1-4EB2-6A93886ACD08}"/>
              </a:ext>
            </a:extLst>
          </p:cNvPr>
          <p:cNvSpPr/>
          <p:nvPr/>
        </p:nvSpPr>
        <p:spPr>
          <a:xfrm>
            <a:off x="1463040" y="853440"/>
            <a:ext cx="9753600" cy="365760"/>
          </a:xfrm>
          <a:prstGeom prst="rect">
            <a:avLst/>
          </a:prstGeom>
          <a:noFill/>
          <a:ln/>
        </p:spPr>
        <p:txBody>
          <a:bodyPr wrap="square" lIns="0" tIns="0" rIns="0" bIns="0" rtlCol="0" anchor="ctr"/>
          <a:lstStyle/>
          <a:p>
            <a:r>
              <a:rPr lang="en-US" sz="1667" dirty="0">
                <a:solidFill>
                  <a:srgbClr val="B8CFE8"/>
                </a:solidFill>
                <a:ea typeface="Calibri" pitchFamily="34" charset="-122"/>
                <a:cs typeface="Calibri" pitchFamily="34" charset="-120"/>
              </a:rPr>
              <a:t>Predict dealer demand for HiLux, RAV4 &amp; parts across 275 AU dealers</a:t>
            </a:r>
            <a:endParaRPr lang="en-US" sz="1667" dirty="0"/>
          </a:p>
        </p:txBody>
      </p:sp>
      <p:sp>
        <p:nvSpPr>
          <p:cNvPr id="10" name="Shape 5">
            <a:extLst>
              <a:ext uri="{FF2B5EF4-FFF2-40B4-BE49-F238E27FC236}">
                <a16:creationId xmlns:a16="http://schemas.microsoft.com/office/drawing/2014/main" id="{FFF539ED-D746-B7FB-9D45-941CCB4703D0}"/>
              </a:ext>
            </a:extLst>
          </p:cNvPr>
          <p:cNvSpPr/>
          <p:nvPr/>
        </p:nvSpPr>
        <p:spPr>
          <a:xfrm>
            <a:off x="426720" y="1402080"/>
            <a:ext cx="6705600" cy="1036320"/>
          </a:xfrm>
          <a:prstGeom prst="rect">
            <a:avLst/>
          </a:prstGeom>
          <a:solidFill>
            <a:srgbClr val="2D4A70"/>
          </a:solidFill>
          <a:ln w="12700">
            <a:solidFill>
              <a:srgbClr val="2D4A70"/>
            </a:solidFill>
            <a:prstDash val="solid"/>
          </a:ln>
          <a:effectLst>
            <a:outerShdw blurRad="152400" dist="38100" dir="8100000" algn="bl" rotWithShape="0">
              <a:srgbClr val="000000">
                <a:alpha val="25000"/>
              </a:srgbClr>
            </a:outerShdw>
          </a:effectLst>
        </p:spPr>
        <p:txBody>
          <a:bodyPr/>
          <a:lstStyle/>
          <a:p>
            <a:endParaRPr lang="en-IN" sz="1867"/>
          </a:p>
        </p:txBody>
      </p:sp>
      <p:sp>
        <p:nvSpPr>
          <p:cNvPr id="11" name="Shape 6">
            <a:extLst>
              <a:ext uri="{FF2B5EF4-FFF2-40B4-BE49-F238E27FC236}">
                <a16:creationId xmlns:a16="http://schemas.microsoft.com/office/drawing/2014/main" id="{C385606C-E104-3790-BFA1-D2F41AFDBD7D}"/>
              </a:ext>
            </a:extLst>
          </p:cNvPr>
          <p:cNvSpPr/>
          <p:nvPr/>
        </p:nvSpPr>
        <p:spPr>
          <a:xfrm>
            <a:off x="426720" y="1402080"/>
            <a:ext cx="85344" cy="1036320"/>
          </a:xfrm>
          <a:prstGeom prst="rect">
            <a:avLst/>
          </a:prstGeom>
          <a:solidFill>
            <a:srgbClr val="0078D4"/>
          </a:solidFill>
          <a:ln w="12700">
            <a:solidFill>
              <a:srgbClr val="0078D4"/>
            </a:solidFill>
            <a:prstDash val="solid"/>
          </a:ln>
        </p:spPr>
        <p:txBody>
          <a:bodyPr/>
          <a:lstStyle/>
          <a:p>
            <a:endParaRPr lang="en-IN" sz="1867"/>
          </a:p>
        </p:txBody>
      </p:sp>
      <p:pic>
        <p:nvPicPr>
          <p:cNvPr id="12" name="Image 0" descr="preencoded.png">
            <a:extLst>
              <a:ext uri="{FF2B5EF4-FFF2-40B4-BE49-F238E27FC236}">
                <a16:creationId xmlns:a16="http://schemas.microsoft.com/office/drawing/2014/main" id="{929384BE-75B8-8BBE-81BB-1658E886AB8E}"/>
              </a:ext>
            </a:extLst>
          </p:cNvPr>
          <p:cNvPicPr>
            <a:picLocks noChangeAspect="1"/>
          </p:cNvPicPr>
          <p:nvPr/>
        </p:nvPicPr>
        <p:blipFill>
          <a:blip r:embed="rId2"/>
          <a:stretch>
            <a:fillRect/>
          </a:stretch>
        </p:blipFill>
        <p:spPr>
          <a:xfrm>
            <a:off x="731520" y="1645920"/>
            <a:ext cx="512064" cy="512064"/>
          </a:xfrm>
          <a:prstGeom prst="rect">
            <a:avLst/>
          </a:prstGeom>
        </p:spPr>
      </p:pic>
      <p:sp>
        <p:nvSpPr>
          <p:cNvPr id="13" name="Text 7">
            <a:extLst>
              <a:ext uri="{FF2B5EF4-FFF2-40B4-BE49-F238E27FC236}">
                <a16:creationId xmlns:a16="http://schemas.microsoft.com/office/drawing/2014/main" id="{DA2961F9-8ECF-CFAC-DAB7-E407B043ED88}"/>
              </a:ext>
            </a:extLst>
          </p:cNvPr>
          <p:cNvSpPr/>
          <p:nvPr/>
        </p:nvSpPr>
        <p:spPr>
          <a:xfrm>
            <a:off x="1438656" y="1499616"/>
            <a:ext cx="5486400" cy="365760"/>
          </a:xfrm>
          <a:prstGeom prst="rect">
            <a:avLst/>
          </a:prstGeom>
          <a:noFill/>
          <a:ln/>
        </p:spPr>
        <p:txBody>
          <a:bodyPr wrap="square" lIns="0" tIns="0" rIns="0" bIns="0" rtlCol="0" anchor="ctr"/>
          <a:lstStyle/>
          <a:p>
            <a:r>
              <a:rPr lang="en-US" sz="1600" b="1" dirty="0">
                <a:solidFill>
                  <a:srgbClr val="50E6FF"/>
                </a:solidFill>
                <a:ea typeface="Calibri" pitchFamily="34" charset="-122"/>
                <a:cs typeface="Calibri" pitchFamily="34" charset="-120"/>
              </a:rPr>
              <a:t>SAP Data Signals</a:t>
            </a:r>
            <a:endParaRPr lang="en-US" sz="1600" dirty="0"/>
          </a:p>
        </p:txBody>
      </p:sp>
      <p:sp>
        <p:nvSpPr>
          <p:cNvPr id="14" name="Text 8">
            <a:extLst>
              <a:ext uri="{FF2B5EF4-FFF2-40B4-BE49-F238E27FC236}">
                <a16:creationId xmlns:a16="http://schemas.microsoft.com/office/drawing/2014/main" id="{6FCAE242-F8DD-A6AB-9A2A-780A03515CBE}"/>
              </a:ext>
            </a:extLst>
          </p:cNvPr>
          <p:cNvSpPr/>
          <p:nvPr/>
        </p:nvSpPr>
        <p:spPr>
          <a:xfrm>
            <a:off x="1438656" y="1865376"/>
            <a:ext cx="5486400" cy="512064"/>
          </a:xfrm>
          <a:prstGeom prst="rect">
            <a:avLst/>
          </a:prstGeom>
          <a:noFill/>
          <a:ln/>
        </p:spPr>
        <p:txBody>
          <a:bodyPr wrap="square" lIns="0" tIns="0" rIns="0" bIns="0" rtlCol="0" anchor="ctr"/>
          <a:lstStyle/>
          <a:p>
            <a:r>
              <a:rPr lang="en-US" dirty="0">
                <a:solidFill>
                  <a:srgbClr val="B8CFE8"/>
                </a:solidFill>
                <a:ea typeface="Calibri" pitchFamily="34" charset="-122"/>
                <a:cs typeface="Calibri" pitchFamily="34" charset="-120"/>
              </a:rPr>
              <a:t>Sales orders (VBAK/VBAP), delivery history (LIPS), goods movements (MSEG), pricing (A004)</a:t>
            </a:r>
            <a:endParaRPr lang="en-US" dirty="0"/>
          </a:p>
        </p:txBody>
      </p:sp>
      <p:sp>
        <p:nvSpPr>
          <p:cNvPr id="15" name="Shape 9">
            <a:extLst>
              <a:ext uri="{FF2B5EF4-FFF2-40B4-BE49-F238E27FC236}">
                <a16:creationId xmlns:a16="http://schemas.microsoft.com/office/drawing/2014/main" id="{D6685FF8-CC22-5D3E-AE25-57304ECCC1F4}"/>
              </a:ext>
            </a:extLst>
          </p:cNvPr>
          <p:cNvSpPr/>
          <p:nvPr/>
        </p:nvSpPr>
        <p:spPr>
          <a:xfrm>
            <a:off x="426720" y="2621280"/>
            <a:ext cx="6705600" cy="1036320"/>
          </a:xfrm>
          <a:prstGeom prst="rect">
            <a:avLst/>
          </a:prstGeom>
          <a:solidFill>
            <a:srgbClr val="2D4A70"/>
          </a:solidFill>
          <a:ln w="12700">
            <a:solidFill>
              <a:srgbClr val="2D4A70"/>
            </a:solidFill>
            <a:prstDash val="solid"/>
          </a:ln>
          <a:effectLst>
            <a:outerShdw blurRad="152400" dist="38100" dir="8100000" algn="bl" rotWithShape="0">
              <a:srgbClr val="000000">
                <a:alpha val="25000"/>
              </a:srgbClr>
            </a:outerShdw>
          </a:effectLst>
        </p:spPr>
        <p:txBody>
          <a:bodyPr/>
          <a:lstStyle/>
          <a:p>
            <a:endParaRPr lang="en-IN" sz="1867"/>
          </a:p>
        </p:txBody>
      </p:sp>
      <p:sp>
        <p:nvSpPr>
          <p:cNvPr id="16" name="Shape 10">
            <a:extLst>
              <a:ext uri="{FF2B5EF4-FFF2-40B4-BE49-F238E27FC236}">
                <a16:creationId xmlns:a16="http://schemas.microsoft.com/office/drawing/2014/main" id="{2C613A1E-D91E-77E5-C549-BDD83D1DBAB2}"/>
              </a:ext>
            </a:extLst>
          </p:cNvPr>
          <p:cNvSpPr/>
          <p:nvPr/>
        </p:nvSpPr>
        <p:spPr>
          <a:xfrm>
            <a:off x="426720" y="2621280"/>
            <a:ext cx="85344" cy="1036320"/>
          </a:xfrm>
          <a:prstGeom prst="rect">
            <a:avLst/>
          </a:prstGeom>
          <a:solidFill>
            <a:srgbClr val="0078D4"/>
          </a:solidFill>
          <a:ln w="12700">
            <a:solidFill>
              <a:srgbClr val="0078D4"/>
            </a:solidFill>
            <a:prstDash val="solid"/>
          </a:ln>
        </p:spPr>
        <p:txBody>
          <a:bodyPr/>
          <a:lstStyle/>
          <a:p>
            <a:endParaRPr lang="en-IN" sz="1867"/>
          </a:p>
        </p:txBody>
      </p:sp>
      <p:pic>
        <p:nvPicPr>
          <p:cNvPr id="17" name="Image 1" descr="preencoded.png">
            <a:extLst>
              <a:ext uri="{FF2B5EF4-FFF2-40B4-BE49-F238E27FC236}">
                <a16:creationId xmlns:a16="http://schemas.microsoft.com/office/drawing/2014/main" id="{7EA9883E-4530-DCB7-F832-F58F71567CCF}"/>
              </a:ext>
            </a:extLst>
          </p:cNvPr>
          <p:cNvPicPr>
            <a:picLocks noChangeAspect="1"/>
          </p:cNvPicPr>
          <p:nvPr/>
        </p:nvPicPr>
        <p:blipFill>
          <a:blip r:embed="rId3"/>
          <a:stretch>
            <a:fillRect/>
          </a:stretch>
        </p:blipFill>
        <p:spPr>
          <a:xfrm>
            <a:off x="731520" y="2865120"/>
            <a:ext cx="512064" cy="512064"/>
          </a:xfrm>
          <a:prstGeom prst="rect">
            <a:avLst/>
          </a:prstGeom>
        </p:spPr>
      </p:pic>
      <p:sp>
        <p:nvSpPr>
          <p:cNvPr id="18" name="Text 11">
            <a:extLst>
              <a:ext uri="{FF2B5EF4-FFF2-40B4-BE49-F238E27FC236}">
                <a16:creationId xmlns:a16="http://schemas.microsoft.com/office/drawing/2014/main" id="{32B1474F-7E47-9B49-E278-5BA918E6DADC}"/>
              </a:ext>
            </a:extLst>
          </p:cNvPr>
          <p:cNvSpPr/>
          <p:nvPr/>
        </p:nvSpPr>
        <p:spPr>
          <a:xfrm>
            <a:off x="1438656" y="2718816"/>
            <a:ext cx="5486400" cy="365760"/>
          </a:xfrm>
          <a:prstGeom prst="rect">
            <a:avLst/>
          </a:prstGeom>
          <a:noFill/>
          <a:ln/>
        </p:spPr>
        <p:txBody>
          <a:bodyPr wrap="square" lIns="0" tIns="0" rIns="0" bIns="0" rtlCol="0" anchor="ctr"/>
          <a:lstStyle/>
          <a:p>
            <a:r>
              <a:rPr lang="en-US" sz="1600" b="1" dirty="0">
                <a:solidFill>
                  <a:srgbClr val="50E6FF"/>
                </a:solidFill>
                <a:ea typeface="Calibri" pitchFamily="34" charset="-122"/>
                <a:cs typeface="Calibri" pitchFamily="34" charset="-120"/>
              </a:rPr>
              <a:t>Enrichment Layer</a:t>
            </a:r>
            <a:endParaRPr lang="en-US" sz="1600" dirty="0"/>
          </a:p>
        </p:txBody>
      </p:sp>
      <p:sp>
        <p:nvSpPr>
          <p:cNvPr id="19" name="Text 12">
            <a:extLst>
              <a:ext uri="{FF2B5EF4-FFF2-40B4-BE49-F238E27FC236}">
                <a16:creationId xmlns:a16="http://schemas.microsoft.com/office/drawing/2014/main" id="{F3E13A4C-1529-E041-C4A2-12A727D52331}"/>
              </a:ext>
            </a:extLst>
          </p:cNvPr>
          <p:cNvSpPr/>
          <p:nvPr/>
        </p:nvSpPr>
        <p:spPr>
          <a:xfrm>
            <a:off x="1438656" y="3084576"/>
            <a:ext cx="5486400" cy="512064"/>
          </a:xfrm>
          <a:prstGeom prst="rect">
            <a:avLst/>
          </a:prstGeom>
          <a:noFill/>
          <a:ln/>
        </p:spPr>
        <p:txBody>
          <a:bodyPr wrap="square" lIns="0" tIns="0" rIns="0" bIns="0" rtlCol="0" anchor="ctr"/>
          <a:lstStyle/>
          <a:p>
            <a:r>
              <a:rPr lang="en-US" dirty="0">
                <a:solidFill>
                  <a:srgbClr val="B8CFE8"/>
                </a:solidFill>
                <a:ea typeface="Calibri" pitchFamily="34" charset="-122"/>
                <a:cs typeface="Calibri" pitchFamily="34" charset="-120"/>
              </a:rPr>
              <a:t>External: Weather, economic indicators, festive calendar, competitor data via Azure API Management</a:t>
            </a:r>
            <a:endParaRPr lang="en-US" dirty="0"/>
          </a:p>
        </p:txBody>
      </p:sp>
      <p:sp>
        <p:nvSpPr>
          <p:cNvPr id="20" name="Shape 13">
            <a:extLst>
              <a:ext uri="{FF2B5EF4-FFF2-40B4-BE49-F238E27FC236}">
                <a16:creationId xmlns:a16="http://schemas.microsoft.com/office/drawing/2014/main" id="{370046B2-3F6D-81E5-9D18-110CB4377978}"/>
              </a:ext>
            </a:extLst>
          </p:cNvPr>
          <p:cNvSpPr/>
          <p:nvPr/>
        </p:nvSpPr>
        <p:spPr>
          <a:xfrm>
            <a:off x="426720" y="3840480"/>
            <a:ext cx="6705600" cy="1036320"/>
          </a:xfrm>
          <a:prstGeom prst="rect">
            <a:avLst/>
          </a:prstGeom>
          <a:solidFill>
            <a:srgbClr val="2D4A70"/>
          </a:solidFill>
          <a:ln w="12700">
            <a:solidFill>
              <a:srgbClr val="2D4A70"/>
            </a:solidFill>
            <a:prstDash val="solid"/>
          </a:ln>
          <a:effectLst>
            <a:outerShdw blurRad="152400" dist="38100" dir="8100000" algn="bl" rotWithShape="0">
              <a:srgbClr val="000000">
                <a:alpha val="25000"/>
              </a:srgbClr>
            </a:outerShdw>
          </a:effectLst>
        </p:spPr>
        <p:txBody>
          <a:bodyPr/>
          <a:lstStyle/>
          <a:p>
            <a:endParaRPr lang="en-IN" sz="1867"/>
          </a:p>
        </p:txBody>
      </p:sp>
      <p:sp>
        <p:nvSpPr>
          <p:cNvPr id="21" name="Shape 14">
            <a:extLst>
              <a:ext uri="{FF2B5EF4-FFF2-40B4-BE49-F238E27FC236}">
                <a16:creationId xmlns:a16="http://schemas.microsoft.com/office/drawing/2014/main" id="{2335F91C-38A1-CCE4-643F-B80C4FE62E44}"/>
              </a:ext>
            </a:extLst>
          </p:cNvPr>
          <p:cNvSpPr/>
          <p:nvPr/>
        </p:nvSpPr>
        <p:spPr>
          <a:xfrm>
            <a:off x="426720" y="3840480"/>
            <a:ext cx="85344" cy="1036320"/>
          </a:xfrm>
          <a:prstGeom prst="rect">
            <a:avLst/>
          </a:prstGeom>
          <a:solidFill>
            <a:srgbClr val="0078D4"/>
          </a:solidFill>
          <a:ln w="12700">
            <a:solidFill>
              <a:srgbClr val="0078D4"/>
            </a:solidFill>
            <a:prstDash val="solid"/>
          </a:ln>
        </p:spPr>
        <p:txBody>
          <a:bodyPr/>
          <a:lstStyle/>
          <a:p>
            <a:endParaRPr lang="en-IN" sz="1867"/>
          </a:p>
        </p:txBody>
      </p:sp>
      <p:pic>
        <p:nvPicPr>
          <p:cNvPr id="22" name="Image 2" descr="preencoded.png">
            <a:extLst>
              <a:ext uri="{FF2B5EF4-FFF2-40B4-BE49-F238E27FC236}">
                <a16:creationId xmlns:a16="http://schemas.microsoft.com/office/drawing/2014/main" id="{AED6DA97-4C20-15D6-70F2-81A6D7185474}"/>
              </a:ext>
            </a:extLst>
          </p:cNvPr>
          <p:cNvPicPr>
            <a:picLocks noChangeAspect="1"/>
          </p:cNvPicPr>
          <p:nvPr/>
        </p:nvPicPr>
        <p:blipFill>
          <a:blip r:embed="rId4"/>
          <a:stretch>
            <a:fillRect/>
          </a:stretch>
        </p:blipFill>
        <p:spPr>
          <a:xfrm>
            <a:off x="731520" y="4084320"/>
            <a:ext cx="512064" cy="512064"/>
          </a:xfrm>
          <a:prstGeom prst="rect">
            <a:avLst/>
          </a:prstGeom>
        </p:spPr>
      </p:pic>
      <p:sp>
        <p:nvSpPr>
          <p:cNvPr id="23" name="Text 15">
            <a:extLst>
              <a:ext uri="{FF2B5EF4-FFF2-40B4-BE49-F238E27FC236}">
                <a16:creationId xmlns:a16="http://schemas.microsoft.com/office/drawing/2014/main" id="{B2411B16-0138-47F8-2A7F-5C53BC683411}"/>
              </a:ext>
            </a:extLst>
          </p:cNvPr>
          <p:cNvSpPr/>
          <p:nvPr/>
        </p:nvSpPr>
        <p:spPr>
          <a:xfrm>
            <a:off x="1438656" y="3938016"/>
            <a:ext cx="5486400" cy="365760"/>
          </a:xfrm>
          <a:prstGeom prst="rect">
            <a:avLst/>
          </a:prstGeom>
          <a:noFill/>
          <a:ln/>
        </p:spPr>
        <p:txBody>
          <a:bodyPr wrap="square" lIns="0" tIns="0" rIns="0" bIns="0" rtlCol="0" anchor="ctr"/>
          <a:lstStyle/>
          <a:p>
            <a:r>
              <a:rPr lang="en-US" sz="1600" b="1" dirty="0">
                <a:solidFill>
                  <a:srgbClr val="50E6FF"/>
                </a:solidFill>
                <a:ea typeface="Calibri" pitchFamily="34" charset="-122"/>
                <a:cs typeface="Calibri" pitchFamily="34" charset="-120"/>
              </a:rPr>
              <a:t>AI Models</a:t>
            </a:r>
            <a:endParaRPr lang="en-US" sz="1600" dirty="0"/>
          </a:p>
        </p:txBody>
      </p:sp>
      <p:sp>
        <p:nvSpPr>
          <p:cNvPr id="24" name="Text 16">
            <a:extLst>
              <a:ext uri="{FF2B5EF4-FFF2-40B4-BE49-F238E27FC236}">
                <a16:creationId xmlns:a16="http://schemas.microsoft.com/office/drawing/2014/main" id="{731A7ECA-21B7-D5F6-631C-958B70ECCC5B}"/>
              </a:ext>
            </a:extLst>
          </p:cNvPr>
          <p:cNvSpPr/>
          <p:nvPr/>
        </p:nvSpPr>
        <p:spPr>
          <a:xfrm>
            <a:off x="1438656" y="4303776"/>
            <a:ext cx="5486400" cy="512064"/>
          </a:xfrm>
          <a:prstGeom prst="rect">
            <a:avLst/>
          </a:prstGeom>
          <a:noFill/>
          <a:ln/>
        </p:spPr>
        <p:txBody>
          <a:bodyPr wrap="square" lIns="0" tIns="0" rIns="0" bIns="0" rtlCol="0" anchor="ctr"/>
          <a:lstStyle/>
          <a:p>
            <a:r>
              <a:rPr lang="en-US" dirty="0">
                <a:solidFill>
                  <a:srgbClr val="B8CFE8"/>
                </a:solidFill>
                <a:ea typeface="Calibri" pitchFamily="34" charset="-122"/>
                <a:cs typeface="Calibri" pitchFamily="34" charset="-120"/>
              </a:rPr>
              <a:t>Hierarchical Prophet for seasonality · LightGBM for promo lift · LSTM for long-range demand sensing</a:t>
            </a:r>
            <a:endParaRPr lang="en-US" dirty="0"/>
          </a:p>
        </p:txBody>
      </p:sp>
      <p:sp>
        <p:nvSpPr>
          <p:cNvPr id="25" name="Shape 17">
            <a:extLst>
              <a:ext uri="{FF2B5EF4-FFF2-40B4-BE49-F238E27FC236}">
                <a16:creationId xmlns:a16="http://schemas.microsoft.com/office/drawing/2014/main" id="{B58A7E4D-CB17-A985-198B-B43200288AD9}"/>
              </a:ext>
            </a:extLst>
          </p:cNvPr>
          <p:cNvSpPr/>
          <p:nvPr/>
        </p:nvSpPr>
        <p:spPr>
          <a:xfrm>
            <a:off x="426720" y="5059680"/>
            <a:ext cx="6705600" cy="1036320"/>
          </a:xfrm>
          <a:prstGeom prst="rect">
            <a:avLst/>
          </a:prstGeom>
          <a:solidFill>
            <a:srgbClr val="2D4A70"/>
          </a:solidFill>
          <a:ln w="12700">
            <a:solidFill>
              <a:srgbClr val="2D4A70"/>
            </a:solidFill>
            <a:prstDash val="solid"/>
          </a:ln>
          <a:effectLst>
            <a:outerShdw blurRad="152400" dist="38100" dir="8100000" algn="bl" rotWithShape="0">
              <a:srgbClr val="000000">
                <a:alpha val="25000"/>
              </a:srgbClr>
            </a:outerShdw>
          </a:effectLst>
        </p:spPr>
        <p:txBody>
          <a:bodyPr/>
          <a:lstStyle/>
          <a:p>
            <a:endParaRPr lang="en-IN" sz="1867"/>
          </a:p>
        </p:txBody>
      </p:sp>
      <p:sp>
        <p:nvSpPr>
          <p:cNvPr id="26" name="Shape 18">
            <a:extLst>
              <a:ext uri="{FF2B5EF4-FFF2-40B4-BE49-F238E27FC236}">
                <a16:creationId xmlns:a16="http://schemas.microsoft.com/office/drawing/2014/main" id="{716E6C5A-C98B-17A9-6DED-5D296C27ACA6}"/>
              </a:ext>
            </a:extLst>
          </p:cNvPr>
          <p:cNvSpPr/>
          <p:nvPr/>
        </p:nvSpPr>
        <p:spPr>
          <a:xfrm>
            <a:off x="426720" y="5059680"/>
            <a:ext cx="85344" cy="1036320"/>
          </a:xfrm>
          <a:prstGeom prst="rect">
            <a:avLst/>
          </a:prstGeom>
          <a:solidFill>
            <a:srgbClr val="0078D4"/>
          </a:solidFill>
          <a:ln w="12700">
            <a:solidFill>
              <a:srgbClr val="0078D4"/>
            </a:solidFill>
            <a:prstDash val="solid"/>
          </a:ln>
        </p:spPr>
        <p:txBody>
          <a:bodyPr/>
          <a:lstStyle/>
          <a:p>
            <a:endParaRPr lang="en-IN" sz="1867"/>
          </a:p>
        </p:txBody>
      </p:sp>
      <p:pic>
        <p:nvPicPr>
          <p:cNvPr id="27" name="Image 3" descr="preencoded.png">
            <a:extLst>
              <a:ext uri="{FF2B5EF4-FFF2-40B4-BE49-F238E27FC236}">
                <a16:creationId xmlns:a16="http://schemas.microsoft.com/office/drawing/2014/main" id="{EC5793AA-CF7E-EEEC-82F1-3B586033F9E1}"/>
              </a:ext>
            </a:extLst>
          </p:cNvPr>
          <p:cNvPicPr>
            <a:picLocks noChangeAspect="1"/>
          </p:cNvPicPr>
          <p:nvPr/>
        </p:nvPicPr>
        <p:blipFill>
          <a:blip r:embed="rId5"/>
          <a:stretch>
            <a:fillRect/>
          </a:stretch>
        </p:blipFill>
        <p:spPr>
          <a:xfrm>
            <a:off x="731520" y="5303520"/>
            <a:ext cx="512064" cy="512064"/>
          </a:xfrm>
          <a:prstGeom prst="rect">
            <a:avLst/>
          </a:prstGeom>
        </p:spPr>
      </p:pic>
      <p:sp>
        <p:nvSpPr>
          <p:cNvPr id="28" name="Text 19">
            <a:extLst>
              <a:ext uri="{FF2B5EF4-FFF2-40B4-BE49-F238E27FC236}">
                <a16:creationId xmlns:a16="http://schemas.microsoft.com/office/drawing/2014/main" id="{629474E3-41E7-E226-F7E0-4A0D082EE73E}"/>
              </a:ext>
            </a:extLst>
          </p:cNvPr>
          <p:cNvSpPr/>
          <p:nvPr/>
        </p:nvSpPr>
        <p:spPr>
          <a:xfrm>
            <a:off x="1438656" y="5157216"/>
            <a:ext cx="5486400" cy="365760"/>
          </a:xfrm>
          <a:prstGeom prst="rect">
            <a:avLst/>
          </a:prstGeom>
          <a:noFill/>
          <a:ln/>
        </p:spPr>
        <p:txBody>
          <a:bodyPr wrap="square" lIns="0" tIns="0" rIns="0" bIns="0" rtlCol="0" anchor="ctr"/>
          <a:lstStyle/>
          <a:p>
            <a:r>
              <a:rPr lang="en-US" sz="1600" b="1" dirty="0">
                <a:solidFill>
                  <a:srgbClr val="50E6FF"/>
                </a:solidFill>
                <a:ea typeface="Calibri" pitchFamily="34" charset="-122"/>
                <a:cs typeface="Calibri" pitchFamily="34" charset="-120"/>
              </a:rPr>
              <a:t>Output</a:t>
            </a:r>
            <a:endParaRPr lang="en-US" sz="1600" dirty="0"/>
          </a:p>
        </p:txBody>
      </p:sp>
      <p:sp>
        <p:nvSpPr>
          <p:cNvPr id="29" name="Text 20">
            <a:extLst>
              <a:ext uri="{FF2B5EF4-FFF2-40B4-BE49-F238E27FC236}">
                <a16:creationId xmlns:a16="http://schemas.microsoft.com/office/drawing/2014/main" id="{DDB79EC0-7588-8280-F4E8-D01D42529398}"/>
              </a:ext>
            </a:extLst>
          </p:cNvPr>
          <p:cNvSpPr/>
          <p:nvPr/>
        </p:nvSpPr>
        <p:spPr>
          <a:xfrm>
            <a:off x="1438656" y="5522976"/>
            <a:ext cx="5486400" cy="512064"/>
          </a:xfrm>
          <a:prstGeom prst="rect">
            <a:avLst/>
          </a:prstGeom>
          <a:noFill/>
          <a:ln/>
        </p:spPr>
        <p:txBody>
          <a:bodyPr wrap="square" lIns="0" tIns="0" rIns="0" bIns="0" rtlCol="0" anchor="ctr"/>
          <a:lstStyle/>
          <a:p>
            <a:r>
              <a:rPr lang="en-US" dirty="0">
                <a:solidFill>
                  <a:srgbClr val="B8CFE8"/>
                </a:solidFill>
                <a:ea typeface="Calibri" pitchFamily="34" charset="-122"/>
                <a:cs typeface="Calibri" pitchFamily="34" charset="-120"/>
              </a:rPr>
              <a:t>Part-level forecast at dealer + state level. Confidence bands. Anomaly alerts. Push to SAP MRP via API.</a:t>
            </a:r>
            <a:endParaRPr lang="en-US" dirty="0"/>
          </a:p>
        </p:txBody>
      </p:sp>
      <p:sp>
        <p:nvSpPr>
          <p:cNvPr id="30" name="Text 21">
            <a:extLst>
              <a:ext uri="{FF2B5EF4-FFF2-40B4-BE49-F238E27FC236}">
                <a16:creationId xmlns:a16="http://schemas.microsoft.com/office/drawing/2014/main" id="{D19C4598-5B09-9C35-7AFD-67B3DC262840}"/>
              </a:ext>
            </a:extLst>
          </p:cNvPr>
          <p:cNvSpPr/>
          <p:nvPr/>
        </p:nvSpPr>
        <p:spPr>
          <a:xfrm>
            <a:off x="7559040" y="1341120"/>
            <a:ext cx="4267200" cy="426720"/>
          </a:xfrm>
          <a:prstGeom prst="rect">
            <a:avLst/>
          </a:prstGeom>
          <a:noFill/>
          <a:ln/>
        </p:spPr>
        <p:txBody>
          <a:bodyPr wrap="square" lIns="0" tIns="0" rIns="0" bIns="0" rtlCol="0" anchor="ctr"/>
          <a:lstStyle/>
          <a:p>
            <a:r>
              <a:rPr lang="en-US" sz="1733" b="1" dirty="0">
                <a:solidFill>
                  <a:srgbClr val="FFB900"/>
                </a:solidFill>
                <a:ea typeface="Calibri" pitchFamily="34" charset="-122"/>
                <a:cs typeface="Calibri" pitchFamily="34" charset="-120"/>
              </a:rPr>
              <a:t>Business Impact</a:t>
            </a:r>
            <a:endParaRPr lang="en-US" sz="1733" dirty="0"/>
          </a:p>
        </p:txBody>
      </p:sp>
      <p:sp>
        <p:nvSpPr>
          <p:cNvPr id="31" name="Shape 22">
            <a:extLst>
              <a:ext uri="{FF2B5EF4-FFF2-40B4-BE49-F238E27FC236}">
                <a16:creationId xmlns:a16="http://schemas.microsoft.com/office/drawing/2014/main" id="{D0225F10-3F35-E04E-0AAC-84CB8BCA08C1}"/>
              </a:ext>
            </a:extLst>
          </p:cNvPr>
          <p:cNvSpPr/>
          <p:nvPr/>
        </p:nvSpPr>
        <p:spPr>
          <a:xfrm>
            <a:off x="7315200" y="1889760"/>
            <a:ext cx="2072640" cy="1036320"/>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32" name="Text 23">
            <a:extLst>
              <a:ext uri="{FF2B5EF4-FFF2-40B4-BE49-F238E27FC236}">
                <a16:creationId xmlns:a16="http://schemas.microsoft.com/office/drawing/2014/main" id="{1BB401E1-F767-6926-ABB2-C8B2F60F0351}"/>
              </a:ext>
            </a:extLst>
          </p:cNvPr>
          <p:cNvSpPr/>
          <p:nvPr/>
        </p:nvSpPr>
        <p:spPr>
          <a:xfrm>
            <a:off x="7315200" y="1950720"/>
            <a:ext cx="2072640" cy="487680"/>
          </a:xfrm>
          <a:prstGeom prst="rect">
            <a:avLst/>
          </a:prstGeom>
          <a:noFill/>
          <a:ln/>
        </p:spPr>
        <p:txBody>
          <a:bodyPr wrap="square" lIns="0" tIns="0" rIns="0" bIns="0" rtlCol="0" anchor="ctr"/>
          <a:lstStyle/>
          <a:p>
            <a:pPr algn="ctr"/>
            <a:r>
              <a:rPr lang="en-US" sz="2933" b="1" dirty="0">
                <a:solidFill>
                  <a:srgbClr val="50E6FF"/>
                </a:solidFill>
                <a:ea typeface="Calibri" pitchFamily="34" charset="-122"/>
                <a:cs typeface="Calibri" pitchFamily="34" charset="-120"/>
              </a:rPr>
              <a:t>30–40%</a:t>
            </a:r>
            <a:endParaRPr lang="en-US" sz="2933" dirty="0"/>
          </a:p>
        </p:txBody>
      </p:sp>
      <p:sp>
        <p:nvSpPr>
          <p:cNvPr id="33" name="Text 24">
            <a:extLst>
              <a:ext uri="{FF2B5EF4-FFF2-40B4-BE49-F238E27FC236}">
                <a16:creationId xmlns:a16="http://schemas.microsoft.com/office/drawing/2014/main" id="{6A4703AE-8594-DC18-6879-2C145FC276E3}"/>
              </a:ext>
            </a:extLst>
          </p:cNvPr>
          <p:cNvSpPr/>
          <p:nvPr/>
        </p:nvSpPr>
        <p:spPr>
          <a:xfrm>
            <a:off x="7315200" y="2414016"/>
            <a:ext cx="2072640" cy="426720"/>
          </a:xfrm>
          <a:prstGeom prst="rect">
            <a:avLst/>
          </a:prstGeom>
          <a:noFill/>
          <a:ln/>
        </p:spPr>
        <p:txBody>
          <a:bodyPr wrap="square" lIns="0" tIns="0" rIns="0" bIns="0" rtlCol="0" anchor="ctr"/>
          <a:lstStyle/>
          <a:p>
            <a:pPr algn="ctr"/>
            <a:r>
              <a:rPr lang="en-US" sz="1333" dirty="0">
                <a:solidFill>
                  <a:srgbClr val="B8CFE8"/>
                </a:solidFill>
                <a:ea typeface="Calibri" pitchFamily="34" charset="-122"/>
                <a:cs typeface="Calibri" pitchFamily="34" charset="-120"/>
              </a:rPr>
              <a:t>reduction in</a:t>
            </a:r>
            <a:endParaRPr lang="en-US" sz="1333" dirty="0"/>
          </a:p>
          <a:p>
            <a:pPr algn="ctr"/>
            <a:r>
              <a:rPr lang="en-US" sz="1333" dirty="0">
                <a:solidFill>
                  <a:srgbClr val="B8CFE8"/>
                </a:solidFill>
                <a:ea typeface="Calibri" pitchFamily="34" charset="-122"/>
                <a:cs typeface="Calibri" pitchFamily="34" charset="-120"/>
              </a:rPr>
              <a:t>forecast error</a:t>
            </a:r>
            <a:endParaRPr lang="en-US" sz="1333" dirty="0"/>
          </a:p>
        </p:txBody>
      </p:sp>
      <p:sp>
        <p:nvSpPr>
          <p:cNvPr id="34" name="Shape 25">
            <a:extLst>
              <a:ext uri="{FF2B5EF4-FFF2-40B4-BE49-F238E27FC236}">
                <a16:creationId xmlns:a16="http://schemas.microsoft.com/office/drawing/2014/main" id="{CC1EB75F-7D3D-C749-B920-A105FA7173DE}"/>
              </a:ext>
            </a:extLst>
          </p:cNvPr>
          <p:cNvSpPr/>
          <p:nvPr/>
        </p:nvSpPr>
        <p:spPr>
          <a:xfrm>
            <a:off x="9570720" y="1889760"/>
            <a:ext cx="2072640" cy="1036320"/>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35" name="Text 26">
            <a:extLst>
              <a:ext uri="{FF2B5EF4-FFF2-40B4-BE49-F238E27FC236}">
                <a16:creationId xmlns:a16="http://schemas.microsoft.com/office/drawing/2014/main" id="{86D4C42F-7761-DB8E-6E7D-6074AA9AF12E}"/>
              </a:ext>
            </a:extLst>
          </p:cNvPr>
          <p:cNvSpPr/>
          <p:nvPr/>
        </p:nvSpPr>
        <p:spPr>
          <a:xfrm>
            <a:off x="9570720" y="1950720"/>
            <a:ext cx="2072640" cy="487680"/>
          </a:xfrm>
          <a:prstGeom prst="rect">
            <a:avLst/>
          </a:prstGeom>
          <a:noFill/>
          <a:ln/>
        </p:spPr>
        <p:txBody>
          <a:bodyPr wrap="square" lIns="0" tIns="0" rIns="0" bIns="0" rtlCol="0" anchor="ctr"/>
          <a:lstStyle/>
          <a:p>
            <a:pPr algn="ctr"/>
            <a:r>
              <a:rPr lang="en-US" sz="2933" b="1" dirty="0">
                <a:solidFill>
                  <a:srgbClr val="50E6FF"/>
                </a:solidFill>
                <a:ea typeface="Calibri" pitchFamily="34" charset="-122"/>
                <a:cs typeface="Calibri" pitchFamily="34" charset="-120"/>
              </a:rPr>
              <a:t>$1.3-3.3M</a:t>
            </a:r>
            <a:endParaRPr lang="en-US" sz="2933" dirty="0"/>
          </a:p>
        </p:txBody>
      </p:sp>
      <p:sp>
        <p:nvSpPr>
          <p:cNvPr id="36" name="Text 27">
            <a:extLst>
              <a:ext uri="{FF2B5EF4-FFF2-40B4-BE49-F238E27FC236}">
                <a16:creationId xmlns:a16="http://schemas.microsoft.com/office/drawing/2014/main" id="{F358F366-4C02-103E-9AAA-3D05883E60C1}"/>
              </a:ext>
            </a:extLst>
          </p:cNvPr>
          <p:cNvSpPr/>
          <p:nvPr/>
        </p:nvSpPr>
        <p:spPr>
          <a:xfrm>
            <a:off x="9570720" y="2414016"/>
            <a:ext cx="2072640" cy="426720"/>
          </a:xfrm>
          <a:prstGeom prst="rect">
            <a:avLst/>
          </a:prstGeom>
          <a:noFill/>
          <a:ln/>
        </p:spPr>
        <p:txBody>
          <a:bodyPr wrap="square" lIns="0" tIns="0" rIns="0" bIns="0" rtlCol="0" anchor="ctr"/>
          <a:lstStyle/>
          <a:p>
            <a:pPr algn="ctr"/>
            <a:r>
              <a:rPr lang="en-US" sz="1333" dirty="0">
                <a:solidFill>
                  <a:srgbClr val="B8CFE8"/>
                </a:solidFill>
                <a:ea typeface="Calibri" pitchFamily="34" charset="-122"/>
                <a:cs typeface="Calibri" pitchFamily="34" charset="-120"/>
              </a:rPr>
              <a:t>working capital</a:t>
            </a:r>
            <a:endParaRPr lang="en-US" sz="1333" dirty="0"/>
          </a:p>
          <a:p>
            <a:pPr algn="ctr"/>
            <a:r>
              <a:rPr lang="en-US" sz="1333" dirty="0">
                <a:solidFill>
                  <a:srgbClr val="B8CFE8"/>
                </a:solidFill>
                <a:ea typeface="Calibri" pitchFamily="34" charset="-122"/>
                <a:cs typeface="Calibri" pitchFamily="34" charset="-120"/>
              </a:rPr>
              <a:t>freed per depot</a:t>
            </a:r>
            <a:endParaRPr lang="en-US" sz="1333" dirty="0"/>
          </a:p>
        </p:txBody>
      </p:sp>
      <p:sp>
        <p:nvSpPr>
          <p:cNvPr id="37" name="Shape 28">
            <a:extLst>
              <a:ext uri="{FF2B5EF4-FFF2-40B4-BE49-F238E27FC236}">
                <a16:creationId xmlns:a16="http://schemas.microsoft.com/office/drawing/2014/main" id="{13B9B00E-8B29-893B-F7DE-CA15FD110B61}"/>
              </a:ext>
            </a:extLst>
          </p:cNvPr>
          <p:cNvSpPr/>
          <p:nvPr/>
        </p:nvSpPr>
        <p:spPr>
          <a:xfrm>
            <a:off x="7315200" y="3108960"/>
            <a:ext cx="2072640" cy="1036320"/>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38" name="Text 29">
            <a:extLst>
              <a:ext uri="{FF2B5EF4-FFF2-40B4-BE49-F238E27FC236}">
                <a16:creationId xmlns:a16="http://schemas.microsoft.com/office/drawing/2014/main" id="{FFC3A8FC-04FF-651E-86FE-9F6AAA618DCC}"/>
              </a:ext>
            </a:extLst>
          </p:cNvPr>
          <p:cNvSpPr/>
          <p:nvPr/>
        </p:nvSpPr>
        <p:spPr>
          <a:xfrm>
            <a:off x="7315200" y="3169920"/>
            <a:ext cx="2072640" cy="487680"/>
          </a:xfrm>
          <a:prstGeom prst="rect">
            <a:avLst/>
          </a:prstGeom>
          <a:noFill/>
          <a:ln/>
        </p:spPr>
        <p:txBody>
          <a:bodyPr wrap="square" lIns="0" tIns="0" rIns="0" bIns="0" rtlCol="0" anchor="ctr"/>
          <a:lstStyle/>
          <a:p>
            <a:pPr algn="ctr"/>
            <a:r>
              <a:rPr lang="en-US" sz="2933" b="1" dirty="0">
                <a:solidFill>
                  <a:srgbClr val="50E6FF"/>
                </a:solidFill>
                <a:ea typeface="Calibri" pitchFamily="34" charset="-122"/>
                <a:cs typeface="Calibri" pitchFamily="34" charset="-120"/>
              </a:rPr>
              <a:t>15%</a:t>
            </a:r>
            <a:endParaRPr lang="en-US" sz="2933" dirty="0"/>
          </a:p>
        </p:txBody>
      </p:sp>
      <p:sp>
        <p:nvSpPr>
          <p:cNvPr id="39" name="Text 30">
            <a:extLst>
              <a:ext uri="{FF2B5EF4-FFF2-40B4-BE49-F238E27FC236}">
                <a16:creationId xmlns:a16="http://schemas.microsoft.com/office/drawing/2014/main" id="{45DB6244-BB14-4EB8-775B-B93C0693A6BE}"/>
              </a:ext>
            </a:extLst>
          </p:cNvPr>
          <p:cNvSpPr/>
          <p:nvPr/>
        </p:nvSpPr>
        <p:spPr>
          <a:xfrm>
            <a:off x="7315200" y="3633216"/>
            <a:ext cx="2072640" cy="426720"/>
          </a:xfrm>
          <a:prstGeom prst="rect">
            <a:avLst/>
          </a:prstGeom>
          <a:noFill/>
          <a:ln/>
        </p:spPr>
        <p:txBody>
          <a:bodyPr wrap="square" lIns="0" tIns="0" rIns="0" bIns="0" rtlCol="0" anchor="ctr"/>
          <a:lstStyle/>
          <a:p>
            <a:pPr algn="ctr"/>
            <a:r>
              <a:rPr lang="en-US" sz="1333" dirty="0">
                <a:solidFill>
                  <a:srgbClr val="B8CFE8"/>
                </a:solidFill>
                <a:ea typeface="Calibri" pitchFamily="34" charset="-122"/>
                <a:cs typeface="Calibri" pitchFamily="34" charset="-120"/>
              </a:rPr>
              <a:t>reduction in</a:t>
            </a:r>
            <a:endParaRPr lang="en-US" sz="1333" dirty="0"/>
          </a:p>
          <a:p>
            <a:pPr algn="ctr"/>
            <a:r>
              <a:rPr lang="en-US" sz="1333" dirty="0">
                <a:solidFill>
                  <a:srgbClr val="B8CFE8"/>
                </a:solidFill>
                <a:ea typeface="Calibri" pitchFamily="34" charset="-122"/>
                <a:cs typeface="Calibri" pitchFamily="34" charset="-120"/>
              </a:rPr>
              <a:t>lost sales</a:t>
            </a:r>
            <a:endParaRPr lang="en-US" sz="1333" dirty="0"/>
          </a:p>
        </p:txBody>
      </p:sp>
      <p:sp>
        <p:nvSpPr>
          <p:cNvPr id="40" name="Shape 31">
            <a:extLst>
              <a:ext uri="{FF2B5EF4-FFF2-40B4-BE49-F238E27FC236}">
                <a16:creationId xmlns:a16="http://schemas.microsoft.com/office/drawing/2014/main" id="{6F10F870-5B1B-4E01-6EB1-3E11FF60F0DB}"/>
              </a:ext>
            </a:extLst>
          </p:cNvPr>
          <p:cNvSpPr/>
          <p:nvPr/>
        </p:nvSpPr>
        <p:spPr>
          <a:xfrm>
            <a:off x="7254240" y="4364736"/>
            <a:ext cx="4511040" cy="1950720"/>
          </a:xfrm>
          <a:prstGeom prst="rect">
            <a:avLst/>
          </a:prstGeom>
          <a:solidFill>
            <a:srgbClr val="162845"/>
          </a:solidFill>
          <a:ln w="12700">
            <a:solidFill>
              <a:srgbClr val="162845"/>
            </a:solidFill>
            <a:prstDash val="solid"/>
          </a:ln>
          <a:effectLst>
            <a:outerShdw blurRad="152400" dist="38100" dir="8100000" algn="bl" rotWithShape="0">
              <a:srgbClr val="000000">
                <a:alpha val="25000"/>
              </a:srgbClr>
            </a:outerShdw>
          </a:effectLst>
        </p:spPr>
        <p:txBody>
          <a:bodyPr/>
          <a:lstStyle/>
          <a:p>
            <a:endParaRPr lang="en-IN" sz="1867"/>
          </a:p>
        </p:txBody>
      </p:sp>
      <p:sp>
        <p:nvSpPr>
          <p:cNvPr id="41" name="Shape 32">
            <a:extLst>
              <a:ext uri="{FF2B5EF4-FFF2-40B4-BE49-F238E27FC236}">
                <a16:creationId xmlns:a16="http://schemas.microsoft.com/office/drawing/2014/main" id="{F7839621-45DD-9D91-01F8-0D9F5E4395B3}"/>
              </a:ext>
            </a:extLst>
          </p:cNvPr>
          <p:cNvSpPr/>
          <p:nvPr/>
        </p:nvSpPr>
        <p:spPr>
          <a:xfrm>
            <a:off x="7254240" y="4364736"/>
            <a:ext cx="4511040" cy="85344"/>
          </a:xfrm>
          <a:prstGeom prst="rect">
            <a:avLst/>
          </a:prstGeom>
          <a:solidFill>
            <a:srgbClr val="FFB900"/>
          </a:solidFill>
          <a:ln w="12700">
            <a:solidFill>
              <a:srgbClr val="FFB900"/>
            </a:solidFill>
            <a:prstDash val="solid"/>
          </a:ln>
        </p:spPr>
        <p:txBody>
          <a:bodyPr/>
          <a:lstStyle/>
          <a:p>
            <a:endParaRPr lang="en-IN" sz="1867"/>
          </a:p>
        </p:txBody>
      </p:sp>
      <p:pic>
        <p:nvPicPr>
          <p:cNvPr id="42" name="Image 4" descr="preencoded.png">
            <a:extLst>
              <a:ext uri="{FF2B5EF4-FFF2-40B4-BE49-F238E27FC236}">
                <a16:creationId xmlns:a16="http://schemas.microsoft.com/office/drawing/2014/main" id="{A3758169-2A9A-1E49-A12F-9FFD5A5DB330}"/>
              </a:ext>
            </a:extLst>
          </p:cNvPr>
          <p:cNvPicPr>
            <a:picLocks noChangeAspect="1"/>
          </p:cNvPicPr>
          <p:nvPr/>
        </p:nvPicPr>
        <p:blipFill>
          <a:blip r:embed="rId6"/>
          <a:stretch>
            <a:fillRect/>
          </a:stretch>
        </p:blipFill>
        <p:spPr>
          <a:xfrm>
            <a:off x="7437120" y="4535424"/>
            <a:ext cx="548640" cy="548640"/>
          </a:xfrm>
          <a:prstGeom prst="rect">
            <a:avLst/>
          </a:prstGeom>
        </p:spPr>
      </p:pic>
      <p:sp>
        <p:nvSpPr>
          <p:cNvPr id="43" name="Text 33">
            <a:extLst>
              <a:ext uri="{FF2B5EF4-FFF2-40B4-BE49-F238E27FC236}">
                <a16:creationId xmlns:a16="http://schemas.microsoft.com/office/drawing/2014/main" id="{1894BC7D-1C97-FE2A-F8BC-78862C1364FC}"/>
              </a:ext>
            </a:extLst>
          </p:cNvPr>
          <p:cNvSpPr/>
          <p:nvPr/>
        </p:nvSpPr>
        <p:spPr>
          <a:xfrm>
            <a:off x="8107680" y="4535424"/>
            <a:ext cx="3413760" cy="365760"/>
          </a:xfrm>
          <a:prstGeom prst="rect">
            <a:avLst/>
          </a:prstGeom>
          <a:noFill/>
          <a:ln/>
        </p:spPr>
        <p:txBody>
          <a:bodyPr wrap="square" lIns="0" tIns="0" rIns="0" bIns="0" rtlCol="0" anchor="ctr"/>
          <a:lstStyle/>
          <a:p>
            <a:r>
              <a:rPr lang="en-US" sz="1600" b="1" dirty="0">
                <a:solidFill>
                  <a:srgbClr val="FFB900"/>
                </a:solidFill>
                <a:ea typeface="Calibri" pitchFamily="34" charset="-122"/>
                <a:cs typeface="Calibri" pitchFamily="34" charset="-120"/>
              </a:rPr>
              <a:t>Demand Forecast Agent</a:t>
            </a:r>
            <a:endParaRPr lang="en-US" sz="1600" dirty="0"/>
          </a:p>
        </p:txBody>
      </p:sp>
      <p:sp>
        <p:nvSpPr>
          <p:cNvPr id="44" name="Text 34">
            <a:extLst>
              <a:ext uri="{FF2B5EF4-FFF2-40B4-BE49-F238E27FC236}">
                <a16:creationId xmlns:a16="http://schemas.microsoft.com/office/drawing/2014/main" id="{300B71D2-5F34-D4A0-3EEF-052D0377533D}"/>
              </a:ext>
            </a:extLst>
          </p:cNvPr>
          <p:cNvSpPr/>
          <p:nvPr/>
        </p:nvSpPr>
        <p:spPr>
          <a:xfrm>
            <a:off x="7437120" y="5120640"/>
            <a:ext cx="4206240" cy="1036320"/>
          </a:xfrm>
          <a:prstGeom prst="rect">
            <a:avLst/>
          </a:prstGeom>
          <a:noFill/>
          <a:ln/>
        </p:spPr>
        <p:txBody>
          <a:bodyPr wrap="square" lIns="0" tIns="0" rIns="0" bIns="0" rtlCol="0" anchor="ctr"/>
          <a:lstStyle/>
          <a:p>
            <a:r>
              <a:rPr lang="en-US" sz="1333" b="1" dirty="0">
                <a:solidFill>
                  <a:srgbClr val="B8CFE8"/>
                </a:solidFill>
                <a:ea typeface="Calibri" pitchFamily="34" charset="-122"/>
                <a:cs typeface="Calibri" pitchFamily="34" charset="-120"/>
              </a:rPr>
              <a:t>• </a:t>
            </a:r>
            <a:r>
              <a:rPr lang="en-US" sz="1000" dirty="0">
                <a:solidFill>
                  <a:srgbClr val="B8CFE8"/>
                </a:solidFill>
                <a:ea typeface="Calibri" pitchFamily="34" charset="-122"/>
                <a:cs typeface="Calibri" pitchFamily="34" charset="-120"/>
              </a:rPr>
              <a:t>"What is next month's demand for RAV4 parts at Sydney dealers?"
</a:t>
            </a:r>
            <a:r>
              <a:rPr lang="en-US" sz="1333" b="1" dirty="0">
                <a:solidFill>
                  <a:srgbClr val="B8CFE8"/>
                </a:solidFill>
                <a:ea typeface="Calibri" pitchFamily="34" charset="-122"/>
                <a:cs typeface="Calibri" pitchFamily="34" charset="-120"/>
              </a:rPr>
              <a:t>• </a:t>
            </a:r>
            <a:r>
              <a:rPr lang="en-US" sz="1333" dirty="0">
                <a:solidFill>
                  <a:srgbClr val="B8CFE8"/>
                </a:solidFill>
                <a:ea typeface="Calibri" pitchFamily="34" charset="-122"/>
                <a:cs typeface="Calibri" pitchFamily="34" charset="-120"/>
              </a:rPr>
              <a:t>Auto-raises purchase orders when forecast &gt; safety stock
</a:t>
            </a:r>
            <a:r>
              <a:rPr lang="en-US" sz="1333" b="1" dirty="0">
                <a:solidFill>
                  <a:srgbClr val="B8CFE8"/>
                </a:solidFill>
                <a:ea typeface="Calibri" pitchFamily="34" charset="-122"/>
                <a:cs typeface="Calibri" pitchFamily="34" charset="-120"/>
              </a:rPr>
              <a:t>• </a:t>
            </a:r>
            <a:r>
              <a:rPr lang="en-US" sz="1333" dirty="0">
                <a:solidFill>
                  <a:srgbClr val="B8CFE8"/>
                </a:solidFill>
                <a:ea typeface="Calibri" pitchFamily="34" charset="-122"/>
                <a:cs typeface="Calibri" pitchFamily="34" charset="-120"/>
              </a:rPr>
              <a:t>Slack/Teams alerts when model detects demand spike</a:t>
            </a:r>
            <a:endParaRPr lang="en-US" sz="1333" dirty="0"/>
          </a:p>
        </p:txBody>
      </p:sp>
      <p:sp>
        <p:nvSpPr>
          <p:cNvPr id="45" name="Rounded Rectangle 44"/>
          <p:cNvSpPr/>
          <p:nvPr/>
        </p:nvSpPr>
        <p:spPr>
          <a:xfrm>
            <a:off x="350000" y="5600000"/>
            <a:ext cx="5400000" cy="850000"/>
          </a:xfrm>
          <a:prstGeom prst="roundRect">
            <a:avLst/>
          </a:prstGeom>
          <a:solidFill>
            <a:srgbClr val="12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0000" y="5620000"/>
            <a:ext cx="2500000" cy="300000"/>
          </a:xfrm>
          <a:prstGeom prst="rect">
            <a:avLst/>
          </a:prstGeom>
          <a:noFill/>
        </p:spPr>
        <p:txBody>
          <a:bodyPr wrap="square">
            <a:spAutoFit/>
          </a:bodyPr>
          <a:lstStyle/>
          <a:p>
            <a:pPr algn="ctr"/>
            <a:r>
              <a:rPr sz="1333" b="1" i="0">
                <a:solidFill>
                  <a:srgbClr val="FF8C00"/>
                </a:solidFill>
              </a:rPr>
              <a:t>Before (Excel)</a:t>
            </a:r>
          </a:p>
        </p:txBody>
      </p:sp>
      <p:sp>
        <p:nvSpPr>
          <p:cNvPr id="47" name="TextBox 46"/>
          <p:cNvSpPr txBox="1"/>
          <p:nvPr/>
        </p:nvSpPr>
        <p:spPr>
          <a:xfrm>
            <a:off x="3200000" y="5620000"/>
            <a:ext cx="2500000" cy="300000"/>
          </a:xfrm>
          <a:prstGeom prst="rect">
            <a:avLst/>
          </a:prstGeom>
          <a:noFill/>
        </p:spPr>
        <p:txBody>
          <a:bodyPr wrap="square">
            <a:spAutoFit/>
          </a:bodyPr>
          <a:lstStyle/>
          <a:p>
            <a:pPr algn="ctr"/>
            <a:r>
              <a:rPr sz="1333" b="1" i="0">
                <a:solidFill>
                  <a:srgbClr val="00B294"/>
                </a:solidFill>
              </a:rPr>
              <a:t>After (AI/ML)</a:t>
            </a:r>
          </a:p>
        </p:txBody>
      </p:sp>
      <p:sp>
        <p:nvSpPr>
          <p:cNvPr id="48" name="TextBox 47"/>
          <p:cNvSpPr txBox="1"/>
          <p:nvPr/>
        </p:nvSpPr>
        <p:spPr>
          <a:xfrm>
            <a:off x="450000" y="5920000"/>
            <a:ext cx="2500000" cy="500000"/>
          </a:xfrm>
          <a:prstGeom prst="rect">
            <a:avLst/>
          </a:prstGeom>
          <a:noFill/>
        </p:spPr>
        <p:txBody>
          <a:bodyPr wrap="square">
            <a:spAutoFit/>
          </a:bodyPr>
          <a:lstStyle/>
          <a:p>
            <a:pPr algn="ctr"/>
            <a:r>
              <a:rPr sz="1062" b="0" i="0">
                <a:solidFill>
                  <a:srgbClr val="B8CFE8"/>
                </a:solidFill>
              </a:rPr>
              <a:t>MAPE 35-50%  |  Monthly refresh
No confidence bands  |  Manual overrides</a:t>
            </a:r>
          </a:p>
        </p:txBody>
      </p:sp>
      <p:sp>
        <p:nvSpPr>
          <p:cNvPr id="49" name="TextBox 48"/>
          <p:cNvSpPr txBox="1"/>
          <p:nvPr/>
        </p:nvSpPr>
        <p:spPr>
          <a:xfrm>
            <a:off x="3200000" y="5920000"/>
            <a:ext cx="2500000" cy="500000"/>
          </a:xfrm>
          <a:prstGeom prst="rect">
            <a:avLst/>
          </a:prstGeom>
          <a:noFill/>
        </p:spPr>
        <p:txBody>
          <a:bodyPr wrap="square">
            <a:spAutoFit/>
          </a:bodyPr>
          <a:lstStyle/>
          <a:p>
            <a:pPr algn="ctr"/>
            <a:r>
              <a:rPr sz="1062" b="0" i="0">
                <a:solidFill>
                  <a:srgbClr val="E8F4FD"/>
                </a:solidFill>
              </a:rPr>
              <a:t>MAPE 10-15%  |  Daily refresh
95% confidence bands  |  Auto-trigger POs</a:t>
            </a:r>
          </a:p>
        </p:txBody>
      </p:sp>
      <p:sp>
        <p:nvSpPr>
          <p:cNvPr id="50" name="Rounded Rectangle 49"/>
          <p:cNvSpPr/>
          <p:nvPr/>
        </p:nvSpPr>
        <p:spPr>
          <a:xfrm>
            <a:off x="10200000" y="350000"/>
            <a:ext cx="1700000" cy="450000"/>
          </a:xfrm>
          <a:prstGeom prst="round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17" b="1">
                <a:solidFill>
                  <a:srgbClr val="0A1628"/>
                </a:solidFill>
              </a:rPr>
              <a:t>LIVE DEMO</a:t>
            </a:r>
          </a:p>
        </p:txBody>
      </p:sp>
    </p:spTree>
    <p:extLst>
      <p:ext uri="{BB962C8B-B14F-4D97-AF65-F5344CB8AC3E}">
        <p14:creationId xmlns:p14="http://schemas.microsoft.com/office/powerpoint/2010/main" val="23593063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1260D-C690-6650-CD2F-CBB8E915FF4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EA35BC7F-6918-B1AD-0A9B-DC54504F01B8}"/>
              </a:ext>
            </a:extLst>
          </p:cNvPr>
          <p:cNvSpPr>
            <a:spLocks noGrp="1"/>
          </p:cNvSpPr>
          <p:nvPr>
            <p:ph type="ftr" sz="quarter" idx="3"/>
          </p:nvPr>
        </p:nvSpPr>
        <p:spPr/>
        <p:txBody>
          <a:bodyPr/>
          <a:lstStyle/>
          <a:p>
            <a:r>
              <a:rPr lang="en-US"/>
              <a:t>© </a:t>
            </a:r>
            <a:fld id="{BD10386A-F078-491A-8D58-536D4066CAE5}" type="datetimeyyyy">
              <a:rPr lang="en-US" smtClean="0"/>
              <a:pPr/>
              <a:t>2026</a:t>
            </a:fld>
            <a:r>
              <a:rPr lang="en-US"/>
              <a:t> NTT DATA Business Solutions</a:t>
            </a:r>
          </a:p>
        </p:txBody>
      </p:sp>
      <p:sp>
        <p:nvSpPr>
          <p:cNvPr id="4" name="Slide Number Placeholder 3">
            <a:extLst>
              <a:ext uri="{FF2B5EF4-FFF2-40B4-BE49-F238E27FC236}">
                <a16:creationId xmlns:a16="http://schemas.microsoft.com/office/drawing/2014/main" id="{43160A75-0373-502B-1F39-734162A67BC4}"/>
              </a:ext>
            </a:extLst>
          </p:cNvPr>
          <p:cNvSpPr>
            <a:spLocks noGrp="1"/>
          </p:cNvSpPr>
          <p:nvPr>
            <p:ph type="sldNum" sz="quarter" idx="4"/>
          </p:nvPr>
        </p:nvSpPr>
        <p:spPr/>
        <p:txBody>
          <a:bodyPr/>
          <a:lstStyle/>
          <a:p>
            <a:fld id="{13CE6DAF-806F-404B-BC68-339BFCB57E5C}" type="slidenum">
              <a:rPr lang="en-US" smtClean="0"/>
              <a:pPr/>
              <a:t>6</a:t>
            </a:fld>
            <a:endParaRPr lang="en-US"/>
          </a:p>
        </p:txBody>
      </p:sp>
      <p:sp>
        <p:nvSpPr>
          <p:cNvPr id="35" name="Shape 0">
            <a:extLst>
              <a:ext uri="{FF2B5EF4-FFF2-40B4-BE49-F238E27FC236}">
                <a16:creationId xmlns:a16="http://schemas.microsoft.com/office/drawing/2014/main" id="{0F08EC8A-0D24-F3B6-17D8-2874D96CBCE9}"/>
              </a:ext>
            </a:extLst>
          </p:cNvPr>
          <p:cNvSpPr/>
          <p:nvPr/>
        </p:nvSpPr>
        <p:spPr>
          <a:xfrm>
            <a:off x="0" y="0"/>
            <a:ext cx="12121065" cy="48886"/>
          </a:xfrm>
          <a:prstGeom prst="rect">
            <a:avLst/>
          </a:prstGeom>
          <a:solidFill>
            <a:srgbClr val="FFB900"/>
          </a:solidFill>
          <a:ln w="12700">
            <a:solidFill>
              <a:srgbClr val="FFB900"/>
            </a:solidFill>
            <a:prstDash val="solid"/>
          </a:ln>
        </p:spPr>
        <p:txBody>
          <a:bodyPr/>
          <a:lstStyle/>
          <a:p>
            <a:endParaRPr lang="en-IN" sz="1867"/>
          </a:p>
        </p:txBody>
      </p:sp>
      <p:sp>
        <p:nvSpPr>
          <p:cNvPr id="36" name="Shape 1">
            <a:extLst>
              <a:ext uri="{FF2B5EF4-FFF2-40B4-BE49-F238E27FC236}">
                <a16:creationId xmlns:a16="http://schemas.microsoft.com/office/drawing/2014/main" id="{6E951F34-D129-0ADD-3ECE-3BFD53DA3363}"/>
              </a:ext>
            </a:extLst>
          </p:cNvPr>
          <p:cNvSpPr/>
          <p:nvPr/>
        </p:nvSpPr>
        <p:spPr>
          <a:xfrm>
            <a:off x="426720" y="268224"/>
            <a:ext cx="848475" cy="570341"/>
          </a:xfrm>
          <a:prstGeom prst="ellipse">
            <a:avLst/>
          </a:prstGeom>
          <a:solidFill>
            <a:srgbClr val="FFB900"/>
          </a:solidFill>
          <a:ln w="12700">
            <a:solidFill>
              <a:srgbClr val="FFB900"/>
            </a:solidFill>
            <a:prstDash val="solid"/>
          </a:ln>
        </p:spPr>
        <p:txBody>
          <a:bodyPr/>
          <a:lstStyle/>
          <a:p>
            <a:endParaRPr lang="en-IN" sz="1867"/>
          </a:p>
        </p:txBody>
      </p:sp>
      <p:sp>
        <p:nvSpPr>
          <p:cNvPr id="37" name="Text 2">
            <a:extLst>
              <a:ext uri="{FF2B5EF4-FFF2-40B4-BE49-F238E27FC236}">
                <a16:creationId xmlns:a16="http://schemas.microsoft.com/office/drawing/2014/main" id="{1CAF35B8-6EF5-9C4D-71F4-14972A94BFE0}"/>
              </a:ext>
            </a:extLst>
          </p:cNvPr>
          <p:cNvSpPr/>
          <p:nvPr/>
        </p:nvSpPr>
        <p:spPr>
          <a:xfrm>
            <a:off x="426720" y="268224"/>
            <a:ext cx="848475" cy="570341"/>
          </a:xfrm>
          <a:prstGeom prst="rect">
            <a:avLst/>
          </a:prstGeom>
          <a:noFill/>
          <a:ln/>
        </p:spPr>
        <p:txBody>
          <a:bodyPr wrap="square" lIns="0" tIns="0" rIns="0" bIns="0" rtlCol="0" anchor="ctr"/>
          <a:lstStyle/>
          <a:p>
            <a:pPr algn="ctr"/>
            <a:r>
              <a:rPr lang="en-US" sz="2400" b="1" dirty="0">
                <a:solidFill>
                  <a:srgbClr val="0A1628"/>
                </a:solidFill>
                <a:ea typeface="Calibri" pitchFamily="34" charset="-122"/>
                <a:cs typeface="Calibri" pitchFamily="34" charset="-120"/>
              </a:rPr>
              <a:t>02</a:t>
            </a:r>
            <a:endParaRPr lang="en-US" sz="2400" dirty="0"/>
          </a:p>
        </p:txBody>
      </p:sp>
      <p:sp>
        <p:nvSpPr>
          <p:cNvPr id="38" name="Text 3">
            <a:extLst>
              <a:ext uri="{FF2B5EF4-FFF2-40B4-BE49-F238E27FC236}">
                <a16:creationId xmlns:a16="http://schemas.microsoft.com/office/drawing/2014/main" id="{EA835C74-5D46-4264-8DF5-99774D10B4B8}"/>
              </a:ext>
            </a:extLst>
          </p:cNvPr>
          <p:cNvSpPr/>
          <p:nvPr/>
        </p:nvSpPr>
        <p:spPr>
          <a:xfrm>
            <a:off x="1463040" y="304800"/>
            <a:ext cx="9696852" cy="366648"/>
          </a:xfrm>
          <a:prstGeom prst="rect">
            <a:avLst/>
          </a:prstGeom>
          <a:noFill/>
          <a:ln/>
        </p:spPr>
        <p:txBody>
          <a:bodyPr wrap="square" lIns="0" tIns="0" rIns="0" bIns="0" rtlCol="0" anchor="ctr"/>
          <a:lstStyle/>
          <a:p>
            <a:r>
              <a:rPr lang="en-US" sz="3467" b="1" dirty="0">
                <a:solidFill>
                  <a:srgbClr val="FFFFFF"/>
                </a:solidFill>
                <a:latin typeface="+mj-lt"/>
                <a:ea typeface="Calibri" pitchFamily="34" charset="-122"/>
                <a:cs typeface="Calibri" pitchFamily="34" charset="-120"/>
              </a:rPr>
              <a:t>Inventory Optimisation</a:t>
            </a:r>
            <a:endParaRPr lang="en-US" sz="3467" dirty="0">
              <a:latin typeface="+mj-lt"/>
            </a:endParaRPr>
          </a:p>
        </p:txBody>
      </p:sp>
      <p:sp>
        <p:nvSpPr>
          <p:cNvPr id="39" name="Text 4">
            <a:extLst>
              <a:ext uri="{FF2B5EF4-FFF2-40B4-BE49-F238E27FC236}">
                <a16:creationId xmlns:a16="http://schemas.microsoft.com/office/drawing/2014/main" id="{D3522569-DDD0-F1DE-2149-5539209E78A0}"/>
              </a:ext>
            </a:extLst>
          </p:cNvPr>
          <p:cNvSpPr/>
          <p:nvPr/>
        </p:nvSpPr>
        <p:spPr>
          <a:xfrm>
            <a:off x="1463040" y="853440"/>
            <a:ext cx="9696852" cy="244432"/>
          </a:xfrm>
          <a:prstGeom prst="rect">
            <a:avLst/>
          </a:prstGeom>
          <a:noFill/>
          <a:ln/>
        </p:spPr>
        <p:txBody>
          <a:bodyPr wrap="square" lIns="0" tIns="0" rIns="0" bIns="0" rtlCol="0" anchor="ctr"/>
          <a:lstStyle/>
          <a:p>
            <a:r>
              <a:rPr lang="en-US" sz="1667" dirty="0">
                <a:solidFill>
                  <a:srgbClr val="B8CFE8"/>
                </a:solidFill>
                <a:ea typeface="Calibri" pitchFamily="34" charset="-122"/>
                <a:cs typeface="Calibri" pitchFamily="34" charset="-120"/>
              </a:rPr>
              <a:t>Optimal stock across 275 Toyota dealerships &amp; warehouses zero overstock, zero stockout</a:t>
            </a:r>
            <a:endParaRPr lang="en-US" sz="1667" dirty="0"/>
          </a:p>
        </p:txBody>
      </p:sp>
      <p:sp>
        <p:nvSpPr>
          <p:cNvPr id="40" name="Shape 5">
            <a:extLst>
              <a:ext uri="{FF2B5EF4-FFF2-40B4-BE49-F238E27FC236}">
                <a16:creationId xmlns:a16="http://schemas.microsoft.com/office/drawing/2014/main" id="{19FF66A1-6626-49E1-7BC5-B8D9E7EC9155}"/>
              </a:ext>
            </a:extLst>
          </p:cNvPr>
          <p:cNvSpPr/>
          <p:nvPr/>
        </p:nvSpPr>
        <p:spPr>
          <a:xfrm>
            <a:off x="426720" y="1463040"/>
            <a:ext cx="5515084" cy="1222159"/>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41" name="Shape 6">
            <a:extLst>
              <a:ext uri="{FF2B5EF4-FFF2-40B4-BE49-F238E27FC236}">
                <a16:creationId xmlns:a16="http://schemas.microsoft.com/office/drawing/2014/main" id="{15B715AA-BDCA-FEB8-E3D1-DEF28C68619E}"/>
              </a:ext>
            </a:extLst>
          </p:cNvPr>
          <p:cNvSpPr/>
          <p:nvPr/>
        </p:nvSpPr>
        <p:spPr>
          <a:xfrm>
            <a:off x="426720" y="1463040"/>
            <a:ext cx="5515084" cy="48886"/>
          </a:xfrm>
          <a:prstGeom prst="rect">
            <a:avLst/>
          </a:prstGeom>
          <a:solidFill>
            <a:srgbClr val="0078D4"/>
          </a:solidFill>
          <a:ln w="12700">
            <a:solidFill>
              <a:srgbClr val="0078D4"/>
            </a:solidFill>
            <a:prstDash val="solid"/>
          </a:ln>
        </p:spPr>
        <p:txBody>
          <a:bodyPr/>
          <a:lstStyle/>
          <a:p>
            <a:endParaRPr lang="en-IN" sz="1867"/>
          </a:p>
        </p:txBody>
      </p:sp>
      <p:pic>
        <p:nvPicPr>
          <p:cNvPr id="42" name="Image 0" descr="preencoded.png">
            <a:extLst>
              <a:ext uri="{FF2B5EF4-FFF2-40B4-BE49-F238E27FC236}">
                <a16:creationId xmlns:a16="http://schemas.microsoft.com/office/drawing/2014/main" id="{0294ACFC-561E-EC3E-33A0-59056D24A659}"/>
              </a:ext>
            </a:extLst>
          </p:cNvPr>
          <p:cNvPicPr>
            <a:picLocks noChangeAspect="1"/>
          </p:cNvPicPr>
          <p:nvPr/>
        </p:nvPicPr>
        <p:blipFill>
          <a:blip r:embed="rId2"/>
          <a:stretch>
            <a:fillRect/>
          </a:stretch>
        </p:blipFill>
        <p:spPr>
          <a:xfrm>
            <a:off x="609600" y="1591729"/>
            <a:ext cx="545448" cy="545448"/>
          </a:xfrm>
          <a:prstGeom prst="rect">
            <a:avLst/>
          </a:prstGeom>
        </p:spPr>
      </p:pic>
      <p:sp>
        <p:nvSpPr>
          <p:cNvPr id="43" name="Text 7">
            <a:extLst>
              <a:ext uri="{FF2B5EF4-FFF2-40B4-BE49-F238E27FC236}">
                <a16:creationId xmlns:a16="http://schemas.microsoft.com/office/drawing/2014/main" id="{7F43A17A-3E11-F34B-E97A-6577896F48B2}"/>
              </a:ext>
            </a:extLst>
          </p:cNvPr>
          <p:cNvSpPr/>
          <p:nvPr/>
        </p:nvSpPr>
        <p:spPr>
          <a:xfrm>
            <a:off x="1341120" y="1682496"/>
            <a:ext cx="4363583" cy="285170"/>
          </a:xfrm>
          <a:prstGeom prst="rect">
            <a:avLst/>
          </a:prstGeom>
          <a:noFill/>
          <a:ln/>
        </p:spPr>
        <p:txBody>
          <a:bodyPr wrap="square" lIns="0" tIns="0" rIns="0" bIns="0" rtlCol="0" anchor="ctr"/>
          <a:lstStyle/>
          <a:p>
            <a:r>
              <a:rPr lang="en-US" sz="1600" b="1" dirty="0">
                <a:solidFill>
                  <a:srgbClr val="0078D4"/>
                </a:solidFill>
                <a:ea typeface="Calibri" pitchFamily="34" charset="-122"/>
                <a:cs typeface="Calibri" pitchFamily="34" charset="-120"/>
              </a:rPr>
              <a:t>Multi-Echelon Safety Stock</a:t>
            </a:r>
            <a:endParaRPr lang="en-US" sz="1600" dirty="0"/>
          </a:p>
        </p:txBody>
      </p:sp>
      <p:sp>
        <p:nvSpPr>
          <p:cNvPr id="44" name="Text 8">
            <a:extLst>
              <a:ext uri="{FF2B5EF4-FFF2-40B4-BE49-F238E27FC236}">
                <a16:creationId xmlns:a16="http://schemas.microsoft.com/office/drawing/2014/main" id="{9C54E60D-2980-C61C-C52A-8EAD9AADCC2D}"/>
              </a:ext>
            </a:extLst>
          </p:cNvPr>
          <p:cNvSpPr/>
          <p:nvPr/>
        </p:nvSpPr>
        <p:spPr>
          <a:xfrm>
            <a:off x="609599" y="2116121"/>
            <a:ext cx="5090847" cy="529602"/>
          </a:xfrm>
          <a:prstGeom prst="rect">
            <a:avLst/>
          </a:prstGeom>
          <a:noFill/>
          <a:ln/>
        </p:spPr>
        <p:txBody>
          <a:bodyPr wrap="square" lIns="0" tIns="0" rIns="0" bIns="0" rtlCol="0" anchor="ctr"/>
          <a:lstStyle/>
          <a:p>
            <a:r>
              <a:rPr lang="en-US" dirty="0">
                <a:solidFill>
                  <a:srgbClr val="B8CFE8"/>
                </a:solidFill>
                <a:ea typeface="Calibri" pitchFamily="34" charset="-122"/>
                <a:cs typeface="Calibri" pitchFamily="34" charset="-120"/>
              </a:rPr>
              <a:t>Dynamic safety stock computed per warehouse tier using service-level targets and lead-time variability from SAP MM.</a:t>
            </a:r>
            <a:endParaRPr lang="en-US" dirty="0"/>
          </a:p>
        </p:txBody>
      </p:sp>
      <p:sp>
        <p:nvSpPr>
          <p:cNvPr id="45" name="Shape 9">
            <a:extLst>
              <a:ext uri="{FF2B5EF4-FFF2-40B4-BE49-F238E27FC236}">
                <a16:creationId xmlns:a16="http://schemas.microsoft.com/office/drawing/2014/main" id="{FDB8274F-0951-6F0C-3380-9DEB395DBBF2}"/>
              </a:ext>
            </a:extLst>
          </p:cNvPr>
          <p:cNvSpPr/>
          <p:nvPr/>
        </p:nvSpPr>
        <p:spPr>
          <a:xfrm>
            <a:off x="6339840" y="1463040"/>
            <a:ext cx="5515084" cy="1222159"/>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46" name="Shape 10">
            <a:extLst>
              <a:ext uri="{FF2B5EF4-FFF2-40B4-BE49-F238E27FC236}">
                <a16:creationId xmlns:a16="http://schemas.microsoft.com/office/drawing/2014/main" id="{6887655C-8D45-D08A-FDCB-9BA84CFE7557}"/>
              </a:ext>
            </a:extLst>
          </p:cNvPr>
          <p:cNvSpPr/>
          <p:nvPr/>
        </p:nvSpPr>
        <p:spPr>
          <a:xfrm>
            <a:off x="6339840" y="1463040"/>
            <a:ext cx="5515084" cy="48886"/>
          </a:xfrm>
          <a:prstGeom prst="rect">
            <a:avLst/>
          </a:prstGeom>
          <a:solidFill>
            <a:srgbClr val="FFB900"/>
          </a:solidFill>
          <a:ln w="12700">
            <a:solidFill>
              <a:srgbClr val="FFB900"/>
            </a:solidFill>
            <a:prstDash val="solid"/>
          </a:ln>
        </p:spPr>
        <p:txBody>
          <a:bodyPr/>
          <a:lstStyle/>
          <a:p>
            <a:endParaRPr lang="en-IN" sz="1867"/>
          </a:p>
        </p:txBody>
      </p:sp>
      <p:pic>
        <p:nvPicPr>
          <p:cNvPr id="47" name="Image 1" descr="preencoded.png">
            <a:extLst>
              <a:ext uri="{FF2B5EF4-FFF2-40B4-BE49-F238E27FC236}">
                <a16:creationId xmlns:a16="http://schemas.microsoft.com/office/drawing/2014/main" id="{136443D9-4B0D-D6E7-380A-3BC78E898FC8}"/>
              </a:ext>
            </a:extLst>
          </p:cNvPr>
          <p:cNvPicPr>
            <a:picLocks noChangeAspect="1"/>
          </p:cNvPicPr>
          <p:nvPr/>
        </p:nvPicPr>
        <p:blipFill>
          <a:blip r:embed="rId3"/>
          <a:stretch>
            <a:fillRect/>
          </a:stretch>
        </p:blipFill>
        <p:spPr>
          <a:xfrm>
            <a:off x="6522720" y="1591729"/>
            <a:ext cx="545448" cy="545448"/>
          </a:xfrm>
          <a:prstGeom prst="rect">
            <a:avLst/>
          </a:prstGeom>
        </p:spPr>
      </p:pic>
      <p:sp>
        <p:nvSpPr>
          <p:cNvPr id="48" name="Text 11">
            <a:extLst>
              <a:ext uri="{FF2B5EF4-FFF2-40B4-BE49-F238E27FC236}">
                <a16:creationId xmlns:a16="http://schemas.microsoft.com/office/drawing/2014/main" id="{2353135C-440D-31E0-B30D-68005AB09876}"/>
              </a:ext>
            </a:extLst>
          </p:cNvPr>
          <p:cNvSpPr/>
          <p:nvPr/>
        </p:nvSpPr>
        <p:spPr>
          <a:xfrm>
            <a:off x="7254240" y="1682496"/>
            <a:ext cx="4363583" cy="285170"/>
          </a:xfrm>
          <a:prstGeom prst="rect">
            <a:avLst/>
          </a:prstGeom>
          <a:noFill/>
          <a:ln/>
        </p:spPr>
        <p:txBody>
          <a:bodyPr wrap="square" lIns="0" tIns="0" rIns="0" bIns="0" rtlCol="0" anchor="ctr"/>
          <a:lstStyle/>
          <a:p>
            <a:r>
              <a:rPr lang="en-US" sz="1600" b="1" dirty="0">
                <a:solidFill>
                  <a:srgbClr val="FFB900"/>
                </a:solidFill>
                <a:ea typeface="Calibri" pitchFamily="34" charset="-122"/>
                <a:cs typeface="Calibri" pitchFamily="34" charset="-120"/>
              </a:rPr>
              <a:t>ABC-XYZ Segmentation</a:t>
            </a:r>
            <a:endParaRPr lang="en-US" sz="1600" dirty="0"/>
          </a:p>
        </p:txBody>
      </p:sp>
      <p:sp>
        <p:nvSpPr>
          <p:cNvPr id="49" name="Text 12">
            <a:extLst>
              <a:ext uri="{FF2B5EF4-FFF2-40B4-BE49-F238E27FC236}">
                <a16:creationId xmlns:a16="http://schemas.microsoft.com/office/drawing/2014/main" id="{74AFE10D-C788-62AD-047E-0EDFD0F1537A}"/>
              </a:ext>
            </a:extLst>
          </p:cNvPr>
          <p:cNvSpPr/>
          <p:nvPr/>
        </p:nvSpPr>
        <p:spPr>
          <a:xfrm>
            <a:off x="6522719" y="2116121"/>
            <a:ext cx="5090847" cy="529602"/>
          </a:xfrm>
          <a:prstGeom prst="rect">
            <a:avLst/>
          </a:prstGeom>
          <a:noFill/>
          <a:ln/>
        </p:spPr>
        <p:txBody>
          <a:bodyPr wrap="square" lIns="0" tIns="0" rIns="0" bIns="0" rtlCol="0" anchor="ctr"/>
          <a:lstStyle/>
          <a:p>
            <a:r>
              <a:rPr lang="en-US" dirty="0">
                <a:solidFill>
                  <a:srgbClr val="B8CFE8"/>
                </a:solidFill>
                <a:ea typeface="Calibri" pitchFamily="34" charset="-122"/>
                <a:cs typeface="Calibri" pitchFamily="34" charset="-120"/>
              </a:rPr>
              <a:t>Automated segmentation from SAP MARA/MSEG. Refreshed weekly on Fabric. Drives replenishment policy per SKU tier.</a:t>
            </a:r>
            <a:endParaRPr lang="en-US" dirty="0"/>
          </a:p>
        </p:txBody>
      </p:sp>
      <p:sp>
        <p:nvSpPr>
          <p:cNvPr id="50" name="Shape 13">
            <a:extLst>
              <a:ext uri="{FF2B5EF4-FFF2-40B4-BE49-F238E27FC236}">
                <a16:creationId xmlns:a16="http://schemas.microsoft.com/office/drawing/2014/main" id="{54B0E76A-BF7A-A880-B58A-234A85C035C4}"/>
              </a:ext>
            </a:extLst>
          </p:cNvPr>
          <p:cNvSpPr/>
          <p:nvPr/>
        </p:nvSpPr>
        <p:spPr>
          <a:xfrm>
            <a:off x="426720" y="3474720"/>
            <a:ext cx="5515084" cy="1222159"/>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51" name="Shape 14">
            <a:extLst>
              <a:ext uri="{FF2B5EF4-FFF2-40B4-BE49-F238E27FC236}">
                <a16:creationId xmlns:a16="http://schemas.microsoft.com/office/drawing/2014/main" id="{64D3C7A2-345C-BB32-E978-4AA7ED86F639}"/>
              </a:ext>
            </a:extLst>
          </p:cNvPr>
          <p:cNvSpPr/>
          <p:nvPr/>
        </p:nvSpPr>
        <p:spPr>
          <a:xfrm>
            <a:off x="426720" y="3474720"/>
            <a:ext cx="5515084" cy="48886"/>
          </a:xfrm>
          <a:prstGeom prst="rect">
            <a:avLst/>
          </a:prstGeom>
          <a:solidFill>
            <a:srgbClr val="00B294"/>
          </a:solidFill>
          <a:ln w="12700">
            <a:solidFill>
              <a:srgbClr val="00B294"/>
            </a:solidFill>
            <a:prstDash val="solid"/>
          </a:ln>
        </p:spPr>
        <p:txBody>
          <a:bodyPr/>
          <a:lstStyle/>
          <a:p>
            <a:endParaRPr lang="en-IN" sz="1867"/>
          </a:p>
        </p:txBody>
      </p:sp>
      <p:pic>
        <p:nvPicPr>
          <p:cNvPr id="52" name="Image 2" descr="preencoded.png">
            <a:extLst>
              <a:ext uri="{FF2B5EF4-FFF2-40B4-BE49-F238E27FC236}">
                <a16:creationId xmlns:a16="http://schemas.microsoft.com/office/drawing/2014/main" id="{8D4EADAD-DE1F-9709-0107-0916DDA348ED}"/>
              </a:ext>
            </a:extLst>
          </p:cNvPr>
          <p:cNvPicPr>
            <a:picLocks noChangeAspect="1"/>
          </p:cNvPicPr>
          <p:nvPr/>
        </p:nvPicPr>
        <p:blipFill>
          <a:blip r:embed="rId4"/>
          <a:stretch>
            <a:fillRect/>
          </a:stretch>
        </p:blipFill>
        <p:spPr>
          <a:xfrm>
            <a:off x="609600" y="3530391"/>
            <a:ext cx="545448" cy="545448"/>
          </a:xfrm>
          <a:prstGeom prst="rect">
            <a:avLst/>
          </a:prstGeom>
        </p:spPr>
      </p:pic>
      <p:sp>
        <p:nvSpPr>
          <p:cNvPr id="53" name="Text 15">
            <a:extLst>
              <a:ext uri="{FF2B5EF4-FFF2-40B4-BE49-F238E27FC236}">
                <a16:creationId xmlns:a16="http://schemas.microsoft.com/office/drawing/2014/main" id="{303BAAC4-A259-B076-0ABD-BAF013D21077}"/>
              </a:ext>
            </a:extLst>
          </p:cNvPr>
          <p:cNvSpPr/>
          <p:nvPr/>
        </p:nvSpPr>
        <p:spPr>
          <a:xfrm>
            <a:off x="1341120" y="3694176"/>
            <a:ext cx="4363583" cy="285170"/>
          </a:xfrm>
          <a:prstGeom prst="rect">
            <a:avLst/>
          </a:prstGeom>
          <a:noFill/>
          <a:ln/>
        </p:spPr>
        <p:txBody>
          <a:bodyPr wrap="square" lIns="0" tIns="0" rIns="0" bIns="0" rtlCol="0" anchor="ctr"/>
          <a:lstStyle/>
          <a:p>
            <a:r>
              <a:rPr lang="en-US" sz="1600" b="1" dirty="0">
                <a:solidFill>
                  <a:srgbClr val="00B294"/>
                </a:solidFill>
                <a:ea typeface="Calibri" pitchFamily="34" charset="-122"/>
                <a:cs typeface="Calibri" pitchFamily="34" charset="-120"/>
              </a:rPr>
              <a:t>Replenishment Triggers</a:t>
            </a:r>
            <a:endParaRPr lang="en-US" sz="1600" dirty="0"/>
          </a:p>
        </p:txBody>
      </p:sp>
      <p:sp>
        <p:nvSpPr>
          <p:cNvPr id="54" name="Text 16">
            <a:extLst>
              <a:ext uri="{FF2B5EF4-FFF2-40B4-BE49-F238E27FC236}">
                <a16:creationId xmlns:a16="http://schemas.microsoft.com/office/drawing/2014/main" id="{0AC18F27-9505-8674-7244-F6E73C1DA888}"/>
              </a:ext>
            </a:extLst>
          </p:cNvPr>
          <p:cNvSpPr/>
          <p:nvPr/>
        </p:nvSpPr>
        <p:spPr>
          <a:xfrm>
            <a:off x="578433" y="4115044"/>
            <a:ext cx="5090847" cy="529602"/>
          </a:xfrm>
          <a:prstGeom prst="rect">
            <a:avLst/>
          </a:prstGeom>
          <a:noFill/>
          <a:ln/>
        </p:spPr>
        <p:txBody>
          <a:bodyPr wrap="square" lIns="0" tIns="0" rIns="0" bIns="0" rtlCol="0" anchor="ctr"/>
          <a:lstStyle/>
          <a:p>
            <a:r>
              <a:rPr lang="en-US" dirty="0">
                <a:solidFill>
                  <a:srgbClr val="B8CFE8"/>
                </a:solidFill>
                <a:ea typeface="Calibri" pitchFamily="34" charset="-122"/>
                <a:cs typeface="Calibri" pitchFamily="34" charset="-120"/>
              </a:rPr>
              <a:t>Real-time reorder point monitoring. Auto-generates SAP PR/PO via RFC when stock falls below dynamic ROP.</a:t>
            </a:r>
            <a:endParaRPr lang="en-US" dirty="0"/>
          </a:p>
        </p:txBody>
      </p:sp>
      <p:sp>
        <p:nvSpPr>
          <p:cNvPr id="55" name="Shape 17">
            <a:extLst>
              <a:ext uri="{FF2B5EF4-FFF2-40B4-BE49-F238E27FC236}">
                <a16:creationId xmlns:a16="http://schemas.microsoft.com/office/drawing/2014/main" id="{8600F9B9-2697-2170-02F0-4CF2EF1FBEBC}"/>
              </a:ext>
            </a:extLst>
          </p:cNvPr>
          <p:cNvSpPr/>
          <p:nvPr/>
        </p:nvSpPr>
        <p:spPr>
          <a:xfrm>
            <a:off x="6339840" y="3474720"/>
            <a:ext cx="5515084" cy="1222159"/>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56" name="Shape 18">
            <a:extLst>
              <a:ext uri="{FF2B5EF4-FFF2-40B4-BE49-F238E27FC236}">
                <a16:creationId xmlns:a16="http://schemas.microsoft.com/office/drawing/2014/main" id="{0ECF1050-281B-4AD2-88BF-38449F2296B5}"/>
              </a:ext>
            </a:extLst>
          </p:cNvPr>
          <p:cNvSpPr/>
          <p:nvPr/>
        </p:nvSpPr>
        <p:spPr>
          <a:xfrm>
            <a:off x="6339840" y="3474720"/>
            <a:ext cx="5515084" cy="48886"/>
          </a:xfrm>
          <a:prstGeom prst="rect">
            <a:avLst/>
          </a:prstGeom>
          <a:solidFill>
            <a:srgbClr val="0078D4"/>
          </a:solidFill>
          <a:ln w="12700">
            <a:solidFill>
              <a:srgbClr val="0078D4"/>
            </a:solidFill>
            <a:prstDash val="solid"/>
          </a:ln>
        </p:spPr>
        <p:txBody>
          <a:bodyPr/>
          <a:lstStyle/>
          <a:p>
            <a:endParaRPr lang="en-IN" sz="1867"/>
          </a:p>
        </p:txBody>
      </p:sp>
      <p:pic>
        <p:nvPicPr>
          <p:cNvPr id="57" name="Image 3" descr="preencoded.png">
            <a:extLst>
              <a:ext uri="{FF2B5EF4-FFF2-40B4-BE49-F238E27FC236}">
                <a16:creationId xmlns:a16="http://schemas.microsoft.com/office/drawing/2014/main" id="{6641D6D5-F86A-9C27-4FF3-450E3445C448}"/>
              </a:ext>
            </a:extLst>
          </p:cNvPr>
          <p:cNvPicPr>
            <a:picLocks noChangeAspect="1"/>
          </p:cNvPicPr>
          <p:nvPr/>
        </p:nvPicPr>
        <p:blipFill>
          <a:blip r:embed="rId5"/>
          <a:stretch>
            <a:fillRect/>
          </a:stretch>
        </p:blipFill>
        <p:spPr>
          <a:xfrm>
            <a:off x="6541582" y="3540351"/>
            <a:ext cx="545448" cy="545448"/>
          </a:xfrm>
          <a:prstGeom prst="rect">
            <a:avLst/>
          </a:prstGeom>
        </p:spPr>
      </p:pic>
      <p:sp>
        <p:nvSpPr>
          <p:cNvPr id="58" name="Text 19">
            <a:extLst>
              <a:ext uri="{FF2B5EF4-FFF2-40B4-BE49-F238E27FC236}">
                <a16:creationId xmlns:a16="http://schemas.microsoft.com/office/drawing/2014/main" id="{DBBE5CEA-ACCB-A4F8-9DD5-60E7A1FFBE9F}"/>
              </a:ext>
            </a:extLst>
          </p:cNvPr>
          <p:cNvSpPr/>
          <p:nvPr/>
        </p:nvSpPr>
        <p:spPr>
          <a:xfrm>
            <a:off x="7254240" y="3694176"/>
            <a:ext cx="4363583" cy="285170"/>
          </a:xfrm>
          <a:prstGeom prst="rect">
            <a:avLst/>
          </a:prstGeom>
          <a:noFill/>
          <a:ln/>
        </p:spPr>
        <p:txBody>
          <a:bodyPr wrap="square" lIns="0" tIns="0" rIns="0" bIns="0" rtlCol="0" anchor="ctr"/>
          <a:lstStyle/>
          <a:p>
            <a:r>
              <a:rPr lang="en-US" sz="1600" b="1" dirty="0">
                <a:solidFill>
                  <a:srgbClr val="0078D4"/>
                </a:solidFill>
                <a:ea typeface="Calibri" pitchFamily="34" charset="-122"/>
                <a:cs typeface="Calibri" pitchFamily="34" charset="-120"/>
              </a:rPr>
              <a:t>Inter-Depot Balancing</a:t>
            </a:r>
            <a:endParaRPr lang="en-US" sz="1600" dirty="0"/>
          </a:p>
        </p:txBody>
      </p:sp>
      <p:sp>
        <p:nvSpPr>
          <p:cNvPr id="59" name="Text 20">
            <a:extLst>
              <a:ext uri="{FF2B5EF4-FFF2-40B4-BE49-F238E27FC236}">
                <a16:creationId xmlns:a16="http://schemas.microsoft.com/office/drawing/2014/main" id="{4160D965-64B4-345A-91B0-79917A40C0DF}"/>
              </a:ext>
            </a:extLst>
          </p:cNvPr>
          <p:cNvSpPr/>
          <p:nvPr/>
        </p:nvSpPr>
        <p:spPr>
          <a:xfrm>
            <a:off x="6522718" y="4090692"/>
            <a:ext cx="5090847" cy="529602"/>
          </a:xfrm>
          <a:prstGeom prst="rect">
            <a:avLst/>
          </a:prstGeom>
          <a:noFill/>
          <a:ln/>
        </p:spPr>
        <p:txBody>
          <a:bodyPr wrap="square" lIns="0" tIns="0" rIns="0" bIns="0" rtlCol="0" anchor="ctr"/>
          <a:lstStyle/>
          <a:p>
            <a:r>
              <a:rPr lang="en-US" dirty="0">
                <a:solidFill>
                  <a:srgbClr val="B8CFE8"/>
                </a:solidFill>
                <a:ea typeface="Calibri" pitchFamily="34" charset="-122"/>
                <a:cs typeface="Calibri" pitchFamily="34" charset="-120"/>
              </a:rPr>
              <a:t>AI recommends stock transfers between depots to avoid regional imbalances. OR-Tools solver runs nightly on Azure.</a:t>
            </a:r>
            <a:endParaRPr lang="en-US" dirty="0"/>
          </a:p>
        </p:txBody>
      </p:sp>
      <p:sp>
        <p:nvSpPr>
          <p:cNvPr id="60" name="Shape 21">
            <a:extLst>
              <a:ext uri="{FF2B5EF4-FFF2-40B4-BE49-F238E27FC236}">
                <a16:creationId xmlns:a16="http://schemas.microsoft.com/office/drawing/2014/main" id="{60F67134-A06D-05E6-0E37-80C313CB6444}"/>
              </a:ext>
            </a:extLst>
          </p:cNvPr>
          <p:cNvSpPr/>
          <p:nvPr/>
        </p:nvSpPr>
        <p:spPr>
          <a:xfrm>
            <a:off x="426720" y="5669280"/>
            <a:ext cx="11272590" cy="627375"/>
          </a:xfrm>
          <a:prstGeom prst="rect">
            <a:avLst/>
          </a:prstGeom>
          <a:solidFill>
            <a:srgbClr val="162845"/>
          </a:solidFill>
          <a:ln w="12700">
            <a:solidFill>
              <a:srgbClr val="162845"/>
            </a:solidFill>
            <a:prstDash val="solid"/>
          </a:ln>
          <a:effectLst>
            <a:outerShdw blurRad="152400" dist="38100" dir="8100000" algn="bl" rotWithShape="0">
              <a:srgbClr val="000000">
                <a:alpha val="25000"/>
              </a:srgbClr>
            </a:outerShdw>
          </a:effectLst>
        </p:spPr>
        <p:txBody>
          <a:bodyPr/>
          <a:lstStyle/>
          <a:p>
            <a:endParaRPr lang="en-IN" sz="1867"/>
          </a:p>
        </p:txBody>
      </p:sp>
      <p:sp>
        <p:nvSpPr>
          <p:cNvPr id="61" name="Shape 22">
            <a:extLst>
              <a:ext uri="{FF2B5EF4-FFF2-40B4-BE49-F238E27FC236}">
                <a16:creationId xmlns:a16="http://schemas.microsoft.com/office/drawing/2014/main" id="{2981F59A-2D87-8CF4-508E-CFD00B0C7B58}"/>
              </a:ext>
            </a:extLst>
          </p:cNvPr>
          <p:cNvSpPr/>
          <p:nvPr/>
        </p:nvSpPr>
        <p:spPr>
          <a:xfrm>
            <a:off x="426720" y="5669280"/>
            <a:ext cx="11272590" cy="48886"/>
          </a:xfrm>
          <a:prstGeom prst="rect">
            <a:avLst/>
          </a:prstGeom>
          <a:solidFill>
            <a:srgbClr val="FFB900"/>
          </a:solidFill>
          <a:ln w="12700">
            <a:solidFill>
              <a:srgbClr val="FFB900"/>
            </a:solidFill>
            <a:prstDash val="solid"/>
          </a:ln>
        </p:spPr>
        <p:txBody>
          <a:bodyPr/>
          <a:lstStyle/>
          <a:p>
            <a:endParaRPr lang="en-IN" sz="1867"/>
          </a:p>
        </p:txBody>
      </p:sp>
      <p:pic>
        <p:nvPicPr>
          <p:cNvPr id="62" name="Image 4" descr="preencoded.png">
            <a:extLst>
              <a:ext uri="{FF2B5EF4-FFF2-40B4-BE49-F238E27FC236}">
                <a16:creationId xmlns:a16="http://schemas.microsoft.com/office/drawing/2014/main" id="{5039196B-8DD3-C8C2-DF73-72661A069162}"/>
              </a:ext>
            </a:extLst>
          </p:cNvPr>
          <p:cNvPicPr>
            <a:picLocks noChangeAspect="1"/>
          </p:cNvPicPr>
          <p:nvPr/>
        </p:nvPicPr>
        <p:blipFill>
          <a:blip r:embed="rId6"/>
          <a:stretch>
            <a:fillRect/>
          </a:stretch>
        </p:blipFill>
        <p:spPr>
          <a:xfrm>
            <a:off x="609600" y="5815584"/>
            <a:ext cx="460600" cy="460600"/>
          </a:xfrm>
          <a:prstGeom prst="rect">
            <a:avLst/>
          </a:prstGeom>
        </p:spPr>
      </p:pic>
      <p:sp>
        <p:nvSpPr>
          <p:cNvPr id="63" name="Text 23">
            <a:extLst>
              <a:ext uri="{FF2B5EF4-FFF2-40B4-BE49-F238E27FC236}">
                <a16:creationId xmlns:a16="http://schemas.microsoft.com/office/drawing/2014/main" id="{010B7016-9C98-DC43-345B-2B70620CFF4F}"/>
              </a:ext>
            </a:extLst>
          </p:cNvPr>
          <p:cNvSpPr/>
          <p:nvPr/>
        </p:nvSpPr>
        <p:spPr>
          <a:xfrm>
            <a:off x="1219200" y="5791200"/>
            <a:ext cx="1818160" cy="244432"/>
          </a:xfrm>
          <a:prstGeom prst="rect">
            <a:avLst/>
          </a:prstGeom>
          <a:noFill/>
          <a:ln/>
        </p:spPr>
        <p:txBody>
          <a:bodyPr wrap="square" lIns="0" tIns="0" rIns="0" bIns="0" rtlCol="0" anchor="ctr"/>
          <a:lstStyle/>
          <a:p>
            <a:r>
              <a:rPr lang="en-US" sz="1467" b="1" dirty="0">
                <a:solidFill>
                  <a:srgbClr val="FFB900"/>
                </a:solidFill>
                <a:ea typeface="Calibri" pitchFamily="34" charset="-122"/>
                <a:cs typeface="Calibri" pitchFamily="34" charset="-120"/>
              </a:rPr>
              <a:t>Inventory Agent:</a:t>
            </a:r>
            <a:endParaRPr lang="en-US" sz="1467" dirty="0"/>
          </a:p>
        </p:txBody>
      </p:sp>
      <p:sp>
        <p:nvSpPr>
          <p:cNvPr id="64" name="Text 24">
            <a:extLst>
              <a:ext uri="{FF2B5EF4-FFF2-40B4-BE49-F238E27FC236}">
                <a16:creationId xmlns:a16="http://schemas.microsoft.com/office/drawing/2014/main" id="{8AB5BFA1-6716-49E1-36D4-C5597DFFE2FE}"/>
              </a:ext>
            </a:extLst>
          </p:cNvPr>
          <p:cNvSpPr/>
          <p:nvPr/>
        </p:nvSpPr>
        <p:spPr>
          <a:xfrm>
            <a:off x="3108960" y="5815584"/>
            <a:ext cx="8363535" cy="448125"/>
          </a:xfrm>
          <a:prstGeom prst="rect">
            <a:avLst/>
          </a:prstGeom>
          <a:noFill/>
          <a:ln/>
        </p:spPr>
        <p:txBody>
          <a:bodyPr wrap="square" lIns="0" tIns="0" rIns="0" bIns="0" rtlCol="0" anchor="ctr"/>
          <a:lstStyle/>
          <a:p>
            <a:r>
              <a:rPr lang="en-US" dirty="0">
                <a:solidFill>
                  <a:srgbClr val="B8CFE8"/>
                </a:solidFill>
                <a:ea typeface="Calibri" pitchFamily="34" charset="-122"/>
                <a:cs typeface="Calibri" pitchFamily="34" charset="-120"/>
              </a:rPr>
              <a:t>"Which parts risk stockout at Melbourne depot in next 14 days?" · Auto-initiates inter-depot transfer request · Sends WhatsApp alert to warehouse manager</a:t>
            </a:r>
            <a:endParaRPr lang="en-US" dirty="0"/>
          </a:p>
        </p:txBody>
      </p:sp>
      <p:sp>
        <p:nvSpPr>
          <p:cNvPr id="65" name="Rounded Rectangle 64"/>
          <p:cNvSpPr/>
          <p:nvPr/>
        </p:nvSpPr>
        <p:spPr>
          <a:xfrm>
            <a:off x="10200000" y="350000"/>
            <a:ext cx="1700000" cy="450000"/>
          </a:xfrm>
          <a:prstGeom prst="round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17" b="1">
                <a:solidFill>
                  <a:srgbClr val="0A1628"/>
                </a:solidFill>
              </a:rPr>
              <a:t>LIVE DEMO</a:t>
            </a:r>
          </a:p>
        </p:txBody>
      </p:sp>
    </p:spTree>
    <p:extLst>
      <p:ext uri="{BB962C8B-B14F-4D97-AF65-F5344CB8AC3E}">
        <p14:creationId xmlns:p14="http://schemas.microsoft.com/office/powerpoint/2010/main" val="2862785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E1505-8990-84D1-B1F1-D5D44982A9D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EF1ED3D-1A0B-9BDA-E8EF-F1409302B136}"/>
              </a:ext>
            </a:extLst>
          </p:cNvPr>
          <p:cNvSpPr>
            <a:spLocks noGrp="1"/>
          </p:cNvSpPr>
          <p:nvPr>
            <p:ph type="ftr" sz="quarter" idx="3"/>
          </p:nvPr>
        </p:nvSpPr>
        <p:spPr/>
        <p:txBody>
          <a:bodyPr/>
          <a:lstStyle/>
          <a:p>
            <a:r>
              <a:rPr lang="en-US"/>
              <a:t>© </a:t>
            </a:r>
            <a:fld id="{BD10386A-F078-491A-8D58-536D4066CAE5}" type="datetimeyyyy">
              <a:rPr lang="en-US" smtClean="0"/>
              <a:pPr/>
              <a:t>2026</a:t>
            </a:fld>
            <a:r>
              <a:rPr lang="en-US"/>
              <a:t> NTT DATA Business Solutions</a:t>
            </a:r>
          </a:p>
        </p:txBody>
      </p:sp>
      <p:sp>
        <p:nvSpPr>
          <p:cNvPr id="4" name="Slide Number Placeholder 3">
            <a:extLst>
              <a:ext uri="{FF2B5EF4-FFF2-40B4-BE49-F238E27FC236}">
                <a16:creationId xmlns:a16="http://schemas.microsoft.com/office/drawing/2014/main" id="{61A79BCA-84D5-C106-93C9-F9893E363E13}"/>
              </a:ext>
            </a:extLst>
          </p:cNvPr>
          <p:cNvSpPr>
            <a:spLocks noGrp="1"/>
          </p:cNvSpPr>
          <p:nvPr>
            <p:ph type="sldNum" sz="quarter" idx="4"/>
          </p:nvPr>
        </p:nvSpPr>
        <p:spPr/>
        <p:txBody>
          <a:bodyPr/>
          <a:lstStyle/>
          <a:p>
            <a:fld id="{13CE6DAF-806F-404B-BC68-339BFCB57E5C}" type="slidenum">
              <a:rPr lang="en-US" smtClean="0"/>
              <a:pPr/>
              <a:t>7</a:t>
            </a:fld>
            <a:endParaRPr lang="en-US"/>
          </a:p>
        </p:txBody>
      </p:sp>
      <p:sp>
        <p:nvSpPr>
          <p:cNvPr id="5" name="Shape 0">
            <a:extLst>
              <a:ext uri="{FF2B5EF4-FFF2-40B4-BE49-F238E27FC236}">
                <a16:creationId xmlns:a16="http://schemas.microsoft.com/office/drawing/2014/main" id="{A860A8C5-A0C6-7DE7-BB6F-AEB90F9FADC7}"/>
              </a:ext>
            </a:extLst>
          </p:cNvPr>
          <p:cNvSpPr/>
          <p:nvPr/>
        </p:nvSpPr>
        <p:spPr>
          <a:xfrm>
            <a:off x="0" y="0"/>
            <a:ext cx="12192000" cy="73152"/>
          </a:xfrm>
          <a:prstGeom prst="rect">
            <a:avLst/>
          </a:prstGeom>
          <a:solidFill>
            <a:srgbClr val="00B294"/>
          </a:solidFill>
          <a:ln w="12700">
            <a:solidFill>
              <a:srgbClr val="00B294"/>
            </a:solidFill>
            <a:prstDash val="solid"/>
          </a:ln>
        </p:spPr>
        <p:txBody>
          <a:bodyPr/>
          <a:lstStyle/>
          <a:p>
            <a:endParaRPr lang="en-IN" sz="1867"/>
          </a:p>
        </p:txBody>
      </p:sp>
      <p:sp>
        <p:nvSpPr>
          <p:cNvPr id="6" name="Shape 1">
            <a:extLst>
              <a:ext uri="{FF2B5EF4-FFF2-40B4-BE49-F238E27FC236}">
                <a16:creationId xmlns:a16="http://schemas.microsoft.com/office/drawing/2014/main" id="{270D7E66-71DE-C09F-FF49-20A6F92E0960}"/>
              </a:ext>
            </a:extLst>
          </p:cNvPr>
          <p:cNvSpPr/>
          <p:nvPr/>
        </p:nvSpPr>
        <p:spPr>
          <a:xfrm>
            <a:off x="426720" y="268224"/>
            <a:ext cx="853440" cy="853440"/>
          </a:xfrm>
          <a:prstGeom prst="ellipse">
            <a:avLst/>
          </a:prstGeom>
          <a:solidFill>
            <a:srgbClr val="00B294"/>
          </a:solidFill>
          <a:ln w="12700">
            <a:solidFill>
              <a:srgbClr val="00B294"/>
            </a:solidFill>
            <a:prstDash val="solid"/>
          </a:ln>
        </p:spPr>
        <p:txBody>
          <a:bodyPr/>
          <a:lstStyle/>
          <a:p>
            <a:endParaRPr lang="en-IN" sz="1867"/>
          </a:p>
        </p:txBody>
      </p:sp>
      <p:sp>
        <p:nvSpPr>
          <p:cNvPr id="7" name="Text 2">
            <a:extLst>
              <a:ext uri="{FF2B5EF4-FFF2-40B4-BE49-F238E27FC236}">
                <a16:creationId xmlns:a16="http://schemas.microsoft.com/office/drawing/2014/main" id="{65CC0B70-19C9-4929-0CE5-7532A4C306FD}"/>
              </a:ext>
            </a:extLst>
          </p:cNvPr>
          <p:cNvSpPr/>
          <p:nvPr/>
        </p:nvSpPr>
        <p:spPr>
          <a:xfrm>
            <a:off x="426720" y="268224"/>
            <a:ext cx="853440" cy="853440"/>
          </a:xfrm>
          <a:prstGeom prst="rect">
            <a:avLst/>
          </a:prstGeom>
          <a:noFill/>
          <a:ln/>
        </p:spPr>
        <p:txBody>
          <a:bodyPr wrap="square" lIns="0" tIns="0" rIns="0" bIns="0" rtlCol="0" anchor="ctr"/>
          <a:lstStyle/>
          <a:p>
            <a:pPr algn="ctr"/>
            <a:r>
              <a:rPr lang="en-US" sz="2400" b="1" dirty="0">
                <a:solidFill>
                  <a:srgbClr val="FFFFFF"/>
                </a:solidFill>
                <a:ea typeface="Calibri" pitchFamily="34" charset="-122"/>
                <a:cs typeface="Calibri" pitchFamily="34" charset="-120"/>
              </a:rPr>
              <a:t>03</a:t>
            </a:r>
            <a:endParaRPr lang="en-US" sz="2400" dirty="0"/>
          </a:p>
        </p:txBody>
      </p:sp>
      <p:sp>
        <p:nvSpPr>
          <p:cNvPr id="8" name="Text 3">
            <a:extLst>
              <a:ext uri="{FF2B5EF4-FFF2-40B4-BE49-F238E27FC236}">
                <a16:creationId xmlns:a16="http://schemas.microsoft.com/office/drawing/2014/main" id="{71EF54CB-F2B9-92C7-3C39-067718DEBDB4}"/>
              </a:ext>
            </a:extLst>
          </p:cNvPr>
          <p:cNvSpPr/>
          <p:nvPr/>
        </p:nvSpPr>
        <p:spPr>
          <a:xfrm>
            <a:off x="1463040" y="304800"/>
            <a:ext cx="9753600" cy="548640"/>
          </a:xfrm>
          <a:prstGeom prst="rect">
            <a:avLst/>
          </a:prstGeom>
          <a:noFill/>
          <a:ln/>
        </p:spPr>
        <p:txBody>
          <a:bodyPr wrap="square" lIns="0" tIns="0" rIns="0" bIns="0" rtlCol="0" anchor="ctr"/>
          <a:lstStyle/>
          <a:p>
            <a:r>
              <a:rPr lang="en-US" sz="3467" b="1" dirty="0">
                <a:solidFill>
                  <a:srgbClr val="FFFFFF"/>
                </a:solidFill>
                <a:latin typeface="+mj-lt"/>
                <a:ea typeface="Calibri" pitchFamily="34" charset="-122"/>
                <a:cs typeface="Calibri" pitchFamily="34" charset="-120"/>
              </a:rPr>
              <a:t>Supply Planning</a:t>
            </a:r>
            <a:endParaRPr lang="en-US" sz="3467" dirty="0">
              <a:latin typeface="+mj-lt"/>
            </a:endParaRPr>
          </a:p>
        </p:txBody>
      </p:sp>
      <p:sp>
        <p:nvSpPr>
          <p:cNvPr id="9" name="Text 4">
            <a:extLst>
              <a:ext uri="{FF2B5EF4-FFF2-40B4-BE49-F238E27FC236}">
                <a16:creationId xmlns:a16="http://schemas.microsoft.com/office/drawing/2014/main" id="{E2919965-0CAB-F419-CF84-3CEC5461C207}"/>
              </a:ext>
            </a:extLst>
          </p:cNvPr>
          <p:cNvSpPr/>
          <p:nvPr/>
        </p:nvSpPr>
        <p:spPr>
          <a:xfrm>
            <a:off x="1463040" y="853440"/>
            <a:ext cx="9753600" cy="365760"/>
          </a:xfrm>
          <a:prstGeom prst="rect">
            <a:avLst/>
          </a:prstGeom>
          <a:noFill/>
          <a:ln/>
        </p:spPr>
        <p:txBody>
          <a:bodyPr wrap="square" lIns="0" tIns="0" rIns="0" bIns="0" rtlCol="0" anchor="ctr"/>
          <a:lstStyle/>
          <a:p>
            <a:r>
              <a:rPr lang="en-US" sz="1667" dirty="0">
                <a:solidFill>
                  <a:srgbClr val="B8CFE8"/>
                </a:solidFill>
                <a:ea typeface="Calibri" pitchFamily="34" charset="-122"/>
                <a:cs typeface="Calibri" pitchFamily="34" charset="-120"/>
              </a:rPr>
              <a:t>Adjust procurement and logistics dynamically based on AI-predicted demand signals</a:t>
            </a:r>
            <a:endParaRPr lang="en-US" sz="1667" dirty="0"/>
          </a:p>
        </p:txBody>
      </p:sp>
      <p:sp>
        <p:nvSpPr>
          <p:cNvPr id="10" name="Text 5">
            <a:extLst>
              <a:ext uri="{FF2B5EF4-FFF2-40B4-BE49-F238E27FC236}">
                <a16:creationId xmlns:a16="http://schemas.microsoft.com/office/drawing/2014/main" id="{0F1294B3-22E2-1231-02AA-E7302AFA881B}"/>
              </a:ext>
            </a:extLst>
          </p:cNvPr>
          <p:cNvSpPr/>
          <p:nvPr/>
        </p:nvSpPr>
        <p:spPr>
          <a:xfrm>
            <a:off x="426720" y="1365504"/>
            <a:ext cx="11338560" cy="426720"/>
          </a:xfrm>
          <a:prstGeom prst="rect">
            <a:avLst/>
          </a:prstGeom>
          <a:noFill/>
          <a:ln/>
        </p:spPr>
        <p:txBody>
          <a:bodyPr wrap="square" lIns="0" tIns="0" rIns="0" bIns="0" rtlCol="0" anchor="ctr"/>
          <a:lstStyle/>
          <a:p>
            <a:r>
              <a:rPr lang="en-US" sz="1800" b="1" dirty="0">
                <a:solidFill>
                  <a:srgbClr val="00B294"/>
                </a:solidFill>
                <a:ea typeface="Calibri" pitchFamily="34" charset="-122"/>
                <a:cs typeface="Calibri" pitchFamily="34" charset="-120"/>
              </a:rPr>
              <a:t>AI-Driven S&amp;OP Process Flow</a:t>
            </a:r>
            <a:endParaRPr lang="en-US" sz="1800" dirty="0"/>
          </a:p>
        </p:txBody>
      </p:sp>
      <p:sp>
        <p:nvSpPr>
          <p:cNvPr id="11" name="Shape 6">
            <a:extLst>
              <a:ext uri="{FF2B5EF4-FFF2-40B4-BE49-F238E27FC236}">
                <a16:creationId xmlns:a16="http://schemas.microsoft.com/office/drawing/2014/main" id="{B6F95C23-7821-C456-56F0-A07FFB05C871}"/>
              </a:ext>
            </a:extLst>
          </p:cNvPr>
          <p:cNvSpPr/>
          <p:nvPr/>
        </p:nvSpPr>
        <p:spPr>
          <a:xfrm>
            <a:off x="426720" y="1950720"/>
            <a:ext cx="2072640" cy="1524000"/>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12" name="Shape 7">
            <a:extLst>
              <a:ext uri="{FF2B5EF4-FFF2-40B4-BE49-F238E27FC236}">
                <a16:creationId xmlns:a16="http://schemas.microsoft.com/office/drawing/2014/main" id="{E890484B-FDBB-36D7-BAE7-6C0F5A787C79}"/>
              </a:ext>
            </a:extLst>
          </p:cNvPr>
          <p:cNvSpPr/>
          <p:nvPr/>
        </p:nvSpPr>
        <p:spPr>
          <a:xfrm>
            <a:off x="426720" y="1950720"/>
            <a:ext cx="2072640" cy="73152"/>
          </a:xfrm>
          <a:prstGeom prst="rect">
            <a:avLst/>
          </a:prstGeom>
          <a:solidFill>
            <a:srgbClr val="00B294"/>
          </a:solidFill>
          <a:ln w="12700">
            <a:solidFill>
              <a:srgbClr val="00B294"/>
            </a:solidFill>
            <a:prstDash val="solid"/>
          </a:ln>
        </p:spPr>
        <p:txBody>
          <a:bodyPr/>
          <a:lstStyle/>
          <a:p>
            <a:endParaRPr lang="en-IN" sz="1867"/>
          </a:p>
        </p:txBody>
      </p:sp>
      <p:sp>
        <p:nvSpPr>
          <p:cNvPr id="13" name="Text 8">
            <a:extLst>
              <a:ext uri="{FF2B5EF4-FFF2-40B4-BE49-F238E27FC236}">
                <a16:creationId xmlns:a16="http://schemas.microsoft.com/office/drawing/2014/main" id="{C92D8A12-37C7-CEB0-A4BF-9D06786053FB}"/>
              </a:ext>
            </a:extLst>
          </p:cNvPr>
          <p:cNvSpPr/>
          <p:nvPr/>
        </p:nvSpPr>
        <p:spPr>
          <a:xfrm>
            <a:off x="426720" y="2109216"/>
            <a:ext cx="2072640" cy="609600"/>
          </a:xfrm>
          <a:prstGeom prst="rect">
            <a:avLst/>
          </a:prstGeom>
          <a:noFill/>
          <a:ln/>
        </p:spPr>
        <p:txBody>
          <a:bodyPr wrap="square" lIns="0" tIns="0" rIns="0" bIns="0" rtlCol="0" anchor="ctr"/>
          <a:lstStyle/>
          <a:p>
            <a:pPr algn="ctr"/>
            <a:r>
              <a:rPr lang="en-US" sz="1733" b="1" dirty="0">
                <a:solidFill>
                  <a:srgbClr val="00B294"/>
                </a:solidFill>
                <a:ea typeface="Calibri" pitchFamily="34" charset="-122"/>
                <a:cs typeface="Calibri" pitchFamily="34" charset="-120"/>
              </a:rPr>
              <a:t>Demand</a:t>
            </a:r>
            <a:endParaRPr lang="en-US" sz="1733" dirty="0"/>
          </a:p>
          <a:p>
            <a:pPr algn="ctr"/>
            <a:r>
              <a:rPr lang="en-US" sz="1733" b="1" dirty="0">
                <a:solidFill>
                  <a:srgbClr val="00B294"/>
                </a:solidFill>
                <a:ea typeface="Calibri" pitchFamily="34" charset="-122"/>
                <a:cs typeface="Calibri" pitchFamily="34" charset="-120"/>
              </a:rPr>
              <a:t>Signal</a:t>
            </a:r>
            <a:endParaRPr lang="en-US" sz="1733" dirty="0"/>
          </a:p>
        </p:txBody>
      </p:sp>
      <p:sp>
        <p:nvSpPr>
          <p:cNvPr id="14" name="Text 9">
            <a:extLst>
              <a:ext uri="{FF2B5EF4-FFF2-40B4-BE49-F238E27FC236}">
                <a16:creationId xmlns:a16="http://schemas.microsoft.com/office/drawing/2014/main" id="{097E30F5-C34E-66F2-51B2-4C3A34694D5C}"/>
              </a:ext>
            </a:extLst>
          </p:cNvPr>
          <p:cNvSpPr/>
          <p:nvPr/>
        </p:nvSpPr>
        <p:spPr>
          <a:xfrm>
            <a:off x="524256" y="2779776"/>
            <a:ext cx="1889760" cy="609600"/>
          </a:xfrm>
          <a:prstGeom prst="rect">
            <a:avLst/>
          </a:prstGeom>
          <a:noFill/>
          <a:ln/>
        </p:spPr>
        <p:txBody>
          <a:bodyPr wrap="square" lIns="0" tIns="0" rIns="0" bIns="0" rtlCol="0" anchor="ctr"/>
          <a:lstStyle/>
          <a:p>
            <a:pPr algn="ctr"/>
            <a:r>
              <a:rPr lang="en-US" sz="1333" dirty="0">
                <a:solidFill>
                  <a:srgbClr val="B8CFE8"/>
                </a:solidFill>
                <a:ea typeface="Calibri" pitchFamily="34" charset="-122"/>
                <a:cs typeface="Calibri" pitchFamily="34" charset="-120"/>
              </a:rPr>
              <a:t>Forecast output</a:t>
            </a:r>
            <a:endParaRPr lang="en-US" sz="1333" dirty="0"/>
          </a:p>
          <a:p>
            <a:pPr algn="ctr"/>
            <a:r>
              <a:rPr lang="en-US" sz="1333" dirty="0">
                <a:solidFill>
                  <a:srgbClr val="B8CFE8"/>
                </a:solidFill>
                <a:ea typeface="Calibri" pitchFamily="34" charset="-122"/>
                <a:cs typeface="Calibri" pitchFamily="34" charset="-120"/>
              </a:rPr>
              <a:t>from Use Case 01</a:t>
            </a:r>
            <a:endParaRPr lang="en-US" sz="1333" dirty="0"/>
          </a:p>
        </p:txBody>
      </p:sp>
      <p:pic>
        <p:nvPicPr>
          <p:cNvPr id="15" name="Image 0" descr="preencoded.png">
            <a:extLst>
              <a:ext uri="{FF2B5EF4-FFF2-40B4-BE49-F238E27FC236}">
                <a16:creationId xmlns:a16="http://schemas.microsoft.com/office/drawing/2014/main" id="{DE23706F-7365-0973-D2F9-F4E1F1AD1DC1}"/>
              </a:ext>
            </a:extLst>
          </p:cNvPr>
          <p:cNvPicPr>
            <a:picLocks noChangeAspect="1"/>
          </p:cNvPicPr>
          <p:nvPr/>
        </p:nvPicPr>
        <p:blipFill>
          <a:blip r:embed="rId2"/>
          <a:stretch>
            <a:fillRect/>
          </a:stretch>
        </p:blipFill>
        <p:spPr>
          <a:xfrm>
            <a:off x="2523744" y="2560320"/>
            <a:ext cx="243840" cy="243840"/>
          </a:xfrm>
          <a:prstGeom prst="rect">
            <a:avLst/>
          </a:prstGeom>
        </p:spPr>
      </p:pic>
      <p:sp>
        <p:nvSpPr>
          <p:cNvPr id="16" name="Shape 10">
            <a:extLst>
              <a:ext uri="{FF2B5EF4-FFF2-40B4-BE49-F238E27FC236}">
                <a16:creationId xmlns:a16="http://schemas.microsoft.com/office/drawing/2014/main" id="{66164333-01E9-6186-2F41-2937F20FBA8D}"/>
              </a:ext>
            </a:extLst>
          </p:cNvPr>
          <p:cNvSpPr/>
          <p:nvPr/>
        </p:nvSpPr>
        <p:spPr>
          <a:xfrm>
            <a:off x="2743200" y="1950720"/>
            <a:ext cx="2072640" cy="1524000"/>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17" name="Shape 11">
            <a:extLst>
              <a:ext uri="{FF2B5EF4-FFF2-40B4-BE49-F238E27FC236}">
                <a16:creationId xmlns:a16="http://schemas.microsoft.com/office/drawing/2014/main" id="{6A0AB6D9-037F-87B7-DB07-EA890B846B63}"/>
              </a:ext>
            </a:extLst>
          </p:cNvPr>
          <p:cNvSpPr/>
          <p:nvPr/>
        </p:nvSpPr>
        <p:spPr>
          <a:xfrm>
            <a:off x="2743200" y="1950720"/>
            <a:ext cx="2072640" cy="73152"/>
          </a:xfrm>
          <a:prstGeom prst="rect">
            <a:avLst/>
          </a:prstGeom>
          <a:solidFill>
            <a:srgbClr val="00B294"/>
          </a:solidFill>
          <a:ln w="12700">
            <a:solidFill>
              <a:srgbClr val="00B294"/>
            </a:solidFill>
            <a:prstDash val="solid"/>
          </a:ln>
        </p:spPr>
        <p:txBody>
          <a:bodyPr/>
          <a:lstStyle/>
          <a:p>
            <a:endParaRPr lang="en-IN" sz="1867"/>
          </a:p>
        </p:txBody>
      </p:sp>
      <p:sp>
        <p:nvSpPr>
          <p:cNvPr id="18" name="Text 12">
            <a:extLst>
              <a:ext uri="{FF2B5EF4-FFF2-40B4-BE49-F238E27FC236}">
                <a16:creationId xmlns:a16="http://schemas.microsoft.com/office/drawing/2014/main" id="{7BBF57A5-6063-BBFA-E1DA-F75B70A6C392}"/>
              </a:ext>
            </a:extLst>
          </p:cNvPr>
          <p:cNvSpPr/>
          <p:nvPr/>
        </p:nvSpPr>
        <p:spPr>
          <a:xfrm>
            <a:off x="2743200" y="2109216"/>
            <a:ext cx="2072640" cy="609600"/>
          </a:xfrm>
          <a:prstGeom prst="rect">
            <a:avLst/>
          </a:prstGeom>
          <a:noFill/>
          <a:ln/>
        </p:spPr>
        <p:txBody>
          <a:bodyPr wrap="square" lIns="0" tIns="0" rIns="0" bIns="0" rtlCol="0" anchor="ctr"/>
          <a:lstStyle/>
          <a:p>
            <a:pPr algn="ctr"/>
            <a:r>
              <a:rPr lang="en-US" sz="1733" b="1" dirty="0">
                <a:solidFill>
                  <a:srgbClr val="00B294"/>
                </a:solidFill>
                <a:ea typeface="Calibri" pitchFamily="34" charset="-122"/>
                <a:cs typeface="Calibri" pitchFamily="34" charset="-120"/>
              </a:rPr>
              <a:t>Capacity</a:t>
            </a:r>
            <a:endParaRPr lang="en-US" sz="1733" dirty="0"/>
          </a:p>
          <a:p>
            <a:pPr algn="ctr"/>
            <a:r>
              <a:rPr lang="en-US" sz="1733" b="1" dirty="0">
                <a:solidFill>
                  <a:srgbClr val="00B294"/>
                </a:solidFill>
                <a:ea typeface="Calibri" pitchFamily="34" charset="-122"/>
                <a:cs typeface="Calibri" pitchFamily="34" charset="-120"/>
              </a:rPr>
              <a:t>Check</a:t>
            </a:r>
            <a:endParaRPr lang="en-US" sz="1733" dirty="0"/>
          </a:p>
        </p:txBody>
      </p:sp>
      <p:sp>
        <p:nvSpPr>
          <p:cNvPr id="19" name="Text 13">
            <a:extLst>
              <a:ext uri="{FF2B5EF4-FFF2-40B4-BE49-F238E27FC236}">
                <a16:creationId xmlns:a16="http://schemas.microsoft.com/office/drawing/2014/main" id="{C632693F-D898-8D17-DA9B-3D2E33BF7134}"/>
              </a:ext>
            </a:extLst>
          </p:cNvPr>
          <p:cNvSpPr/>
          <p:nvPr/>
        </p:nvSpPr>
        <p:spPr>
          <a:xfrm>
            <a:off x="2840736" y="2779776"/>
            <a:ext cx="1889760" cy="609600"/>
          </a:xfrm>
          <a:prstGeom prst="rect">
            <a:avLst/>
          </a:prstGeom>
          <a:noFill/>
          <a:ln/>
        </p:spPr>
        <p:txBody>
          <a:bodyPr wrap="square" lIns="0" tIns="0" rIns="0" bIns="0" rtlCol="0" anchor="ctr"/>
          <a:lstStyle/>
          <a:p>
            <a:pPr algn="ctr"/>
            <a:r>
              <a:rPr lang="en-US" sz="1333" dirty="0">
                <a:solidFill>
                  <a:srgbClr val="B8CFE8"/>
                </a:solidFill>
                <a:ea typeface="Calibri" pitchFamily="34" charset="-122"/>
                <a:cs typeface="Calibri" pitchFamily="34" charset="-120"/>
              </a:rPr>
              <a:t>SAP PP integration</a:t>
            </a:r>
            <a:endParaRPr lang="en-US" sz="1333" dirty="0"/>
          </a:p>
          <a:p>
            <a:pPr algn="ctr"/>
            <a:r>
              <a:rPr lang="en-US" sz="1333" dirty="0">
                <a:solidFill>
                  <a:srgbClr val="B8CFE8"/>
                </a:solidFill>
                <a:ea typeface="Calibri" pitchFamily="34" charset="-122"/>
                <a:cs typeface="Calibri" pitchFamily="34" charset="-120"/>
              </a:rPr>
              <a:t>work centre loads</a:t>
            </a:r>
            <a:endParaRPr lang="en-US" sz="1333" dirty="0"/>
          </a:p>
        </p:txBody>
      </p:sp>
      <p:pic>
        <p:nvPicPr>
          <p:cNvPr id="20" name="Image 1" descr="preencoded.png">
            <a:extLst>
              <a:ext uri="{FF2B5EF4-FFF2-40B4-BE49-F238E27FC236}">
                <a16:creationId xmlns:a16="http://schemas.microsoft.com/office/drawing/2014/main" id="{EAE71086-42BC-743A-EA09-B8AD5034E4CC}"/>
              </a:ext>
            </a:extLst>
          </p:cNvPr>
          <p:cNvPicPr>
            <a:picLocks noChangeAspect="1"/>
          </p:cNvPicPr>
          <p:nvPr/>
        </p:nvPicPr>
        <p:blipFill>
          <a:blip r:embed="rId2"/>
          <a:stretch>
            <a:fillRect/>
          </a:stretch>
        </p:blipFill>
        <p:spPr>
          <a:xfrm>
            <a:off x="4840224" y="2560320"/>
            <a:ext cx="243840" cy="243840"/>
          </a:xfrm>
          <a:prstGeom prst="rect">
            <a:avLst/>
          </a:prstGeom>
        </p:spPr>
      </p:pic>
      <p:sp>
        <p:nvSpPr>
          <p:cNvPr id="21" name="Shape 14">
            <a:extLst>
              <a:ext uri="{FF2B5EF4-FFF2-40B4-BE49-F238E27FC236}">
                <a16:creationId xmlns:a16="http://schemas.microsoft.com/office/drawing/2014/main" id="{10E46DF2-AD78-1ACF-89B4-2FAD6D6BFBB4}"/>
              </a:ext>
            </a:extLst>
          </p:cNvPr>
          <p:cNvSpPr/>
          <p:nvPr/>
        </p:nvSpPr>
        <p:spPr>
          <a:xfrm>
            <a:off x="5059680" y="1950720"/>
            <a:ext cx="2072640" cy="1524000"/>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22" name="Shape 15">
            <a:extLst>
              <a:ext uri="{FF2B5EF4-FFF2-40B4-BE49-F238E27FC236}">
                <a16:creationId xmlns:a16="http://schemas.microsoft.com/office/drawing/2014/main" id="{74DC7D9C-0A01-6739-8AB4-4A59D43BA8D5}"/>
              </a:ext>
            </a:extLst>
          </p:cNvPr>
          <p:cNvSpPr/>
          <p:nvPr/>
        </p:nvSpPr>
        <p:spPr>
          <a:xfrm>
            <a:off x="5059680" y="1950720"/>
            <a:ext cx="2072640" cy="73152"/>
          </a:xfrm>
          <a:prstGeom prst="rect">
            <a:avLst/>
          </a:prstGeom>
          <a:solidFill>
            <a:srgbClr val="00B294"/>
          </a:solidFill>
          <a:ln w="12700">
            <a:solidFill>
              <a:srgbClr val="00B294"/>
            </a:solidFill>
            <a:prstDash val="solid"/>
          </a:ln>
        </p:spPr>
        <p:txBody>
          <a:bodyPr/>
          <a:lstStyle/>
          <a:p>
            <a:endParaRPr lang="en-IN" sz="1867"/>
          </a:p>
        </p:txBody>
      </p:sp>
      <p:sp>
        <p:nvSpPr>
          <p:cNvPr id="23" name="Text 16">
            <a:extLst>
              <a:ext uri="{FF2B5EF4-FFF2-40B4-BE49-F238E27FC236}">
                <a16:creationId xmlns:a16="http://schemas.microsoft.com/office/drawing/2014/main" id="{227BC4ED-BD7B-F28D-0380-4F50F8892614}"/>
              </a:ext>
            </a:extLst>
          </p:cNvPr>
          <p:cNvSpPr/>
          <p:nvPr/>
        </p:nvSpPr>
        <p:spPr>
          <a:xfrm>
            <a:off x="5059680" y="2109216"/>
            <a:ext cx="2072640" cy="609600"/>
          </a:xfrm>
          <a:prstGeom prst="rect">
            <a:avLst/>
          </a:prstGeom>
          <a:noFill/>
          <a:ln/>
        </p:spPr>
        <p:txBody>
          <a:bodyPr wrap="square" lIns="0" tIns="0" rIns="0" bIns="0" rtlCol="0" anchor="ctr"/>
          <a:lstStyle/>
          <a:p>
            <a:pPr algn="ctr"/>
            <a:r>
              <a:rPr lang="en-US" sz="1733" b="1" dirty="0">
                <a:solidFill>
                  <a:srgbClr val="00B294"/>
                </a:solidFill>
                <a:ea typeface="Calibri" pitchFamily="34" charset="-122"/>
                <a:cs typeface="Calibri" pitchFamily="34" charset="-120"/>
              </a:rPr>
              <a:t>Supply</a:t>
            </a:r>
            <a:endParaRPr lang="en-US" sz="1733" dirty="0"/>
          </a:p>
          <a:p>
            <a:pPr algn="ctr"/>
            <a:r>
              <a:rPr lang="en-US" sz="1733" b="1" dirty="0">
                <a:solidFill>
                  <a:srgbClr val="00B294"/>
                </a:solidFill>
                <a:ea typeface="Calibri" pitchFamily="34" charset="-122"/>
                <a:cs typeface="Calibri" pitchFamily="34" charset="-120"/>
              </a:rPr>
              <a:t>Gaps</a:t>
            </a:r>
            <a:endParaRPr lang="en-US" sz="1733" dirty="0"/>
          </a:p>
        </p:txBody>
      </p:sp>
      <p:sp>
        <p:nvSpPr>
          <p:cNvPr id="24" name="Text 17">
            <a:extLst>
              <a:ext uri="{FF2B5EF4-FFF2-40B4-BE49-F238E27FC236}">
                <a16:creationId xmlns:a16="http://schemas.microsoft.com/office/drawing/2014/main" id="{3658C656-BEE5-4A22-11B0-4C2C45C3CF6D}"/>
              </a:ext>
            </a:extLst>
          </p:cNvPr>
          <p:cNvSpPr/>
          <p:nvPr/>
        </p:nvSpPr>
        <p:spPr>
          <a:xfrm>
            <a:off x="5157216" y="2779776"/>
            <a:ext cx="1889760" cy="609600"/>
          </a:xfrm>
          <a:prstGeom prst="rect">
            <a:avLst/>
          </a:prstGeom>
          <a:noFill/>
          <a:ln/>
        </p:spPr>
        <p:txBody>
          <a:bodyPr wrap="square" lIns="0" tIns="0" rIns="0" bIns="0" rtlCol="0" anchor="ctr"/>
          <a:lstStyle/>
          <a:p>
            <a:pPr algn="ctr"/>
            <a:r>
              <a:rPr lang="en-US" sz="1333" dirty="0">
                <a:solidFill>
                  <a:srgbClr val="B8CFE8"/>
                </a:solidFill>
                <a:ea typeface="Calibri" pitchFamily="34" charset="-122"/>
                <a:cs typeface="Calibri" pitchFamily="34" charset="-120"/>
              </a:rPr>
              <a:t>ML detects under-</a:t>
            </a:r>
            <a:endParaRPr lang="en-US" sz="1333" dirty="0"/>
          </a:p>
          <a:p>
            <a:pPr algn="ctr"/>
            <a:r>
              <a:rPr lang="en-US" sz="1333" dirty="0">
                <a:solidFill>
                  <a:srgbClr val="B8CFE8"/>
                </a:solidFill>
                <a:ea typeface="Calibri" pitchFamily="34" charset="-122"/>
                <a:cs typeface="Calibri" pitchFamily="34" charset="-120"/>
              </a:rPr>
              <a:t>supply risk zones</a:t>
            </a:r>
            <a:endParaRPr lang="en-US" sz="1333" dirty="0"/>
          </a:p>
        </p:txBody>
      </p:sp>
      <p:pic>
        <p:nvPicPr>
          <p:cNvPr id="25" name="Image 2" descr="preencoded.png">
            <a:extLst>
              <a:ext uri="{FF2B5EF4-FFF2-40B4-BE49-F238E27FC236}">
                <a16:creationId xmlns:a16="http://schemas.microsoft.com/office/drawing/2014/main" id="{60224FB7-D080-B9F3-95F0-B5C86124A959}"/>
              </a:ext>
            </a:extLst>
          </p:cNvPr>
          <p:cNvPicPr>
            <a:picLocks noChangeAspect="1"/>
          </p:cNvPicPr>
          <p:nvPr/>
        </p:nvPicPr>
        <p:blipFill>
          <a:blip r:embed="rId2"/>
          <a:stretch>
            <a:fillRect/>
          </a:stretch>
        </p:blipFill>
        <p:spPr>
          <a:xfrm>
            <a:off x="7156704" y="2560320"/>
            <a:ext cx="243840" cy="243840"/>
          </a:xfrm>
          <a:prstGeom prst="rect">
            <a:avLst/>
          </a:prstGeom>
        </p:spPr>
      </p:pic>
      <p:sp>
        <p:nvSpPr>
          <p:cNvPr id="26" name="Shape 18">
            <a:extLst>
              <a:ext uri="{FF2B5EF4-FFF2-40B4-BE49-F238E27FC236}">
                <a16:creationId xmlns:a16="http://schemas.microsoft.com/office/drawing/2014/main" id="{566D117B-3F47-A93C-D757-2653A39198DB}"/>
              </a:ext>
            </a:extLst>
          </p:cNvPr>
          <p:cNvSpPr/>
          <p:nvPr/>
        </p:nvSpPr>
        <p:spPr>
          <a:xfrm>
            <a:off x="7376160" y="1950720"/>
            <a:ext cx="2072640" cy="1524000"/>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27" name="Shape 19">
            <a:extLst>
              <a:ext uri="{FF2B5EF4-FFF2-40B4-BE49-F238E27FC236}">
                <a16:creationId xmlns:a16="http://schemas.microsoft.com/office/drawing/2014/main" id="{A6BA6F7B-2F6A-FAB4-C2E4-A531F03DC87A}"/>
              </a:ext>
            </a:extLst>
          </p:cNvPr>
          <p:cNvSpPr/>
          <p:nvPr/>
        </p:nvSpPr>
        <p:spPr>
          <a:xfrm>
            <a:off x="7376160" y="1950720"/>
            <a:ext cx="2072640" cy="73152"/>
          </a:xfrm>
          <a:prstGeom prst="rect">
            <a:avLst/>
          </a:prstGeom>
          <a:solidFill>
            <a:srgbClr val="00B294"/>
          </a:solidFill>
          <a:ln w="12700">
            <a:solidFill>
              <a:srgbClr val="00B294"/>
            </a:solidFill>
            <a:prstDash val="solid"/>
          </a:ln>
        </p:spPr>
        <p:txBody>
          <a:bodyPr/>
          <a:lstStyle/>
          <a:p>
            <a:endParaRPr lang="en-IN" sz="1867"/>
          </a:p>
        </p:txBody>
      </p:sp>
      <p:sp>
        <p:nvSpPr>
          <p:cNvPr id="28" name="Text 20">
            <a:extLst>
              <a:ext uri="{FF2B5EF4-FFF2-40B4-BE49-F238E27FC236}">
                <a16:creationId xmlns:a16="http://schemas.microsoft.com/office/drawing/2014/main" id="{02ABBDE4-F789-47FC-A954-635C24D33694}"/>
              </a:ext>
            </a:extLst>
          </p:cNvPr>
          <p:cNvSpPr/>
          <p:nvPr/>
        </p:nvSpPr>
        <p:spPr>
          <a:xfrm>
            <a:off x="7376160" y="2109216"/>
            <a:ext cx="2072640" cy="609600"/>
          </a:xfrm>
          <a:prstGeom prst="rect">
            <a:avLst/>
          </a:prstGeom>
          <a:noFill/>
          <a:ln/>
        </p:spPr>
        <p:txBody>
          <a:bodyPr wrap="square" lIns="0" tIns="0" rIns="0" bIns="0" rtlCol="0" anchor="ctr"/>
          <a:lstStyle/>
          <a:p>
            <a:pPr algn="ctr"/>
            <a:r>
              <a:rPr lang="en-US" sz="1733" b="1" dirty="0">
                <a:solidFill>
                  <a:srgbClr val="00B294"/>
                </a:solidFill>
                <a:ea typeface="Calibri" pitchFamily="34" charset="-122"/>
                <a:cs typeface="Calibri" pitchFamily="34" charset="-120"/>
              </a:rPr>
              <a:t>Vendor</a:t>
            </a:r>
            <a:endParaRPr lang="en-US" sz="1733" dirty="0"/>
          </a:p>
          <a:p>
            <a:pPr algn="ctr"/>
            <a:r>
              <a:rPr lang="en-US" sz="1733" b="1" dirty="0">
                <a:solidFill>
                  <a:srgbClr val="00B294"/>
                </a:solidFill>
                <a:ea typeface="Calibri" pitchFamily="34" charset="-122"/>
                <a:cs typeface="Calibri" pitchFamily="34" charset="-120"/>
              </a:rPr>
              <a:t>Scoring</a:t>
            </a:r>
            <a:endParaRPr lang="en-US" sz="1733" dirty="0"/>
          </a:p>
        </p:txBody>
      </p:sp>
      <p:sp>
        <p:nvSpPr>
          <p:cNvPr id="29" name="Text 21">
            <a:extLst>
              <a:ext uri="{FF2B5EF4-FFF2-40B4-BE49-F238E27FC236}">
                <a16:creationId xmlns:a16="http://schemas.microsoft.com/office/drawing/2014/main" id="{2F92EBF1-74D9-20BB-1D7D-474947BD7293}"/>
              </a:ext>
            </a:extLst>
          </p:cNvPr>
          <p:cNvSpPr/>
          <p:nvPr/>
        </p:nvSpPr>
        <p:spPr>
          <a:xfrm>
            <a:off x="7473696" y="2779776"/>
            <a:ext cx="1889760" cy="609600"/>
          </a:xfrm>
          <a:prstGeom prst="rect">
            <a:avLst/>
          </a:prstGeom>
          <a:noFill/>
          <a:ln/>
        </p:spPr>
        <p:txBody>
          <a:bodyPr wrap="square" lIns="0" tIns="0" rIns="0" bIns="0" rtlCol="0" anchor="ctr"/>
          <a:lstStyle/>
          <a:p>
            <a:pPr algn="ctr"/>
            <a:r>
              <a:rPr lang="en-US" sz="1333" dirty="0">
                <a:solidFill>
                  <a:srgbClr val="B8CFE8"/>
                </a:solidFill>
                <a:ea typeface="Calibri" pitchFamily="34" charset="-122"/>
                <a:cs typeface="Calibri" pitchFamily="34" charset="-120"/>
              </a:rPr>
              <a:t>Azure ML scores</a:t>
            </a:r>
            <a:endParaRPr lang="en-US" sz="1333" dirty="0"/>
          </a:p>
          <a:p>
            <a:pPr algn="ctr"/>
            <a:r>
              <a:rPr lang="en-US" sz="1333" dirty="0">
                <a:solidFill>
                  <a:srgbClr val="B8CFE8"/>
                </a:solidFill>
                <a:ea typeface="Calibri" pitchFamily="34" charset="-122"/>
                <a:cs typeface="Calibri" pitchFamily="34" charset="-120"/>
              </a:rPr>
              <a:t>vendor reliability</a:t>
            </a:r>
            <a:endParaRPr lang="en-US" sz="1333" dirty="0"/>
          </a:p>
        </p:txBody>
      </p:sp>
      <p:pic>
        <p:nvPicPr>
          <p:cNvPr id="30" name="Image 3" descr="preencoded.png">
            <a:extLst>
              <a:ext uri="{FF2B5EF4-FFF2-40B4-BE49-F238E27FC236}">
                <a16:creationId xmlns:a16="http://schemas.microsoft.com/office/drawing/2014/main" id="{45834D6B-BE6D-9304-72E6-B653D12CAB61}"/>
              </a:ext>
            </a:extLst>
          </p:cNvPr>
          <p:cNvPicPr>
            <a:picLocks noChangeAspect="1"/>
          </p:cNvPicPr>
          <p:nvPr/>
        </p:nvPicPr>
        <p:blipFill>
          <a:blip r:embed="rId2"/>
          <a:stretch>
            <a:fillRect/>
          </a:stretch>
        </p:blipFill>
        <p:spPr>
          <a:xfrm>
            <a:off x="9473184" y="2560320"/>
            <a:ext cx="243840" cy="243840"/>
          </a:xfrm>
          <a:prstGeom prst="rect">
            <a:avLst/>
          </a:prstGeom>
        </p:spPr>
      </p:pic>
      <p:sp>
        <p:nvSpPr>
          <p:cNvPr id="31" name="Shape 22">
            <a:extLst>
              <a:ext uri="{FF2B5EF4-FFF2-40B4-BE49-F238E27FC236}">
                <a16:creationId xmlns:a16="http://schemas.microsoft.com/office/drawing/2014/main" id="{993859AB-C157-BE5B-F4C2-9F459A552F4E}"/>
              </a:ext>
            </a:extLst>
          </p:cNvPr>
          <p:cNvSpPr/>
          <p:nvPr/>
        </p:nvSpPr>
        <p:spPr>
          <a:xfrm>
            <a:off x="9692640" y="1950720"/>
            <a:ext cx="2072640" cy="1524000"/>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32" name="Shape 23">
            <a:extLst>
              <a:ext uri="{FF2B5EF4-FFF2-40B4-BE49-F238E27FC236}">
                <a16:creationId xmlns:a16="http://schemas.microsoft.com/office/drawing/2014/main" id="{5E4E2B61-60C9-D041-79B5-7D42034AD7E7}"/>
              </a:ext>
            </a:extLst>
          </p:cNvPr>
          <p:cNvSpPr/>
          <p:nvPr/>
        </p:nvSpPr>
        <p:spPr>
          <a:xfrm>
            <a:off x="9692640" y="1950720"/>
            <a:ext cx="2072640" cy="73152"/>
          </a:xfrm>
          <a:prstGeom prst="rect">
            <a:avLst/>
          </a:prstGeom>
          <a:solidFill>
            <a:srgbClr val="00B294"/>
          </a:solidFill>
          <a:ln w="12700">
            <a:solidFill>
              <a:srgbClr val="00B294"/>
            </a:solidFill>
            <a:prstDash val="solid"/>
          </a:ln>
        </p:spPr>
        <p:txBody>
          <a:bodyPr/>
          <a:lstStyle/>
          <a:p>
            <a:endParaRPr lang="en-IN" sz="1867"/>
          </a:p>
        </p:txBody>
      </p:sp>
      <p:sp>
        <p:nvSpPr>
          <p:cNvPr id="33" name="Text 24">
            <a:extLst>
              <a:ext uri="{FF2B5EF4-FFF2-40B4-BE49-F238E27FC236}">
                <a16:creationId xmlns:a16="http://schemas.microsoft.com/office/drawing/2014/main" id="{EFEBA1CA-6155-49E7-2BAD-B751DAAF5303}"/>
              </a:ext>
            </a:extLst>
          </p:cNvPr>
          <p:cNvSpPr/>
          <p:nvPr/>
        </p:nvSpPr>
        <p:spPr>
          <a:xfrm>
            <a:off x="9692640" y="2109216"/>
            <a:ext cx="2072640" cy="609600"/>
          </a:xfrm>
          <a:prstGeom prst="rect">
            <a:avLst/>
          </a:prstGeom>
          <a:noFill/>
          <a:ln/>
        </p:spPr>
        <p:txBody>
          <a:bodyPr wrap="square" lIns="0" tIns="0" rIns="0" bIns="0" rtlCol="0" anchor="ctr"/>
          <a:lstStyle/>
          <a:p>
            <a:pPr algn="ctr"/>
            <a:r>
              <a:rPr lang="en-US" sz="1733" b="1" dirty="0">
                <a:solidFill>
                  <a:srgbClr val="00B294"/>
                </a:solidFill>
                <a:ea typeface="Calibri" pitchFamily="34" charset="-122"/>
                <a:cs typeface="Calibri" pitchFamily="34" charset="-120"/>
              </a:rPr>
              <a:t>PO</a:t>
            </a:r>
            <a:endParaRPr lang="en-US" sz="1733" dirty="0"/>
          </a:p>
          <a:p>
            <a:pPr algn="ctr"/>
            <a:r>
              <a:rPr lang="en-US" sz="1733" b="1" dirty="0">
                <a:solidFill>
                  <a:srgbClr val="00B294"/>
                </a:solidFill>
                <a:ea typeface="Calibri" pitchFamily="34" charset="-122"/>
                <a:cs typeface="Calibri" pitchFamily="34" charset="-120"/>
              </a:rPr>
              <a:t>Generation</a:t>
            </a:r>
            <a:endParaRPr lang="en-US" sz="1733" dirty="0"/>
          </a:p>
        </p:txBody>
      </p:sp>
      <p:sp>
        <p:nvSpPr>
          <p:cNvPr id="34" name="Text 25">
            <a:extLst>
              <a:ext uri="{FF2B5EF4-FFF2-40B4-BE49-F238E27FC236}">
                <a16:creationId xmlns:a16="http://schemas.microsoft.com/office/drawing/2014/main" id="{8333F7F8-B345-2510-154D-39FFADAB09DF}"/>
              </a:ext>
            </a:extLst>
          </p:cNvPr>
          <p:cNvSpPr/>
          <p:nvPr/>
        </p:nvSpPr>
        <p:spPr>
          <a:xfrm>
            <a:off x="9790176" y="2779776"/>
            <a:ext cx="1889760" cy="609600"/>
          </a:xfrm>
          <a:prstGeom prst="rect">
            <a:avLst/>
          </a:prstGeom>
          <a:noFill/>
          <a:ln/>
        </p:spPr>
        <p:txBody>
          <a:bodyPr wrap="square" lIns="0" tIns="0" rIns="0" bIns="0" rtlCol="0" anchor="ctr"/>
          <a:lstStyle/>
          <a:p>
            <a:pPr algn="ctr"/>
            <a:r>
              <a:rPr lang="en-US" sz="1333" dirty="0">
                <a:solidFill>
                  <a:srgbClr val="B8CFE8"/>
                </a:solidFill>
                <a:ea typeface="Calibri" pitchFamily="34" charset="-122"/>
                <a:cs typeface="Calibri" pitchFamily="34" charset="-120"/>
              </a:rPr>
              <a:t>Auto-raised in SAP</a:t>
            </a:r>
            <a:endParaRPr lang="en-US" sz="1333" dirty="0"/>
          </a:p>
          <a:p>
            <a:pPr algn="ctr"/>
            <a:r>
              <a:rPr lang="en-US" sz="1333" dirty="0">
                <a:solidFill>
                  <a:srgbClr val="B8CFE8"/>
                </a:solidFill>
                <a:ea typeface="Calibri" pitchFamily="34" charset="-122"/>
                <a:cs typeface="Calibri" pitchFamily="34" charset="-120"/>
              </a:rPr>
              <a:t>via BAPI_PO_CREATE</a:t>
            </a:r>
            <a:endParaRPr lang="en-US" sz="1333" dirty="0"/>
          </a:p>
        </p:txBody>
      </p:sp>
      <p:sp>
        <p:nvSpPr>
          <p:cNvPr id="35" name="Text 26">
            <a:extLst>
              <a:ext uri="{FF2B5EF4-FFF2-40B4-BE49-F238E27FC236}">
                <a16:creationId xmlns:a16="http://schemas.microsoft.com/office/drawing/2014/main" id="{B3DBFAD8-0E8F-3577-CBE3-53FB7F5B7CCA}"/>
              </a:ext>
            </a:extLst>
          </p:cNvPr>
          <p:cNvSpPr/>
          <p:nvPr/>
        </p:nvSpPr>
        <p:spPr>
          <a:xfrm>
            <a:off x="426720" y="3718560"/>
            <a:ext cx="11338560" cy="426720"/>
          </a:xfrm>
          <a:prstGeom prst="rect">
            <a:avLst/>
          </a:prstGeom>
          <a:noFill/>
          <a:ln/>
        </p:spPr>
        <p:txBody>
          <a:bodyPr wrap="square" lIns="0" tIns="0" rIns="0" bIns="0" rtlCol="0" anchor="ctr"/>
          <a:lstStyle/>
          <a:p>
            <a:r>
              <a:rPr lang="en-US" sz="1733" b="1" dirty="0">
                <a:solidFill>
                  <a:srgbClr val="50E6FF"/>
                </a:solidFill>
                <a:ea typeface="Calibri" pitchFamily="34" charset="-122"/>
                <a:cs typeface="Calibri" pitchFamily="34" charset="-120"/>
              </a:rPr>
              <a:t>Disruption Intelligence (What makes this different)</a:t>
            </a:r>
            <a:endParaRPr lang="en-US" sz="1733" dirty="0"/>
          </a:p>
        </p:txBody>
      </p:sp>
      <p:sp>
        <p:nvSpPr>
          <p:cNvPr id="36" name="Shape 27">
            <a:extLst>
              <a:ext uri="{FF2B5EF4-FFF2-40B4-BE49-F238E27FC236}">
                <a16:creationId xmlns:a16="http://schemas.microsoft.com/office/drawing/2014/main" id="{D8B367B5-1D9A-E400-D3EF-C6D1CF082BDC}"/>
              </a:ext>
            </a:extLst>
          </p:cNvPr>
          <p:cNvSpPr/>
          <p:nvPr/>
        </p:nvSpPr>
        <p:spPr>
          <a:xfrm>
            <a:off x="426720" y="4242816"/>
            <a:ext cx="11338560" cy="585216"/>
          </a:xfrm>
          <a:prstGeom prst="rect">
            <a:avLst/>
          </a:prstGeom>
          <a:solidFill>
            <a:srgbClr val="2D4A70"/>
          </a:solidFill>
          <a:ln w="12700">
            <a:solidFill>
              <a:srgbClr val="2D4A70"/>
            </a:solidFill>
            <a:prstDash val="solid"/>
          </a:ln>
          <a:effectLst>
            <a:outerShdw blurRad="152400" dist="38100" dir="8100000" algn="bl" rotWithShape="0">
              <a:srgbClr val="000000">
                <a:alpha val="25000"/>
              </a:srgbClr>
            </a:outerShdw>
          </a:effectLst>
        </p:spPr>
        <p:txBody>
          <a:bodyPr/>
          <a:lstStyle/>
          <a:p>
            <a:endParaRPr lang="en-IN" sz="1867"/>
          </a:p>
        </p:txBody>
      </p:sp>
      <p:sp>
        <p:nvSpPr>
          <p:cNvPr id="37" name="Shape 28">
            <a:extLst>
              <a:ext uri="{FF2B5EF4-FFF2-40B4-BE49-F238E27FC236}">
                <a16:creationId xmlns:a16="http://schemas.microsoft.com/office/drawing/2014/main" id="{E116D94E-1992-FFD3-6B42-9EE1DF85C162}"/>
              </a:ext>
            </a:extLst>
          </p:cNvPr>
          <p:cNvSpPr/>
          <p:nvPr/>
        </p:nvSpPr>
        <p:spPr>
          <a:xfrm>
            <a:off x="426720" y="4242816"/>
            <a:ext cx="85344" cy="585216"/>
          </a:xfrm>
          <a:prstGeom prst="rect">
            <a:avLst/>
          </a:prstGeom>
          <a:solidFill>
            <a:srgbClr val="00B294"/>
          </a:solidFill>
          <a:ln w="12700">
            <a:solidFill>
              <a:srgbClr val="00B294"/>
            </a:solidFill>
            <a:prstDash val="solid"/>
          </a:ln>
        </p:spPr>
        <p:txBody>
          <a:bodyPr/>
          <a:lstStyle/>
          <a:p>
            <a:endParaRPr lang="en-IN" sz="1867"/>
          </a:p>
        </p:txBody>
      </p:sp>
      <p:pic>
        <p:nvPicPr>
          <p:cNvPr id="38" name="Image 4" descr="preencoded.png">
            <a:extLst>
              <a:ext uri="{FF2B5EF4-FFF2-40B4-BE49-F238E27FC236}">
                <a16:creationId xmlns:a16="http://schemas.microsoft.com/office/drawing/2014/main" id="{45F035C2-7556-D40D-4262-F54B9090E323}"/>
              </a:ext>
            </a:extLst>
          </p:cNvPr>
          <p:cNvPicPr>
            <a:picLocks noChangeAspect="1"/>
          </p:cNvPicPr>
          <p:nvPr/>
        </p:nvPicPr>
        <p:blipFill>
          <a:blip r:embed="rId3"/>
          <a:stretch>
            <a:fillRect/>
          </a:stretch>
        </p:blipFill>
        <p:spPr>
          <a:xfrm>
            <a:off x="670560" y="4340352"/>
            <a:ext cx="365760" cy="365760"/>
          </a:xfrm>
          <a:prstGeom prst="rect">
            <a:avLst/>
          </a:prstGeom>
        </p:spPr>
      </p:pic>
      <p:sp>
        <p:nvSpPr>
          <p:cNvPr id="39" name="Text 29">
            <a:extLst>
              <a:ext uri="{FF2B5EF4-FFF2-40B4-BE49-F238E27FC236}">
                <a16:creationId xmlns:a16="http://schemas.microsoft.com/office/drawing/2014/main" id="{C9022BE3-8FE1-68BD-A596-5A1F27353F32}"/>
              </a:ext>
            </a:extLst>
          </p:cNvPr>
          <p:cNvSpPr/>
          <p:nvPr/>
        </p:nvSpPr>
        <p:spPr>
          <a:xfrm>
            <a:off x="1280160" y="4364736"/>
            <a:ext cx="10241280" cy="341376"/>
          </a:xfrm>
          <a:prstGeom prst="rect">
            <a:avLst/>
          </a:prstGeom>
          <a:noFill/>
          <a:ln/>
        </p:spPr>
        <p:txBody>
          <a:bodyPr wrap="square" lIns="0" tIns="0" rIns="0" bIns="0" rtlCol="0" anchor="ctr"/>
          <a:lstStyle/>
          <a:p>
            <a:r>
              <a:rPr lang="en-US" sz="1467" dirty="0">
                <a:solidFill>
                  <a:srgbClr val="E8F4FD"/>
                </a:solidFill>
                <a:ea typeface="Calibri" pitchFamily="34" charset="-122"/>
                <a:cs typeface="Calibri" pitchFamily="34" charset="-120"/>
              </a:rPr>
              <a:t>Port delay signals from web + customs data auto-adjust planned delivery dates in SAP</a:t>
            </a:r>
            <a:endParaRPr lang="en-US" sz="1467" dirty="0"/>
          </a:p>
        </p:txBody>
      </p:sp>
      <p:sp>
        <p:nvSpPr>
          <p:cNvPr id="40" name="Shape 30">
            <a:extLst>
              <a:ext uri="{FF2B5EF4-FFF2-40B4-BE49-F238E27FC236}">
                <a16:creationId xmlns:a16="http://schemas.microsoft.com/office/drawing/2014/main" id="{970F7307-2171-32FC-AE53-0AD4CF7AE0CC}"/>
              </a:ext>
            </a:extLst>
          </p:cNvPr>
          <p:cNvSpPr/>
          <p:nvPr/>
        </p:nvSpPr>
        <p:spPr>
          <a:xfrm>
            <a:off x="426720" y="4925568"/>
            <a:ext cx="11338560" cy="585216"/>
          </a:xfrm>
          <a:prstGeom prst="rect">
            <a:avLst/>
          </a:prstGeom>
          <a:solidFill>
            <a:srgbClr val="2D4A70"/>
          </a:solidFill>
          <a:ln w="12700">
            <a:solidFill>
              <a:srgbClr val="2D4A70"/>
            </a:solidFill>
            <a:prstDash val="solid"/>
          </a:ln>
          <a:effectLst>
            <a:outerShdw blurRad="152400" dist="38100" dir="8100000" algn="bl" rotWithShape="0">
              <a:srgbClr val="000000">
                <a:alpha val="25000"/>
              </a:srgbClr>
            </a:outerShdw>
          </a:effectLst>
        </p:spPr>
        <p:txBody>
          <a:bodyPr/>
          <a:lstStyle/>
          <a:p>
            <a:endParaRPr lang="en-IN" sz="1867"/>
          </a:p>
        </p:txBody>
      </p:sp>
      <p:sp>
        <p:nvSpPr>
          <p:cNvPr id="41" name="Shape 31">
            <a:extLst>
              <a:ext uri="{FF2B5EF4-FFF2-40B4-BE49-F238E27FC236}">
                <a16:creationId xmlns:a16="http://schemas.microsoft.com/office/drawing/2014/main" id="{D5B4A3DE-DDF3-A306-B823-B547924EAEAC}"/>
              </a:ext>
            </a:extLst>
          </p:cNvPr>
          <p:cNvSpPr/>
          <p:nvPr/>
        </p:nvSpPr>
        <p:spPr>
          <a:xfrm>
            <a:off x="426720" y="4925568"/>
            <a:ext cx="85344" cy="585216"/>
          </a:xfrm>
          <a:prstGeom prst="rect">
            <a:avLst/>
          </a:prstGeom>
          <a:solidFill>
            <a:srgbClr val="00B294"/>
          </a:solidFill>
          <a:ln w="12700">
            <a:solidFill>
              <a:srgbClr val="00B294"/>
            </a:solidFill>
            <a:prstDash val="solid"/>
          </a:ln>
        </p:spPr>
        <p:txBody>
          <a:bodyPr/>
          <a:lstStyle/>
          <a:p>
            <a:endParaRPr lang="en-IN" sz="1867"/>
          </a:p>
        </p:txBody>
      </p:sp>
      <p:pic>
        <p:nvPicPr>
          <p:cNvPr id="42" name="Image 5" descr="preencoded.png">
            <a:extLst>
              <a:ext uri="{FF2B5EF4-FFF2-40B4-BE49-F238E27FC236}">
                <a16:creationId xmlns:a16="http://schemas.microsoft.com/office/drawing/2014/main" id="{2A9BA395-B35A-BFB9-5F3D-09F37E564526}"/>
              </a:ext>
            </a:extLst>
          </p:cNvPr>
          <p:cNvPicPr>
            <a:picLocks noChangeAspect="1"/>
          </p:cNvPicPr>
          <p:nvPr/>
        </p:nvPicPr>
        <p:blipFill>
          <a:blip r:embed="rId4"/>
          <a:stretch>
            <a:fillRect/>
          </a:stretch>
        </p:blipFill>
        <p:spPr>
          <a:xfrm>
            <a:off x="670560" y="5023104"/>
            <a:ext cx="365760" cy="365760"/>
          </a:xfrm>
          <a:prstGeom prst="rect">
            <a:avLst/>
          </a:prstGeom>
        </p:spPr>
      </p:pic>
      <p:sp>
        <p:nvSpPr>
          <p:cNvPr id="43" name="Text 32">
            <a:extLst>
              <a:ext uri="{FF2B5EF4-FFF2-40B4-BE49-F238E27FC236}">
                <a16:creationId xmlns:a16="http://schemas.microsoft.com/office/drawing/2014/main" id="{20D079C6-D37E-7C89-3726-49ADF88596B5}"/>
              </a:ext>
            </a:extLst>
          </p:cNvPr>
          <p:cNvSpPr/>
          <p:nvPr/>
        </p:nvSpPr>
        <p:spPr>
          <a:xfrm>
            <a:off x="1280160" y="5047488"/>
            <a:ext cx="10241280" cy="341376"/>
          </a:xfrm>
          <a:prstGeom prst="rect">
            <a:avLst/>
          </a:prstGeom>
          <a:noFill/>
          <a:ln/>
        </p:spPr>
        <p:txBody>
          <a:bodyPr wrap="square" lIns="0" tIns="0" rIns="0" bIns="0" rtlCol="0" anchor="ctr"/>
          <a:lstStyle/>
          <a:p>
            <a:r>
              <a:rPr lang="en-US" sz="1467" dirty="0">
                <a:solidFill>
                  <a:srgbClr val="E8F4FD"/>
                </a:solidFill>
                <a:ea typeface="Calibri" pitchFamily="34" charset="-122"/>
                <a:cs typeface="Calibri" pitchFamily="34" charset="-120"/>
              </a:rPr>
              <a:t>Vendor risk scoring from financial news feeds via Azure OpenAI — flags fragile suppliers</a:t>
            </a:r>
            <a:endParaRPr lang="en-US" sz="1467" dirty="0"/>
          </a:p>
        </p:txBody>
      </p:sp>
      <p:sp>
        <p:nvSpPr>
          <p:cNvPr id="44" name="Shape 33">
            <a:extLst>
              <a:ext uri="{FF2B5EF4-FFF2-40B4-BE49-F238E27FC236}">
                <a16:creationId xmlns:a16="http://schemas.microsoft.com/office/drawing/2014/main" id="{A4083835-063D-C823-F3D1-14B30C3B46C6}"/>
              </a:ext>
            </a:extLst>
          </p:cNvPr>
          <p:cNvSpPr/>
          <p:nvPr/>
        </p:nvSpPr>
        <p:spPr>
          <a:xfrm>
            <a:off x="426720" y="5608320"/>
            <a:ext cx="11338560" cy="585216"/>
          </a:xfrm>
          <a:prstGeom prst="rect">
            <a:avLst/>
          </a:prstGeom>
          <a:solidFill>
            <a:srgbClr val="2D4A70"/>
          </a:solidFill>
          <a:ln w="12700">
            <a:solidFill>
              <a:srgbClr val="2D4A70"/>
            </a:solidFill>
            <a:prstDash val="solid"/>
          </a:ln>
          <a:effectLst>
            <a:outerShdw blurRad="152400" dist="38100" dir="8100000" algn="bl" rotWithShape="0">
              <a:srgbClr val="000000">
                <a:alpha val="25000"/>
              </a:srgbClr>
            </a:outerShdw>
          </a:effectLst>
        </p:spPr>
        <p:txBody>
          <a:bodyPr/>
          <a:lstStyle/>
          <a:p>
            <a:endParaRPr lang="en-IN" sz="1867"/>
          </a:p>
        </p:txBody>
      </p:sp>
      <p:sp>
        <p:nvSpPr>
          <p:cNvPr id="45" name="Shape 34">
            <a:extLst>
              <a:ext uri="{FF2B5EF4-FFF2-40B4-BE49-F238E27FC236}">
                <a16:creationId xmlns:a16="http://schemas.microsoft.com/office/drawing/2014/main" id="{A6A11FCE-95F4-8FA8-C50D-6463F199D1ED}"/>
              </a:ext>
            </a:extLst>
          </p:cNvPr>
          <p:cNvSpPr/>
          <p:nvPr/>
        </p:nvSpPr>
        <p:spPr>
          <a:xfrm>
            <a:off x="426720" y="5608320"/>
            <a:ext cx="85344" cy="585216"/>
          </a:xfrm>
          <a:prstGeom prst="rect">
            <a:avLst/>
          </a:prstGeom>
          <a:solidFill>
            <a:srgbClr val="00B294"/>
          </a:solidFill>
          <a:ln w="12700">
            <a:solidFill>
              <a:srgbClr val="00B294"/>
            </a:solidFill>
            <a:prstDash val="solid"/>
          </a:ln>
        </p:spPr>
        <p:txBody>
          <a:bodyPr/>
          <a:lstStyle/>
          <a:p>
            <a:endParaRPr lang="en-IN" sz="1867"/>
          </a:p>
        </p:txBody>
      </p:sp>
      <p:pic>
        <p:nvPicPr>
          <p:cNvPr id="46" name="Image 6" descr="preencoded.png">
            <a:extLst>
              <a:ext uri="{FF2B5EF4-FFF2-40B4-BE49-F238E27FC236}">
                <a16:creationId xmlns:a16="http://schemas.microsoft.com/office/drawing/2014/main" id="{1DF40D34-77A7-FF8D-B2E0-AF9920744193}"/>
              </a:ext>
            </a:extLst>
          </p:cNvPr>
          <p:cNvPicPr>
            <a:picLocks noChangeAspect="1"/>
          </p:cNvPicPr>
          <p:nvPr/>
        </p:nvPicPr>
        <p:blipFill>
          <a:blip r:embed="rId5"/>
          <a:stretch>
            <a:fillRect/>
          </a:stretch>
        </p:blipFill>
        <p:spPr>
          <a:xfrm>
            <a:off x="670560" y="5705856"/>
            <a:ext cx="365760" cy="365760"/>
          </a:xfrm>
          <a:prstGeom prst="rect">
            <a:avLst/>
          </a:prstGeom>
        </p:spPr>
      </p:pic>
      <p:sp>
        <p:nvSpPr>
          <p:cNvPr id="47" name="Text 35">
            <a:extLst>
              <a:ext uri="{FF2B5EF4-FFF2-40B4-BE49-F238E27FC236}">
                <a16:creationId xmlns:a16="http://schemas.microsoft.com/office/drawing/2014/main" id="{C059BC0F-7468-FBD9-71F3-EB9AE7C55322}"/>
              </a:ext>
            </a:extLst>
          </p:cNvPr>
          <p:cNvSpPr/>
          <p:nvPr/>
        </p:nvSpPr>
        <p:spPr>
          <a:xfrm>
            <a:off x="1280160" y="5730240"/>
            <a:ext cx="10241280" cy="341376"/>
          </a:xfrm>
          <a:prstGeom prst="rect">
            <a:avLst/>
          </a:prstGeom>
          <a:noFill/>
          <a:ln/>
        </p:spPr>
        <p:txBody>
          <a:bodyPr wrap="square" lIns="0" tIns="0" rIns="0" bIns="0" rtlCol="0" anchor="ctr"/>
          <a:lstStyle/>
          <a:p>
            <a:r>
              <a:rPr lang="en-US" sz="1467" dirty="0">
                <a:solidFill>
                  <a:srgbClr val="E8F4FD"/>
                </a:solidFill>
                <a:ea typeface="Calibri" pitchFamily="34" charset="-122"/>
                <a:cs typeface="Calibri" pitchFamily="34" charset="-120"/>
              </a:rPr>
              <a:t>Scenario planning — 'What if factory X shuts for 2 weeks?' — full impact simulation in minutes</a:t>
            </a:r>
            <a:endParaRPr lang="en-US" sz="1467" dirty="0"/>
          </a:p>
        </p:txBody>
      </p:sp>
      <p:sp>
        <p:nvSpPr>
          <p:cNvPr id="48" name="Rounded Rectangle 47"/>
          <p:cNvSpPr/>
          <p:nvPr/>
        </p:nvSpPr>
        <p:spPr>
          <a:xfrm>
            <a:off x="10200000" y="350000"/>
            <a:ext cx="1700000" cy="450000"/>
          </a:xfrm>
          <a:prstGeom prst="round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17" b="1">
                <a:solidFill>
                  <a:srgbClr val="0A1628"/>
                </a:solidFill>
              </a:rPr>
              <a:t>LIVE DEMO</a:t>
            </a:r>
          </a:p>
        </p:txBody>
      </p:sp>
    </p:spTree>
    <p:extLst>
      <p:ext uri="{BB962C8B-B14F-4D97-AF65-F5344CB8AC3E}">
        <p14:creationId xmlns:p14="http://schemas.microsoft.com/office/powerpoint/2010/main" val="40792128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BEBA3-448D-686D-675F-B57924AC7DF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414261E-9582-0C65-0DF6-92BF7A1A52B0}"/>
              </a:ext>
            </a:extLst>
          </p:cNvPr>
          <p:cNvSpPr>
            <a:spLocks noGrp="1"/>
          </p:cNvSpPr>
          <p:nvPr>
            <p:ph type="ftr" sz="quarter" idx="3"/>
          </p:nvPr>
        </p:nvSpPr>
        <p:spPr/>
        <p:txBody>
          <a:bodyPr/>
          <a:lstStyle/>
          <a:p>
            <a:r>
              <a:rPr lang="en-US"/>
              <a:t>© </a:t>
            </a:r>
            <a:fld id="{BD10386A-F078-491A-8D58-536D4066CAE5}" type="datetimeyyyy">
              <a:rPr lang="en-US" smtClean="0"/>
              <a:pPr/>
              <a:t>2026</a:t>
            </a:fld>
            <a:r>
              <a:rPr lang="en-US"/>
              <a:t> NTT DATA Business Solutions</a:t>
            </a:r>
          </a:p>
        </p:txBody>
      </p:sp>
      <p:sp>
        <p:nvSpPr>
          <p:cNvPr id="4" name="Slide Number Placeholder 3">
            <a:extLst>
              <a:ext uri="{FF2B5EF4-FFF2-40B4-BE49-F238E27FC236}">
                <a16:creationId xmlns:a16="http://schemas.microsoft.com/office/drawing/2014/main" id="{3191493D-965C-B177-01B9-F725C6236915}"/>
              </a:ext>
            </a:extLst>
          </p:cNvPr>
          <p:cNvSpPr>
            <a:spLocks noGrp="1"/>
          </p:cNvSpPr>
          <p:nvPr>
            <p:ph type="sldNum" sz="quarter" idx="4"/>
          </p:nvPr>
        </p:nvSpPr>
        <p:spPr/>
        <p:txBody>
          <a:bodyPr/>
          <a:lstStyle/>
          <a:p>
            <a:fld id="{13CE6DAF-806F-404B-BC68-339BFCB57E5C}" type="slidenum">
              <a:rPr lang="en-US" smtClean="0"/>
              <a:pPr/>
              <a:t>8</a:t>
            </a:fld>
            <a:endParaRPr lang="en-US"/>
          </a:p>
        </p:txBody>
      </p:sp>
      <p:sp>
        <p:nvSpPr>
          <p:cNvPr id="5" name="Shape 0">
            <a:extLst>
              <a:ext uri="{FF2B5EF4-FFF2-40B4-BE49-F238E27FC236}">
                <a16:creationId xmlns:a16="http://schemas.microsoft.com/office/drawing/2014/main" id="{29AF02C0-DFBA-164B-72F0-5492630A0123}"/>
              </a:ext>
            </a:extLst>
          </p:cNvPr>
          <p:cNvSpPr/>
          <p:nvPr/>
        </p:nvSpPr>
        <p:spPr>
          <a:xfrm>
            <a:off x="0" y="0"/>
            <a:ext cx="12192000" cy="73152"/>
          </a:xfrm>
          <a:prstGeom prst="rect">
            <a:avLst/>
          </a:prstGeom>
          <a:solidFill>
            <a:srgbClr val="FF8C00"/>
          </a:solidFill>
          <a:ln w="12700">
            <a:solidFill>
              <a:srgbClr val="FF8C00"/>
            </a:solidFill>
            <a:prstDash val="solid"/>
          </a:ln>
        </p:spPr>
        <p:txBody>
          <a:bodyPr/>
          <a:lstStyle/>
          <a:p>
            <a:endParaRPr lang="en-IN" sz="1867"/>
          </a:p>
        </p:txBody>
      </p:sp>
      <p:sp>
        <p:nvSpPr>
          <p:cNvPr id="6" name="Shape 1">
            <a:extLst>
              <a:ext uri="{FF2B5EF4-FFF2-40B4-BE49-F238E27FC236}">
                <a16:creationId xmlns:a16="http://schemas.microsoft.com/office/drawing/2014/main" id="{DA79AC11-C37B-1BB8-F0DE-4ADE0E55300A}"/>
              </a:ext>
            </a:extLst>
          </p:cNvPr>
          <p:cNvSpPr/>
          <p:nvPr/>
        </p:nvSpPr>
        <p:spPr>
          <a:xfrm>
            <a:off x="426720" y="268224"/>
            <a:ext cx="853440" cy="853440"/>
          </a:xfrm>
          <a:prstGeom prst="ellipse">
            <a:avLst/>
          </a:prstGeom>
          <a:solidFill>
            <a:srgbClr val="FF8C00"/>
          </a:solidFill>
          <a:ln w="12700">
            <a:solidFill>
              <a:srgbClr val="FF8C00"/>
            </a:solidFill>
            <a:prstDash val="solid"/>
          </a:ln>
        </p:spPr>
        <p:txBody>
          <a:bodyPr/>
          <a:lstStyle/>
          <a:p>
            <a:endParaRPr lang="en-IN" sz="1867"/>
          </a:p>
        </p:txBody>
      </p:sp>
      <p:sp>
        <p:nvSpPr>
          <p:cNvPr id="7" name="Text 2">
            <a:extLst>
              <a:ext uri="{FF2B5EF4-FFF2-40B4-BE49-F238E27FC236}">
                <a16:creationId xmlns:a16="http://schemas.microsoft.com/office/drawing/2014/main" id="{F071C8DD-6274-0078-8536-3A5F24824447}"/>
              </a:ext>
            </a:extLst>
          </p:cNvPr>
          <p:cNvSpPr/>
          <p:nvPr/>
        </p:nvSpPr>
        <p:spPr>
          <a:xfrm>
            <a:off x="426720" y="268224"/>
            <a:ext cx="853440" cy="853440"/>
          </a:xfrm>
          <a:prstGeom prst="rect">
            <a:avLst/>
          </a:prstGeom>
          <a:noFill/>
          <a:ln/>
        </p:spPr>
        <p:txBody>
          <a:bodyPr wrap="square" lIns="0" tIns="0" rIns="0" bIns="0" rtlCol="0" anchor="ctr"/>
          <a:lstStyle/>
          <a:p>
            <a:pPr algn="ctr"/>
            <a:r>
              <a:rPr lang="en-US" sz="2400" b="1" dirty="0">
                <a:solidFill>
                  <a:srgbClr val="FFFFFF"/>
                </a:solidFill>
                <a:ea typeface="Calibri" pitchFamily="34" charset="-122"/>
                <a:cs typeface="Calibri" pitchFamily="34" charset="-120"/>
              </a:rPr>
              <a:t>04</a:t>
            </a:r>
            <a:endParaRPr lang="en-US" sz="2400" dirty="0"/>
          </a:p>
        </p:txBody>
      </p:sp>
      <p:sp>
        <p:nvSpPr>
          <p:cNvPr id="8" name="Text 3">
            <a:extLst>
              <a:ext uri="{FF2B5EF4-FFF2-40B4-BE49-F238E27FC236}">
                <a16:creationId xmlns:a16="http://schemas.microsoft.com/office/drawing/2014/main" id="{9703BA13-F67A-39E6-F332-A19B24A29B7D}"/>
              </a:ext>
            </a:extLst>
          </p:cNvPr>
          <p:cNvSpPr/>
          <p:nvPr/>
        </p:nvSpPr>
        <p:spPr>
          <a:xfrm>
            <a:off x="1463040" y="304800"/>
            <a:ext cx="9753600" cy="548640"/>
          </a:xfrm>
          <a:prstGeom prst="rect">
            <a:avLst/>
          </a:prstGeom>
          <a:noFill/>
          <a:ln/>
        </p:spPr>
        <p:txBody>
          <a:bodyPr wrap="square" lIns="0" tIns="0" rIns="0" bIns="0" rtlCol="0" anchor="ctr"/>
          <a:lstStyle/>
          <a:p>
            <a:r>
              <a:rPr lang="en-US" sz="3467" b="1" dirty="0">
                <a:solidFill>
                  <a:srgbClr val="FFFFFF"/>
                </a:solidFill>
                <a:latin typeface="+mj-lt"/>
                <a:ea typeface="Calibri" pitchFamily="34" charset="-122"/>
                <a:cs typeface="Calibri" pitchFamily="34" charset="-120"/>
              </a:rPr>
              <a:t>Logistics Optimisation</a:t>
            </a:r>
            <a:endParaRPr lang="en-US" sz="3467" dirty="0">
              <a:latin typeface="+mj-lt"/>
            </a:endParaRPr>
          </a:p>
        </p:txBody>
      </p:sp>
      <p:sp>
        <p:nvSpPr>
          <p:cNvPr id="9" name="Text 4">
            <a:extLst>
              <a:ext uri="{FF2B5EF4-FFF2-40B4-BE49-F238E27FC236}">
                <a16:creationId xmlns:a16="http://schemas.microsoft.com/office/drawing/2014/main" id="{1EB7D638-6620-CEB0-CED7-DFAB14F4C543}"/>
              </a:ext>
            </a:extLst>
          </p:cNvPr>
          <p:cNvSpPr/>
          <p:nvPr/>
        </p:nvSpPr>
        <p:spPr>
          <a:xfrm>
            <a:off x="1463040" y="853440"/>
            <a:ext cx="9753600" cy="365760"/>
          </a:xfrm>
          <a:prstGeom prst="rect">
            <a:avLst/>
          </a:prstGeom>
          <a:noFill/>
          <a:ln/>
        </p:spPr>
        <p:txBody>
          <a:bodyPr wrap="square" lIns="0" tIns="0" rIns="0" bIns="0" rtlCol="0" anchor="ctr"/>
          <a:lstStyle/>
          <a:p>
            <a:r>
              <a:rPr lang="en-US" sz="1667" dirty="0">
                <a:solidFill>
                  <a:srgbClr val="B8CFE8"/>
                </a:solidFill>
                <a:ea typeface="Calibri" pitchFamily="34" charset="-122"/>
                <a:cs typeface="Calibri" pitchFamily="34" charset="-120"/>
              </a:rPr>
              <a:t>Move vehicles &amp; parts efficiently across Australia's networkest cost, highest reliability</a:t>
            </a:r>
            <a:endParaRPr lang="en-US" sz="1667" dirty="0"/>
          </a:p>
        </p:txBody>
      </p:sp>
      <p:sp>
        <p:nvSpPr>
          <p:cNvPr id="10" name="Shape 5">
            <a:extLst>
              <a:ext uri="{FF2B5EF4-FFF2-40B4-BE49-F238E27FC236}">
                <a16:creationId xmlns:a16="http://schemas.microsoft.com/office/drawing/2014/main" id="{AF3796A9-10A7-C0F3-3498-BFEBBFCF25D9}"/>
              </a:ext>
            </a:extLst>
          </p:cNvPr>
          <p:cNvSpPr/>
          <p:nvPr/>
        </p:nvSpPr>
        <p:spPr>
          <a:xfrm>
            <a:off x="426720" y="1438656"/>
            <a:ext cx="5547360" cy="1926336"/>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11" name="Shape 6">
            <a:extLst>
              <a:ext uri="{FF2B5EF4-FFF2-40B4-BE49-F238E27FC236}">
                <a16:creationId xmlns:a16="http://schemas.microsoft.com/office/drawing/2014/main" id="{2B53E0B3-B1BC-3CB4-5043-EEFF788CE18B}"/>
              </a:ext>
            </a:extLst>
          </p:cNvPr>
          <p:cNvSpPr/>
          <p:nvPr/>
        </p:nvSpPr>
        <p:spPr>
          <a:xfrm>
            <a:off x="426720" y="1438656"/>
            <a:ext cx="5547360" cy="73152"/>
          </a:xfrm>
          <a:prstGeom prst="rect">
            <a:avLst/>
          </a:prstGeom>
          <a:solidFill>
            <a:srgbClr val="FF8C00"/>
          </a:solidFill>
          <a:ln w="12700">
            <a:solidFill>
              <a:srgbClr val="FF8C00"/>
            </a:solidFill>
            <a:prstDash val="solid"/>
          </a:ln>
        </p:spPr>
        <p:txBody>
          <a:bodyPr/>
          <a:lstStyle/>
          <a:p>
            <a:endParaRPr lang="en-IN" sz="1867"/>
          </a:p>
        </p:txBody>
      </p:sp>
      <p:pic>
        <p:nvPicPr>
          <p:cNvPr id="12" name="Image 0" descr="preencoded.png">
            <a:extLst>
              <a:ext uri="{FF2B5EF4-FFF2-40B4-BE49-F238E27FC236}">
                <a16:creationId xmlns:a16="http://schemas.microsoft.com/office/drawing/2014/main" id="{0C84CA8A-77A1-2583-3CD3-3BDB6750A4A6}"/>
              </a:ext>
            </a:extLst>
          </p:cNvPr>
          <p:cNvPicPr>
            <a:picLocks noChangeAspect="1"/>
          </p:cNvPicPr>
          <p:nvPr/>
        </p:nvPicPr>
        <p:blipFill>
          <a:blip r:embed="rId2"/>
          <a:stretch>
            <a:fillRect/>
          </a:stretch>
        </p:blipFill>
        <p:spPr>
          <a:xfrm>
            <a:off x="573024" y="1658112"/>
            <a:ext cx="512064" cy="512064"/>
          </a:xfrm>
          <a:prstGeom prst="rect">
            <a:avLst/>
          </a:prstGeom>
        </p:spPr>
      </p:pic>
      <p:sp>
        <p:nvSpPr>
          <p:cNvPr id="13" name="Text 7">
            <a:extLst>
              <a:ext uri="{FF2B5EF4-FFF2-40B4-BE49-F238E27FC236}">
                <a16:creationId xmlns:a16="http://schemas.microsoft.com/office/drawing/2014/main" id="{5E45CE88-96A9-CE45-CCF7-DD39862C9E41}"/>
              </a:ext>
            </a:extLst>
          </p:cNvPr>
          <p:cNvSpPr/>
          <p:nvPr/>
        </p:nvSpPr>
        <p:spPr>
          <a:xfrm>
            <a:off x="1255776" y="1621536"/>
            <a:ext cx="4511040" cy="390144"/>
          </a:xfrm>
          <a:prstGeom prst="rect">
            <a:avLst/>
          </a:prstGeom>
          <a:noFill/>
          <a:ln/>
        </p:spPr>
        <p:txBody>
          <a:bodyPr wrap="square" lIns="0" tIns="0" rIns="0" bIns="0" rtlCol="0" anchor="ctr"/>
          <a:lstStyle/>
          <a:p>
            <a:r>
              <a:rPr lang="en-US" sz="1667" b="1" dirty="0">
                <a:solidFill>
                  <a:srgbClr val="FF8C00"/>
                </a:solidFill>
                <a:ea typeface="Calibri" pitchFamily="34" charset="-122"/>
                <a:cs typeface="Calibri" pitchFamily="34" charset="-120"/>
              </a:rPr>
              <a:t>Route Optimisation</a:t>
            </a:r>
            <a:endParaRPr lang="en-US" sz="1667" dirty="0"/>
          </a:p>
        </p:txBody>
      </p:sp>
      <p:sp>
        <p:nvSpPr>
          <p:cNvPr id="14" name="Text 8">
            <a:extLst>
              <a:ext uri="{FF2B5EF4-FFF2-40B4-BE49-F238E27FC236}">
                <a16:creationId xmlns:a16="http://schemas.microsoft.com/office/drawing/2014/main" id="{2BA71AB9-BD3E-4023-BB02-527B8D3BCE04}"/>
              </a:ext>
            </a:extLst>
          </p:cNvPr>
          <p:cNvSpPr/>
          <p:nvPr/>
        </p:nvSpPr>
        <p:spPr>
          <a:xfrm>
            <a:off x="1255776" y="2023872"/>
            <a:ext cx="1950720" cy="512064"/>
          </a:xfrm>
          <a:prstGeom prst="rect">
            <a:avLst/>
          </a:prstGeom>
          <a:noFill/>
          <a:ln/>
        </p:spPr>
        <p:txBody>
          <a:bodyPr wrap="square" lIns="0" tIns="0" rIns="0" bIns="0" rtlCol="0" anchor="ctr"/>
          <a:lstStyle/>
          <a:p>
            <a:r>
              <a:rPr lang="en-US" sz="1600" b="1" dirty="0">
                <a:solidFill>
                  <a:srgbClr val="FFFFFF"/>
                </a:solidFill>
                <a:ea typeface="Calibri" pitchFamily="34" charset="-122"/>
                <a:cs typeface="Calibri" pitchFamily="34" charset="-120"/>
              </a:rPr>
              <a:t>12% fuel</a:t>
            </a:r>
            <a:endParaRPr lang="en-US" sz="1600" dirty="0"/>
          </a:p>
          <a:p>
            <a:r>
              <a:rPr lang="en-US" sz="1600" b="1" dirty="0">
                <a:solidFill>
                  <a:srgbClr val="FFFFFF"/>
                </a:solidFill>
                <a:ea typeface="Calibri" pitchFamily="34" charset="-122"/>
                <a:cs typeface="Calibri" pitchFamily="34" charset="-120"/>
              </a:rPr>
              <a:t>cost saving</a:t>
            </a:r>
            <a:endParaRPr lang="en-US" sz="1600" dirty="0"/>
          </a:p>
        </p:txBody>
      </p:sp>
      <p:sp>
        <p:nvSpPr>
          <p:cNvPr id="15" name="Text 9">
            <a:extLst>
              <a:ext uri="{FF2B5EF4-FFF2-40B4-BE49-F238E27FC236}">
                <a16:creationId xmlns:a16="http://schemas.microsoft.com/office/drawing/2014/main" id="{0D230FF9-CE1A-CE3D-4528-F509371A6442}"/>
              </a:ext>
            </a:extLst>
          </p:cNvPr>
          <p:cNvSpPr/>
          <p:nvPr/>
        </p:nvSpPr>
        <p:spPr>
          <a:xfrm>
            <a:off x="573024" y="2633472"/>
            <a:ext cx="5181600" cy="633984"/>
          </a:xfrm>
          <a:prstGeom prst="rect">
            <a:avLst/>
          </a:prstGeom>
          <a:noFill/>
          <a:ln/>
        </p:spPr>
        <p:txBody>
          <a:bodyPr wrap="square" lIns="0" tIns="0" rIns="0" bIns="0" rtlCol="0" anchor="ctr"/>
          <a:lstStyle/>
          <a:p>
            <a:r>
              <a:rPr lang="en-US" dirty="0">
                <a:solidFill>
                  <a:srgbClr val="B8CFE8"/>
                </a:solidFill>
                <a:ea typeface="Calibri" pitchFamily="34" charset="-122"/>
                <a:cs typeface="Calibri" pitchFamily="34" charset="-120"/>
              </a:rPr>
              <a:t>VRP solver (OR-Tools + Azure Maps) for milk-run and FTL/LTL planning. Real-time traffic and toll cost integration.</a:t>
            </a:r>
            <a:endParaRPr lang="en-US" dirty="0"/>
          </a:p>
        </p:txBody>
      </p:sp>
      <p:sp>
        <p:nvSpPr>
          <p:cNvPr id="16" name="Shape 10">
            <a:extLst>
              <a:ext uri="{FF2B5EF4-FFF2-40B4-BE49-F238E27FC236}">
                <a16:creationId xmlns:a16="http://schemas.microsoft.com/office/drawing/2014/main" id="{6F7A8489-36BD-9E53-74A6-6C088FED7B10}"/>
              </a:ext>
            </a:extLst>
          </p:cNvPr>
          <p:cNvSpPr/>
          <p:nvPr/>
        </p:nvSpPr>
        <p:spPr>
          <a:xfrm>
            <a:off x="6339840" y="1438656"/>
            <a:ext cx="5547360" cy="1926336"/>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17" name="Shape 11">
            <a:extLst>
              <a:ext uri="{FF2B5EF4-FFF2-40B4-BE49-F238E27FC236}">
                <a16:creationId xmlns:a16="http://schemas.microsoft.com/office/drawing/2014/main" id="{251D3B55-7485-BCBC-FC5D-04229DD14ECB}"/>
              </a:ext>
            </a:extLst>
          </p:cNvPr>
          <p:cNvSpPr/>
          <p:nvPr/>
        </p:nvSpPr>
        <p:spPr>
          <a:xfrm>
            <a:off x="6339840" y="1438656"/>
            <a:ext cx="5547360" cy="73152"/>
          </a:xfrm>
          <a:prstGeom prst="rect">
            <a:avLst/>
          </a:prstGeom>
          <a:solidFill>
            <a:srgbClr val="0078D4"/>
          </a:solidFill>
          <a:ln w="12700">
            <a:solidFill>
              <a:srgbClr val="0078D4"/>
            </a:solidFill>
            <a:prstDash val="solid"/>
          </a:ln>
        </p:spPr>
        <p:txBody>
          <a:bodyPr/>
          <a:lstStyle/>
          <a:p>
            <a:endParaRPr lang="en-IN" sz="1867"/>
          </a:p>
        </p:txBody>
      </p:sp>
      <p:pic>
        <p:nvPicPr>
          <p:cNvPr id="18" name="Image 1" descr="preencoded.png">
            <a:extLst>
              <a:ext uri="{FF2B5EF4-FFF2-40B4-BE49-F238E27FC236}">
                <a16:creationId xmlns:a16="http://schemas.microsoft.com/office/drawing/2014/main" id="{8604BD0F-73A8-BFA6-038F-D99173CDCFC7}"/>
              </a:ext>
            </a:extLst>
          </p:cNvPr>
          <p:cNvPicPr>
            <a:picLocks noChangeAspect="1"/>
          </p:cNvPicPr>
          <p:nvPr/>
        </p:nvPicPr>
        <p:blipFill>
          <a:blip r:embed="rId3"/>
          <a:stretch>
            <a:fillRect/>
          </a:stretch>
        </p:blipFill>
        <p:spPr>
          <a:xfrm>
            <a:off x="6486144" y="1658112"/>
            <a:ext cx="512064" cy="512064"/>
          </a:xfrm>
          <a:prstGeom prst="rect">
            <a:avLst/>
          </a:prstGeom>
        </p:spPr>
      </p:pic>
      <p:sp>
        <p:nvSpPr>
          <p:cNvPr id="19" name="Text 12">
            <a:extLst>
              <a:ext uri="{FF2B5EF4-FFF2-40B4-BE49-F238E27FC236}">
                <a16:creationId xmlns:a16="http://schemas.microsoft.com/office/drawing/2014/main" id="{69CE63F5-1C2E-110F-666F-D2068932D36F}"/>
              </a:ext>
            </a:extLst>
          </p:cNvPr>
          <p:cNvSpPr/>
          <p:nvPr/>
        </p:nvSpPr>
        <p:spPr>
          <a:xfrm>
            <a:off x="7168896" y="1621536"/>
            <a:ext cx="4511040" cy="390144"/>
          </a:xfrm>
          <a:prstGeom prst="rect">
            <a:avLst/>
          </a:prstGeom>
          <a:noFill/>
          <a:ln/>
        </p:spPr>
        <p:txBody>
          <a:bodyPr wrap="square" lIns="0" tIns="0" rIns="0" bIns="0" rtlCol="0" anchor="ctr"/>
          <a:lstStyle/>
          <a:p>
            <a:r>
              <a:rPr lang="en-US" sz="1667" b="1" dirty="0">
                <a:solidFill>
                  <a:srgbClr val="0078D4"/>
                </a:solidFill>
                <a:ea typeface="Calibri" pitchFamily="34" charset="-122"/>
                <a:cs typeface="Calibri" pitchFamily="34" charset="-120"/>
              </a:rPr>
              <a:t>ETA Prediction</a:t>
            </a:r>
            <a:endParaRPr lang="en-US" sz="1667" dirty="0"/>
          </a:p>
        </p:txBody>
      </p:sp>
      <p:sp>
        <p:nvSpPr>
          <p:cNvPr id="20" name="Text 13">
            <a:extLst>
              <a:ext uri="{FF2B5EF4-FFF2-40B4-BE49-F238E27FC236}">
                <a16:creationId xmlns:a16="http://schemas.microsoft.com/office/drawing/2014/main" id="{09E707A3-DA43-34EE-0E4F-8089D6151262}"/>
              </a:ext>
            </a:extLst>
          </p:cNvPr>
          <p:cNvSpPr/>
          <p:nvPr/>
        </p:nvSpPr>
        <p:spPr>
          <a:xfrm>
            <a:off x="7168896" y="2023872"/>
            <a:ext cx="1950720" cy="512064"/>
          </a:xfrm>
          <a:prstGeom prst="rect">
            <a:avLst/>
          </a:prstGeom>
          <a:noFill/>
          <a:ln/>
        </p:spPr>
        <p:txBody>
          <a:bodyPr wrap="square" lIns="0" tIns="0" rIns="0" bIns="0" rtlCol="0" anchor="ctr"/>
          <a:lstStyle/>
          <a:p>
            <a:r>
              <a:rPr lang="en-US" sz="1600" b="1" dirty="0">
                <a:solidFill>
                  <a:srgbClr val="FFFFFF"/>
                </a:solidFill>
                <a:ea typeface="Calibri" pitchFamily="34" charset="-122"/>
                <a:cs typeface="Calibri" pitchFamily="34" charset="-120"/>
              </a:rPr>
              <a:t>85%+ on-time</a:t>
            </a:r>
            <a:endParaRPr lang="en-US" sz="1600" dirty="0"/>
          </a:p>
          <a:p>
            <a:r>
              <a:rPr lang="en-US" sz="1600" b="1" dirty="0">
                <a:solidFill>
                  <a:srgbClr val="FFFFFF"/>
                </a:solidFill>
                <a:ea typeface="Calibri" pitchFamily="34" charset="-122"/>
                <a:cs typeface="Calibri" pitchFamily="34" charset="-120"/>
              </a:rPr>
              <a:t>delivery rate</a:t>
            </a:r>
            <a:endParaRPr lang="en-US" sz="1600" dirty="0"/>
          </a:p>
        </p:txBody>
      </p:sp>
      <p:sp>
        <p:nvSpPr>
          <p:cNvPr id="21" name="Text 14">
            <a:extLst>
              <a:ext uri="{FF2B5EF4-FFF2-40B4-BE49-F238E27FC236}">
                <a16:creationId xmlns:a16="http://schemas.microsoft.com/office/drawing/2014/main" id="{A78E51F7-12DA-A65D-6029-F16B8B543CE5}"/>
              </a:ext>
            </a:extLst>
          </p:cNvPr>
          <p:cNvSpPr/>
          <p:nvPr/>
        </p:nvSpPr>
        <p:spPr>
          <a:xfrm>
            <a:off x="6486144" y="2633472"/>
            <a:ext cx="5181600" cy="633984"/>
          </a:xfrm>
          <a:prstGeom prst="rect">
            <a:avLst/>
          </a:prstGeom>
          <a:noFill/>
          <a:ln/>
        </p:spPr>
        <p:txBody>
          <a:bodyPr wrap="square" lIns="0" tIns="0" rIns="0" bIns="0" rtlCol="0" anchor="ctr"/>
          <a:lstStyle/>
          <a:p>
            <a:r>
              <a:rPr lang="en-US" dirty="0">
                <a:solidFill>
                  <a:srgbClr val="B8CFE8"/>
                </a:solidFill>
                <a:ea typeface="Calibri" pitchFamily="34" charset="-122"/>
                <a:cs typeface="Calibri" pitchFamily="34" charset="-120"/>
              </a:rPr>
              <a:t>ML model trained on SAP TM delivery history + weather + traffic. Predicts delays 72 hrs in advance with confidence score.</a:t>
            </a:r>
            <a:endParaRPr lang="en-US" dirty="0"/>
          </a:p>
        </p:txBody>
      </p:sp>
      <p:sp>
        <p:nvSpPr>
          <p:cNvPr id="22" name="Shape 15">
            <a:extLst>
              <a:ext uri="{FF2B5EF4-FFF2-40B4-BE49-F238E27FC236}">
                <a16:creationId xmlns:a16="http://schemas.microsoft.com/office/drawing/2014/main" id="{808950D7-B0FC-9A1E-0C3C-DA25E0A135C5}"/>
              </a:ext>
            </a:extLst>
          </p:cNvPr>
          <p:cNvSpPr/>
          <p:nvPr/>
        </p:nvSpPr>
        <p:spPr>
          <a:xfrm>
            <a:off x="426720" y="3572256"/>
            <a:ext cx="5547360" cy="1926336"/>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23" name="Shape 16">
            <a:extLst>
              <a:ext uri="{FF2B5EF4-FFF2-40B4-BE49-F238E27FC236}">
                <a16:creationId xmlns:a16="http://schemas.microsoft.com/office/drawing/2014/main" id="{A67FAD19-B4C0-E032-8BAB-0C39E155511A}"/>
              </a:ext>
            </a:extLst>
          </p:cNvPr>
          <p:cNvSpPr/>
          <p:nvPr/>
        </p:nvSpPr>
        <p:spPr>
          <a:xfrm>
            <a:off x="426720" y="3572256"/>
            <a:ext cx="5547360" cy="73152"/>
          </a:xfrm>
          <a:prstGeom prst="rect">
            <a:avLst/>
          </a:prstGeom>
          <a:solidFill>
            <a:srgbClr val="00B294"/>
          </a:solidFill>
          <a:ln w="12700">
            <a:solidFill>
              <a:srgbClr val="00B294"/>
            </a:solidFill>
            <a:prstDash val="solid"/>
          </a:ln>
        </p:spPr>
        <p:txBody>
          <a:bodyPr/>
          <a:lstStyle/>
          <a:p>
            <a:endParaRPr lang="en-IN" sz="1867"/>
          </a:p>
        </p:txBody>
      </p:sp>
      <p:pic>
        <p:nvPicPr>
          <p:cNvPr id="24" name="Image 2" descr="preencoded.png">
            <a:extLst>
              <a:ext uri="{FF2B5EF4-FFF2-40B4-BE49-F238E27FC236}">
                <a16:creationId xmlns:a16="http://schemas.microsoft.com/office/drawing/2014/main" id="{E006573E-0A94-6107-825B-ED431082B65F}"/>
              </a:ext>
            </a:extLst>
          </p:cNvPr>
          <p:cNvPicPr>
            <a:picLocks noChangeAspect="1"/>
          </p:cNvPicPr>
          <p:nvPr/>
        </p:nvPicPr>
        <p:blipFill>
          <a:blip r:embed="rId4"/>
          <a:stretch>
            <a:fillRect/>
          </a:stretch>
        </p:blipFill>
        <p:spPr>
          <a:xfrm>
            <a:off x="573024" y="3791712"/>
            <a:ext cx="512064" cy="512064"/>
          </a:xfrm>
          <a:prstGeom prst="rect">
            <a:avLst/>
          </a:prstGeom>
        </p:spPr>
      </p:pic>
      <p:sp>
        <p:nvSpPr>
          <p:cNvPr id="25" name="Text 17">
            <a:extLst>
              <a:ext uri="{FF2B5EF4-FFF2-40B4-BE49-F238E27FC236}">
                <a16:creationId xmlns:a16="http://schemas.microsoft.com/office/drawing/2014/main" id="{64C72256-8324-5DF2-68F0-7AAA063C8824}"/>
              </a:ext>
            </a:extLst>
          </p:cNvPr>
          <p:cNvSpPr/>
          <p:nvPr/>
        </p:nvSpPr>
        <p:spPr>
          <a:xfrm>
            <a:off x="1255776" y="3755136"/>
            <a:ext cx="4511040" cy="390144"/>
          </a:xfrm>
          <a:prstGeom prst="rect">
            <a:avLst/>
          </a:prstGeom>
          <a:noFill/>
          <a:ln/>
        </p:spPr>
        <p:txBody>
          <a:bodyPr wrap="square" lIns="0" tIns="0" rIns="0" bIns="0" rtlCol="0" anchor="ctr"/>
          <a:lstStyle/>
          <a:p>
            <a:r>
              <a:rPr lang="en-US" sz="1667" b="1" dirty="0">
                <a:solidFill>
                  <a:srgbClr val="00B294"/>
                </a:solidFill>
                <a:ea typeface="Calibri" pitchFamily="34" charset="-122"/>
                <a:cs typeface="Calibri" pitchFamily="34" charset="-120"/>
              </a:rPr>
              <a:t>Warehouse Slotting</a:t>
            </a:r>
            <a:endParaRPr lang="en-US" sz="1667" dirty="0"/>
          </a:p>
        </p:txBody>
      </p:sp>
      <p:sp>
        <p:nvSpPr>
          <p:cNvPr id="26" name="Text 18">
            <a:extLst>
              <a:ext uri="{FF2B5EF4-FFF2-40B4-BE49-F238E27FC236}">
                <a16:creationId xmlns:a16="http://schemas.microsoft.com/office/drawing/2014/main" id="{080E8F72-2F8A-B8B0-9BEB-5387BA3706A5}"/>
              </a:ext>
            </a:extLst>
          </p:cNvPr>
          <p:cNvSpPr/>
          <p:nvPr/>
        </p:nvSpPr>
        <p:spPr>
          <a:xfrm>
            <a:off x="1255776" y="4157472"/>
            <a:ext cx="1950720" cy="512064"/>
          </a:xfrm>
          <a:prstGeom prst="rect">
            <a:avLst/>
          </a:prstGeom>
          <a:noFill/>
          <a:ln/>
        </p:spPr>
        <p:txBody>
          <a:bodyPr wrap="square" lIns="0" tIns="0" rIns="0" bIns="0" rtlCol="0" anchor="ctr"/>
          <a:lstStyle/>
          <a:p>
            <a:r>
              <a:rPr lang="en-US" sz="1600" b="1" dirty="0">
                <a:solidFill>
                  <a:srgbClr val="FFFFFF"/>
                </a:solidFill>
                <a:ea typeface="Calibri" pitchFamily="34" charset="-122"/>
                <a:cs typeface="Calibri" pitchFamily="34" charset="-120"/>
              </a:rPr>
              <a:t>20% pick</a:t>
            </a:r>
            <a:endParaRPr lang="en-US" sz="1600" dirty="0"/>
          </a:p>
          <a:p>
            <a:r>
              <a:rPr lang="en-US" sz="1600" b="1" dirty="0">
                <a:solidFill>
                  <a:srgbClr val="FFFFFF"/>
                </a:solidFill>
                <a:ea typeface="Calibri" pitchFamily="34" charset="-122"/>
                <a:cs typeface="Calibri" pitchFamily="34" charset="-120"/>
              </a:rPr>
              <a:t>time reduction</a:t>
            </a:r>
            <a:endParaRPr lang="en-US" sz="1600" dirty="0"/>
          </a:p>
        </p:txBody>
      </p:sp>
      <p:sp>
        <p:nvSpPr>
          <p:cNvPr id="27" name="Text 19">
            <a:extLst>
              <a:ext uri="{FF2B5EF4-FFF2-40B4-BE49-F238E27FC236}">
                <a16:creationId xmlns:a16="http://schemas.microsoft.com/office/drawing/2014/main" id="{067ABB1B-5A13-B1F0-5B1A-59C06397B87E}"/>
              </a:ext>
            </a:extLst>
          </p:cNvPr>
          <p:cNvSpPr/>
          <p:nvPr/>
        </p:nvSpPr>
        <p:spPr>
          <a:xfrm>
            <a:off x="573024" y="4767072"/>
            <a:ext cx="5181600" cy="633984"/>
          </a:xfrm>
          <a:prstGeom prst="rect">
            <a:avLst/>
          </a:prstGeom>
          <a:noFill/>
          <a:ln/>
        </p:spPr>
        <p:txBody>
          <a:bodyPr wrap="square" lIns="0" tIns="0" rIns="0" bIns="0" rtlCol="0" anchor="ctr"/>
          <a:lstStyle/>
          <a:p>
            <a:r>
              <a:rPr lang="en-US" dirty="0">
                <a:solidFill>
                  <a:srgbClr val="B8CFE8"/>
                </a:solidFill>
                <a:ea typeface="Calibri" pitchFamily="34" charset="-122"/>
                <a:cs typeface="Calibri" pitchFamily="34" charset="-120"/>
              </a:rPr>
              <a:t>AI determines optimal bin location per SKU based on velocity, weight, co-pick patterns from SAP WM/EWM data.</a:t>
            </a:r>
            <a:endParaRPr lang="en-US" dirty="0"/>
          </a:p>
        </p:txBody>
      </p:sp>
      <p:sp>
        <p:nvSpPr>
          <p:cNvPr id="28" name="Shape 20">
            <a:extLst>
              <a:ext uri="{FF2B5EF4-FFF2-40B4-BE49-F238E27FC236}">
                <a16:creationId xmlns:a16="http://schemas.microsoft.com/office/drawing/2014/main" id="{7FB0C92A-DA77-26A6-6275-AD1C7D51F462}"/>
              </a:ext>
            </a:extLst>
          </p:cNvPr>
          <p:cNvSpPr/>
          <p:nvPr/>
        </p:nvSpPr>
        <p:spPr>
          <a:xfrm>
            <a:off x="6339840" y="3572256"/>
            <a:ext cx="5547360" cy="1926336"/>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29" name="Shape 21">
            <a:extLst>
              <a:ext uri="{FF2B5EF4-FFF2-40B4-BE49-F238E27FC236}">
                <a16:creationId xmlns:a16="http://schemas.microsoft.com/office/drawing/2014/main" id="{C2D10B44-9470-F924-3C8D-0E2577AC3C29}"/>
              </a:ext>
            </a:extLst>
          </p:cNvPr>
          <p:cNvSpPr/>
          <p:nvPr/>
        </p:nvSpPr>
        <p:spPr>
          <a:xfrm>
            <a:off x="6339840" y="3572256"/>
            <a:ext cx="5547360" cy="73152"/>
          </a:xfrm>
          <a:prstGeom prst="rect">
            <a:avLst/>
          </a:prstGeom>
          <a:solidFill>
            <a:srgbClr val="FFB900"/>
          </a:solidFill>
          <a:ln w="12700">
            <a:solidFill>
              <a:srgbClr val="FFB900"/>
            </a:solidFill>
            <a:prstDash val="solid"/>
          </a:ln>
        </p:spPr>
        <p:txBody>
          <a:bodyPr/>
          <a:lstStyle/>
          <a:p>
            <a:endParaRPr lang="en-IN" sz="1867"/>
          </a:p>
        </p:txBody>
      </p:sp>
      <p:pic>
        <p:nvPicPr>
          <p:cNvPr id="30" name="Image 3" descr="preencoded.png">
            <a:extLst>
              <a:ext uri="{FF2B5EF4-FFF2-40B4-BE49-F238E27FC236}">
                <a16:creationId xmlns:a16="http://schemas.microsoft.com/office/drawing/2014/main" id="{F2983F73-E18C-CFF0-1204-D673E7F0E290}"/>
              </a:ext>
            </a:extLst>
          </p:cNvPr>
          <p:cNvPicPr>
            <a:picLocks noChangeAspect="1"/>
          </p:cNvPicPr>
          <p:nvPr/>
        </p:nvPicPr>
        <p:blipFill>
          <a:blip r:embed="rId5"/>
          <a:stretch>
            <a:fillRect/>
          </a:stretch>
        </p:blipFill>
        <p:spPr>
          <a:xfrm>
            <a:off x="6486144" y="3791712"/>
            <a:ext cx="512064" cy="512064"/>
          </a:xfrm>
          <a:prstGeom prst="rect">
            <a:avLst/>
          </a:prstGeom>
        </p:spPr>
      </p:pic>
      <p:sp>
        <p:nvSpPr>
          <p:cNvPr id="31" name="Text 22">
            <a:extLst>
              <a:ext uri="{FF2B5EF4-FFF2-40B4-BE49-F238E27FC236}">
                <a16:creationId xmlns:a16="http://schemas.microsoft.com/office/drawing/2014/main" id="{6C7B6EE8-173D-7376-347E-94BE45D73A27}"/>
              </a:ext>
            </a:extLst>
          </p:cNvPr>
          <p:cNvSpPr/>
          <p:nvPr/>
        </p:nvSpPr>
        <p:spPr>
          <a:xfrm>
            <a:off x="7168896" y="3755136"/>
            <a:ext cx="4511040" cy="390144"/>
          </a:xfrm>
          <a:prstGeom prst="rect">
            <a:avLst/>
          </a:prstGeom>
          <a:noFill/>
          <a:ln/>
        </p:spPr>
        <p:txBody>
          <a:bodyPr wrap="square" lIns="0" tIns="0" rIns="0" bIns="0" rtlCol="0" anchor="ctr"/>
          <a:lstStyle/>
          <a:p>
            <a:r>
              <a:rPr lang="en-US" sz="1667" b="1" dirty="0">
                <a:solidFill>
                  <a:srgbClr val="FFB900"/>
                </a:solidFill>
                <a:ea typeface="Calibri" pitchFamily="34" charset="-122"/>
                <a:cs typeface="Calibri" pitchFamily="34" charset="-120"/>
              </a:rPr>
              <a:t>Cross-Dock Planning</a:t>
            </a:r>
            <a:endParaRPr lang="en-US" sz="1667" dirty="0"/>
          </a:p>
        </p:txBody>
      </p:sp>
      <p:sp>
        <p:nvSpPr>
          <p:cNvPr id="32" name="Text 23">
            <a:extLst>
              <a:ext uri="{FF2B5EF4-FFF2-40B4-BE49-F238E27FC236}">
                <a16:creationId xmlns:a16="http://schemas.microsoft.com/office/drawing/2014/main" id="{8E83C4C4-7287-7B10-3015-098D7693F59F}"/>
              </a:ext>
            </a:extLst>
          </p:cNvPr>
          <p:cNvSpPr/>
          <p:nvPr/>
        </p:nvSpPr>
        <p:spPr>
          <a:xfrm>
            <a:off x="7168896" y="4157472"/>
            <a:ext cx="1950720" cy="512064"/>
          </a:xfrm>
          <a:prstGeom prst="rect">
            <a:avLst/>
          </a:prstGeom>
          <a:noFill/>
          <a:ln/>
        </p:spPr>
        <p:txBody>
          <a:bodyPr wrap="square" lIns="0" tIns="0" rIns="0" bIns="0" rtlCol="0" anchor="ctr"/>
          <a:lstStyle/>
          <a:p>
            <a:r>
              <a:rPr lang="en-US" sz="1600" b="1" dirty="0">
                <a:solidFill>
                  <a:srgbClr val="FFFFFF"/>
                </a:solidFill>
                <a:ea typeface="Calibri" pitchFamily="34" charset="-122"/>
                <a:cs typeface="Calibri" pitchFamily="34" charset="-120"/>
              </a:rPr>
              <a:t>18% lower</a:t>
            </a:r>
            <a:endParaRPr lang="en-US" sz="1600" dirty="0"/>
          </a:p>
          <a:p>
            <a:r>
              <a:rPr lang="en-US" sz="1600" b="1" dirty="0">
                <a:solidFill>
                  <a:srgbClr val="FFFFFF"/>
                </a:solidFill>
                <a:ea typeface="Calibri" pitchFamily="34" charset="-122"/>
                <a:cs typeface="Calibri" pitchFamily="34" charset="-120"/>
              </a:rPr>
              <a:t>warehouse cost</a:t>
            </a:r>
            <a:endParaRPr lang="en-US" sz="1600" dirty="0"/>
          </a:p>
        </p:txBody>
      </p:sp>
      <p:sp>
        <p:nvSpPr>
          <p:cNvPr id="33" name="Text 24">
            <a:extLst>
              <a:ext uri="{FF2B5EF4-FFF2-40B4-BE49-F238E27FC236}">
                <a16:creationId xmlns:a16="http://schemas.microsoft.com/office/drawing/2014/main" id="{4FDEA8D7-34F4-ECAA-E924-16F91128A191}"/>
              </a:ext>
            </a:extLst>
          </p:cNvPr>
          <p:cNvSpPr/>
          <p:nvPr/>
        </p:nvSpPr>
        <p:spPr>
          <a:xfrm>
            <a:off x="6486144" y="4767072"/>
            <a:ext cx="5181600" cy="633984"/>
          </a:xfrm>
          <a:prstGeom prst="rect">
            <a:avLst/>
          </a:prstGeom>
          <a:noFill/>
          <a:ln/>
        </p:spPr>
        <p:txBody>
          <a:bodyPr wrap="square" lIns="0" tIns="0" rIns="0" bIns="0" rtlCol="0" anchor="ctr"/>
          <a:lstStyle/>
          <a:p>
            <a:r>
              <a:rPr lang="en-US" dirty="0">
                <a:solidFill>
                  <a:srgbClr val="B8CFE8"/>
                </a:solidFill>
                <a:ea typeface="Calibri" pitchFamily="34" charset="-122"/>
                <a:cs typeface="Calibri" pitchFamily="34" charset="-120"/>
              </a:rPr>
              <a:t>Identifies cross-dock opportunities automatically using inbound/outbound matching in </a:t>
            </a:r>
            <a:r>
              <a:rPr lang="en-US">
                <a:solidFill>
                  <a:srgbClr val="B8CFE8"/>
                </a:solidFill>
                <a:ea typeface="Calibri" pitchFamily="34" charset="-122"/>
                <a:cs typeface="Calibri" pitchFamily="34" charset="-120"/>
              </a:rPr>
              <a:t>Fabric reducing </a:t>
            </a:r>
            <a:r>
              <a:rPr lang="en-US" dirty="0">
                <a:solidFill>
                  <a:srgbClr val="B8CFE8"/>
                </a:solidFill>
                <a:ea typeface="Calibri" pitchFamily="34" charset="-122"/>
                <a:cs typeface="Calibri" pitchFamily="34" charset="-120"/>
              </a:rPr>
              <a:t>storage cost.</a:t>
            </a:r>
            <a:endParaRPr lang="en-US" dirty="0"/>
          </a:p>
        </p:txBody>
      </p:sp>
      <p:sp>
        <p:nvSpPr>
          <p:cNvPr id="34" name="Rounded Rectangle 33"/>
          <p:cNvSpPr/>
          <p:nvPr/>
        </p:nvSpPr>
        <p:spPr>
          <a:xfrm>
            <a:off x="350000" y="5850000"/>
            <a:ext cx="11500000" cy="650000"/>
          </a:xfrm>
          <a:prstGeom prst="roundRect">
            <a:avLst/>
          </a:prstGeom>
          <a:solidFill>
            <a:srgbClr val="12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0000" y="5900000"/>
            <a:ext cx="3000000" cy="500000"/>
          </a:xfrm>
          <a:prstGeom prst="rect">
            <a:avLst/>
          </a:prstGeom>
          <a:noFill/>
        </p:spPr>
        <p:txBody>
          <a:bodyPr wrap="square">
            <a:spAutoFit/>
          </a:bodyPr>
          <a:lstStyle/>
          <a:p>
            <a:pPr algn="l"/>
            <a:r>
              <a:rPr sz="1600" b="1" i="0">
                <a:solidFill>
                  <a:srgbClr val="FFB900"/>
                </a:solidFill>
              </a:rPr>
              <a:t>Total Logistics Impact</a:t>
            </a:r>
          </a:p>
        </p:txBody>
      </p:sp>
      <p:sp>
        <p:nvSpPr>
          <p:cNvPr id="36" name="TextBox 35"/>
          <p:cNvSpPr txBox="1"/>
          <p:nvPr/>
        </p:nvSpPr>
        <p:spPr>
          <a:xfrm>
            <a:off x="4200000" y="5920000"/>
            <a:ext cx="1900000" cy="400000"/>
          </a:xfrm>
          <a:prstGeom prst="rect">
            <a:avLst/>
          </a:prstGeom>
          <a:noFill/>
        </p:spPr>
        <p:txBody>
          <a:bodyPr wrap="square">
            <a:spAutoFit/>
          </a:bodyPr>
          <a:lstStyle/>
          <a:p>
            <a:pPr algn="ctr"/>
            <a:r>
              <a:rPr sz="1333" b="1" i="0">
                <a:solidFill>
                  <a:srgbClr val="0078D4"/>
                </a:solidFill>
              </a:rPr>
              <a:t>12% fuel saved</a:t>
            </a:r>
          </a:p>
        </p:txBody>
      </p:sp>
      <p:sp>
        <p:nvSpPr>
          <p:cNvPr id="37" name="TextBox 36"/>
          <p:cNvSpPr txBox="1"/>
          <p:nvPr/>
        </p:nvSpPr>
        <p:spPr>
          <a:xfrm>
            <a:off x="6200000" y="5920000"/>
            <a:ext cx="1900000" cy="400000"/>
          </a:xfrm>
          <a:prstGeom prst="rect">
            <a:avLst/>
          </a:prstGeom>
          <a:noFill/>
        </p:spPr>
        <p:txBody>
          <a:bodyPr wrap="square">
            <a:spAutoFit/>
          </a:bodyPr>
          <a:lstStyle/>
          <a:p>
            <a:pPr algn="ctr"/>
            <a:r>
              <a:rPr sz="1333" b="1" i="0">
                <a:solidFill>
                  <a:srgbClr val="00B294"/>
                </a:solidFill>
              </a:rPr>
              <a:t>85%+ OTD</a:t>
            </a:r>
          </a:p>
        </p:txBody>
      </p:sp>
      <p:sp>
        <p:nvSpPr>
          <p:cNvPr id="38" name="TextBox 37"/>
          <p:cNvSpPr txBox="1"/>
          <p:nvPr/>
        </p:nvSpPr>
        <p:spPr>
          <a:xfrm>
            <a:off x="8200000" y="5920000"/>
            <a:ext cx="1900000" cy="400000"/>
          </a:xfrm>
          <a:prstGeom prst="rect">
            <a:avLst/>
          </a:prstGeom>
          <a:noFill/>
        </p:spPr>
        <p:txBody>
          <a:bodyPr wrap="square">
            <a:spAutoFit/>
          </a:bodyPr>
          <a:lstStyle/>
          <a:p>
            <a:pPr algn="ctr"/>
            <a:r>
              <a:rPr sz="1333" b="1" i="0">
                <a:solidFill>
                  <a:srgbClr val="FF8C00"/>
                </a:solidFill>
              </a:rPr>
              <a:t>20% faster picks</a:t>
            </a:r>
          </a:p>
        </p:txBody>
      </p:sp>
      <p:sp>
        <p:nvSpPr>
          <p:cNvPr id="39" name="TextBox 38"/>
          <p:cNvSpPr txBox="1"/>
          <p:nvPr/>
        </p:nvSpPr>
        <p:spPr>
          <a:xfrm>
            <a:off x="10200000" y="5920000"/>
            <a:ext cx="1900000" cy="400000"/>
          </a:xfrm>
          <a:prstGeom prst="rect">
            <a:avLst/>
          </a:prstGeom>
          <a:noFill/>
        </p:spPr>
        <p:txBody>
          <a:bodyPr wrap="square">
            <a:spAutoFit/>
          </a:bodyPr>
          <a:lstStyle/>
          <a:p>
            <a:pPr algn="ctr"/>
            <a:r>
              <a:rPr sz="1333" b="1" i="0">
                <a:solidFill>
                  <a:srgbClr val="FFB900"/>
                </a:solidFill>
              </a:rPr>
              <a:t>18% lower WH cost</a:t>
            </a:r>
          </a:p>
        </p:txBody>
      </p:sp>
      <p:sp>
        <p:nvSpPr>
          <p:cNvPr id="40" name="Rounded Rectangle 39"/>
          <p:cNvSpPr/>
          <p:nvPr/>
        </p:nvSpPr>
        <p:spPr>
          <a:xfrm>
            <a:off x="10200000" y="350000"/>
            <a:ext cx="1700000" cy="450000"/>
          </a:xfrm>
          <a:prstGeom prst="round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17" b="1">
                <a:solidFill>
                  <a:srgbClr val="0A1628"/>
                </a:solidFill>
              </a:rPr>
              <a:t>LIVE DEMO</a:t>
            </a:r>
          </a:p>
        </p:txBody>
      </p:sp>
    </p:spTree>
    <p:extLst>
      <p:ext uri="{BB962C8B-B14F-4D97-AF65-F5344CB8AC3E}">
        <p14:creationId xmlns:p14="http://schemas.microsoft.com/office/powerpoint/2010/main" val="20267899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92EE0-938B-0CAA-8405-B884629BCC8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7685266-5DAE-FFBB-3552-1F809D5C206A}"/>
              </a:ext>
            </a:extLst>
          </p:cNvPr>
          <p:cNvSpPr>
            <a:spLocks noGrp="1"/>
          </p:cNvSpPr>
          <p:nvPr>
            <p:ph type="ftr" sz="quarter" idx="3"/>
          </p:nvPr>
        </p:nvSpPr>
        <p:spPr/>
        <p:txBody>
          <a:bodyPr/>
          <a:lstStyle/>
          <a:p>
            <a:r>
              <a:rPr lang="en-US"/>
              <a:t>© </a:t>
            </a:r>
            <a:fld id="{BD10386A-F078-491A-8D58-536D4066CAE5}" type="datetimeyyyy">
              <a:rPr lang="en-US" smtClean="0"/>
              <a:pPr/>
              <a:t>2026</a:t>
            </a:fld>
            <a:r>
              <a:rPr lang="en-US"/>
              <a:t> NTT DATA Business Solutions</a:t>
            </a:r>
          </a:p>
        </p:txBody>
      </p:sp>
      <p:sp>
        <p:nvSpPr>
          <p:cNvPr id="4" name="Slide Number Placeholder 3">
            <a:extLst>
              <a:ext uri="{FF2B5EF4-FFF2-40B4-BE49-F238E27FC236}">
                <a16:creationId xmlns:a16="http://schemas.microsoft.com/office/drawing/2014/main" id="{9058DEC7-F657-C255-FEA7-1A86296AC6CB}"/>
              </a:ext>
            </a:extLst>
          </p:cNvPr>
          <p:cNvSpPr>
            <a:spLocks noGrp="1"/>
          </p:cNvSpPr>
          <p:nvPr>
            <p:ph type="sldNum" sz="quarter" idx="4"/>
          </p:nvPr>
        </p:nvSpPr>
        <p:spPr/>
        <p:txBody>
          <a:bodyPr/>
          <a:lstStyle/>
          <a:p>
            <a:fld id="{13CE6DAF-806F-404B-BC68-339BFCB57E5C}" type="slidenum">
              <a:rPr lang="en-US" smtClean="0"/>
              <a:pPr/>
              <a:t>9</a:t>
            </a:fld>
            <a:endParaRPr lang="en-US"/>
          </a:p>
        </p:txBody>
      </p:sp>
      <p:sp>
        <p:nvSpPr>
          <p:cNvPr id="5" name="Shape 0">
            <a:extLst>
              <a:ext uri="{FF2B5EF4-FFF2-40B4-BE49-F238E27FC236}">
                <a16:creationId xmlns:a16="http://schemas.microsoft.com/office/drawing/2014/main" id="{B1A73532-AAF2-7D54-4456-E23AE5328D25}"/>
              </a:ext>
            </a:extLst>
          </p:cNvPr>
          <p:cNvSpPr/>
          <p:nvPr/>
        </p:nvSpPr>
        <p:spPr>
          <a:xfrm>
            <a:off x="0" y="0"/>
            <a:ext cx="12192000" cy="73152"/>
          </a:xfrm>
          <a:prstGeom prst="rect">
            <a:avLst/>
          </a:prstGeom>
          <a:solidFill>
            <a:srgbClr val="0078D4"/>
          </a:solidFill>
          <a:ln w="12700">
            <a:solidFill>
              <a:srgbClr val="0078D4"/>
            </a:solidFill>
            <a:prstDash val="solid"/>
          </a:ln>
        </p:spPr>
        <p:txBody>
          <a:bodyPr/>
          <a:lstStyle/>
          <a:p>
            <a:endParaRPr lang="en-IN" sz="1867"/>
          </a:p>
        </p:txBody>
      </p:sp>
      <p:sp>
        <p:nvSpPr>
          <p:cNvPr id="6" name="Text 1">
            <a:extLst>
              <a:ext uri="{FF2B5EF4-FFF2-40B4-BE49-F238E27FC236}">
                <a16:creationId xmlns:a16="http://schemas.microsoft.com/office/drawing/2014/main" id="{5EC48AF6-C300-0F70-D633-6CACB4CF6870}"/>
              </a:ext>
            </a:extLst>
          </p:cNvPr>
          <p:cNvSpPr/>
          <p:nvPr/>
        </p:nvSpPr>
        <p:spPr>
          <a:xfrm>
            <a:off x="371475" y="207264"/>
            <a:ext cx="10972800" cy="731520"/>
          </a:xfrm>
          <a:prstGeom prst="rect">
            <a:avLst/>
          </a:prstGeom>
          <a:noFill/>
          <a:ln/>
        </p:spPr>
        <p:txBody>
          <a:bodyPr wrap="square" lIns="0" tIns="0" rIns="0" bIns="0" rtlCol="0" anchor="ctr"/>
          <a:lstStyle/>
          <a:p>
            <a:r>
              <a:rPr lang="en-US" sz="3467" b="1" dirty="0">
                <a:solidFill>
                  <a:srgbClr val="FFFFFF"/>
                </a:solidFill>
                <a:latin typeface="+mj-lt"/>
                <a:ea typeface="Calibri" pitchFamily="34" charset="-122"/>
                <a:cs typeface="Calibri" pitchFamily="34" charset="-120"/>
              </a:rPr>
              <a:t>The Agentic AI Layer — The Differentiator</a:t>
            </a:r>
            <a:endParaRPr lang="en-US" sz="3467" dirty="0">
              <a:latin typeface="+mj-lt"/>
            </a:endParaRPr>
          </a:p>
        </p:txBody>
      </p:sp>
      <p:sp>
        <p:nvSpPr>
          <p:cNvPr id="7" name="Text 2">
            <a:extLst>
              <a:ext uri="{FF2B5EF4-FFF2-40B4-BE49-F238E27FC236}">
                <a16:creationId xmlns:a16="http://schemas.microsoft.com/office/drawing/2014/main" id="{4D87C520-9BA8-8910-5D02-B8C10DEEC568}"/>
              </a:ext>
            </a:extLst>
          </p:cNvPr>
          <p:cNvSpPr/>
          <p:nvPr/>
        </p:nvSpPr>
        <p:spPr>
          <a:xfrm>
            <a:off x="487680" y="863127"/>
            <a:ext cx="10972800" cy="426720"/>
          </a:xfrm>
          <a:prstGeom prst="rect">
            <a:avLst/>
          </a:prstGeom>
          <a:noFill/>
          <a:ln/>
        </p:spPr>
        <p:txBody>
          <a:bodyPr wrap="square" lIns="0" tIns="0" rIns="0" bIns="0" rtlCol="0" anchor="ctr"/>
          <a:lstStyle/>
          <a:p>
            <a:r>
              <a:rPr lang="en-US" sz="1733" dirty="0">
                <a:solidFill>
                  <a:srgbClr val="B8CFE8"/>
                </a:solidFill>
                <a:ea typeface="Calibri" pitchFamily="34" charset="-122"/>
                <a:cs typeface="Calibri" pitchFamily="34" charset="-120"/>
              </a:rPr>
              <a:t>A single intelligent bot that orchestrates all four supply chain domains</a:t>
            </a:r>
            <a:endParaRPr lang="en-US" sz="1733" dirty="0"/>
          </a:p>
        </p:txBody>
      </p:sp>
      <p:sp>
        <p:nvSpPr>
          <p:cNvPr id="8" name="Shape 3">
            <a:extLst>
              <a:ext uri="{FF2B5EF4-FFF2-40B4-BE49-F238E27FC236}">
                <a16:creationId xmlns:a16="http://schemas.microsoft.com/office/drawing/2014/main" id="{7A797C2C-596F-5E2B-4B94-DBE9D832E222}"/>
              </a:ext>
            </a:extLst>
          </p:cNvPr>
          <p:cNvSpPr/>
          <p:nvPr/>
        </p:nvSpPr>
        <p:spPr>
          <a:xfrm>
            <a:off x="4693920" y="2794139"/>
            <a:ext cx="2926080" cy="1828800"/>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9" name="Shape 4">
            <a:extLst>
              <a:ext uri="{FF2B5EF4-FFF2-40B4-BE49-F238E27FC236}">
                <a16:creationId xmlns:a16="http://schemas.microsoft.com/office/drawing/2014/main" id="{9730793D-274F-DACD-8DEE-4598DD89CAD7}"/>
              </a:ext>
            </a:extLst>
          </p:cNvPr>
          <p:cNvSpPr/>
          <p:nvPr/>
        </p:nvSpPr>
        <p:spPr>
          <a:xfrm>
            <a:off x="4693920" y="2692150"/>
            <a:ext cx="2926080" cy="73152"/>
          </a:xfrm>
          <a:prstGeom prst="rect">
            <a:avLst/>
          </a:prstGeom>
          <a:solidFill>
            <a:srgbClr val="FFB900"/>
          </a:solidFill>
          <a:ln w="12700">
            <a:solidFill>
              <a:srgbClr val="FFB900"/>
            </a:solidFill>
            <a:prstDash val="solid"/>
          </a:ln>
        </p:spPr>
        <p:txBody>
          <a:bodyPr/>
          <a:lstStyle/>
          <a:p>
            <a:endParaRPr lang="en-IN" sz="1867"/>
          </a:p>
        </p:txBody>
      </p:sp>
      <p:pic>
        <p:nvPicPr>
          <p:cNvPr id="10" name="Image 0" descr="preencoded.png">
            <a:extLst>
              <a:ext uri="{FF2B5EF4-FFF2-40B4-BE49-F238E27FC236}">
                <a16:creationId xmlns:a16="http://schemas.microsoft.com/office/drawing/2014/main" id="{03FBFCFB-B2FA-337E-9F90-D4FC8D2935F5}"/>
              </a:ext>
            </a:extLst>
          </p:cNvPr>
          <p:cNvPicPr>
            <a:picLocks noChangeAspect="1"/>
          </p:cNvPicPr>
          <p:nvPr/>
        </p:nvPicPr>
        <p:blipFill>
          <a:blip r:embed="rId2"/>
          <a:stretch>
            <a:fillRect/>
          </a:stretch>
        </p:blipFill>
        <p:spPr>
          <a:xfrm>
            <a:off x="5699760" y="2972566"/>
            <a:ext cx="792480" cy="792480"/>
          </a:xfrm>
          <a:prstGeom prst="rect">
            <a:avLst/>
          </a:prstGeom>
        </p:spPr>
      </p:pic>
      <p:sp>
        <p:nvSpPr>
          <p:cNvPr id="11" name="Text 5">
            <a:extLst>
              <a:ext uri="{FF2B5EF4-FFF2-40B4-BE49-F238E27FC236}">
                <a16:creationId xmlns:a16="http://schemas.microsoft.com/office/drawing/2014/main" id="{45755688-38C4-12CE-295F-B842054C64E1}"/>
              </a:ext>
            </a:extLst>
          </p:cNvPr>
          <p:cNvSpPr/>
          <p:nvPr/>
        </p:nvSpPr>
        <p:spPr>
          <a:xfrm>
            <a:off x="4572000" y="3759201"/>
            <a:ext cx="2926080" cy="731520"/>
          </a:xfrm>
          <a:prstGeom prst="rect">
            <a:avLst/>
          </a:prstGeom>
          <a:noFill/>
          <a:ln/>
        </p:spPr>
        <p:txBody>
          <a:bodyPr wrap="square" lIns="0" tIns="0" rIns="0" bIns="0" rtlCol="0" anchor="ctr"/>
          <a:lstStyle/>
          <a:p>
            <a:pPr algn="ctr"/>
            <a:r>
              <a:rPr lang="en-US" sz="1600" b="1" dirty="0">
                <a:solidFill>
                  <a:srgbClr val="FFB900"/>
                </a:solidFill>
                <a:ea typeface="Calibri" pitchFamily="34" charset="-122"/>
                <a:cs typeface="Calibri" pitchFamily="34" charset="-120"/>
              </a:rPr>
              <a:t>Supply Chain</a:t>
            </a:r>
            <a:endParaRPr lang="en-US" sz="1600" dirty="0"/>
          </a:p>
          <a:p>
            <a:pPr algn="ctr"/>
            <a:r>
              <a:rPr lang="en-US" sz="1600" b="1" dirty="0">
                <a:solidFill>
                  <a:srgbClr val="FFB900"/>
                </a:solidFill>
                <a:ea typeface="Calibri" pitchFamily="34" charset="-122"/>
                <a:cs typeface="Calibri" pitchFamily="34" charset="-120"/>
              </a:rPr>
              <a:t>Copilot Agent</a:t>
            </a:r>
            <a:endParaRPr lang="en-US" sz="1600" dirty="0"/>
          </a:p>
        </p:txBody>
      </p:sp>
      <p:sp>
        <p:nvSpPr>
          <p:cNvPr id="12" name="Shape 6">
            <a:extLst>
              <a:ext uri="{FF2B5EF4-FFF2-40B4-BE49-F238E27FC236}">
                <a16:creationId xmlns:a16="http://schemas.microsoft.com/office/drawing/2014/main" id="{D0B323C1-DBFC-DF5D-2F1C-3CC14070D01A}"/>
              </a:ext>
            </a:extLst>
          </p:cNvPr>
          <p:cNvSpPr/>
          <p:nvPr/>
        </p:nvSpPr>
        <p:spPr>
          <a:xfrm>
            <a:off x="426720" y="1341120"/>
            <a:ext cx="2682240" cy="1706880"/>
          </a:xfrm>
          <a:prstGeom prst="rect">
            <a:avLst/>
          </a:prstGeom>
          <a:solidFill>
            <a:srgbClr val="162845"/>
          </a:solidFill>
          <a:ln w="12700">
            <a:solidFill>
              <a:srgbClr val="162845"/>
            </a:solidFill>
            <a:prstDash val="solid"/>
          </a:ln>
          <a:effectLst>
            <a:outerShdw blurRad="152400" dist="38100" dir="8100000" algn="bl" rotWithShape="0">
              <a:srgbClr val="000000">
                <a:alpha val="25000"/>
              </a:srgbClr>
            </a:outerShdw>
          </a:effectLst>
        </p:spPr>
        <p:txBody>
          <a:bodyPr/>
          <a:lstStyle/>
          <a:p>
            <a:endParaRPr lang="en-IN" sz="1867"/>
          </a:p>
        </p:txBody>
      </p:sp>
      <p:sp>
        <p:nvSpPr>
          <p:cNvPr id="13" name="Shape 7">
            <a:extLst>
              <a:ext uri="{FF2B5EF4-FFF2-40B4-BE49-F238E27FC236}">
                <a16:creationId xmlns:a16="http://schemas.microsoft.com/office/drawing/2014/main" id="{ABCA38E7-6AAA-E9E6-1A17-0D27A083CA6F}"/>
              </a:ext>
            </a:extLst>
          </p:cNvPr>
          <p:cNvSpPr/>
          <p:nvPr/>
        </p:nvSpPr>
        <p:spPr>
          <a:xfrm>
            <a:off x="426720" y="1341120"/>
            <a:ext cx="2682240" cy="73152"/>
          </a:xfrm>
          <a:prstGeom prst="rect">
            <a:avLst/>
          </a:prstGeom>
          <a:solidFill>
            <a:srgbClr val="0078D4"/>
          </a:solidFill>
          <a:ln w="12700">
            <a:solidFill>
              <a:srgbClr val="0078D4"/>
            </a:solidFill>
            <a:prstDash val="solid"/>
          </a:ln>
        </p:spPr>
        <p:txBody>
          <a:bodyPr/>
          <a:lstStyle/>
          <a:p>
            <a:endParaRPr lang="en-IN" sz="1867"/>
          </a:p>
        </p:txBody>
      </p:sp>
      <p:pic>
        <p:nvPicPr>
          <p:cNvPr id="14" name="Image 1" descr="preencoded.png">
            <a:extLst>
              <a:ext uri="{FF2B5EF4-FFF2-40B4-BE49-F238E27FC236}">
                <a16:creationId xmlns:a16="http://schemas.microsoft.com/office/drawing/2014/main" id="{E7DAB011-B9D7-4DE1-A273-B04F8EBEE940}"/>
              </a:ext>
            </a:extLst>
          </p:cNvPr>
          <p:cNvPicPr>
            <a:picLocks noChangeAspect="1"/>
          </p:cNvPicPr>
          <p:nvPr/>
        </p:nvPicPr>
        <p:blipFill>
          <a:blip r:embed="rId3"/>
          <a:stretch>
            <a:fillRect/>
          </a:stretch>
        </p:blipFill>
        <p:spPr>
          <a:xfrm>
            <a:off x="1463040" y="1524000"/>
            <a:ext cx="548640" cy="548640"/>
          </a:xfrm>
          <a:prstGeom prst="rect">
            <a:avLst/>
          </a:prstGeom>
        </p:spPr>
      </p:pic>
      <p:sp>
        <p:nvSpPr>
          <p:cNvPr id="15" name="Text 8">
            <a:extLst>
              <a:ext uri="{FF2B5EF4-FFF2-40B4-BE49-F238E27FC236}">
                <a16:creationId xmlns:a16="http://schemas.microsoft.com/office/drawing/2014/main" id="{EB125F19-2FBE-B222-40DA-7DAA8183BA72}"/>
              </a:ext>
            </a:extLst>
          </p:cNvPr>
          <p:cNvSpPr/>
          <p:nvPr/>
        </p:nvSpPr>
        <p:spPr>
          <a:xfrm>
            <a:off x="487680" y="2133600"/>
            <a:ext cx="2560320" cy="792480"/>
          </a:xfrm>
          <a:prstGeom prst="rect">
            <a:avLst/>
          </a:prstGeom>
          <a:noFill/>
          <a:ln/>
        </p:spPr>
        <p:txBody>
          <a:bodyPr wrap="square" lIns="0" tIns="0" rIns="0" bIns="0" rtlCol="0" anchor="ctr"/>
          <a:lstStyle/>
          <a:p>
            <a:pPr algn="ctr"/>
            <a:r>
              <a:rPr lang="en-US" sz="1467" b="1" dirty="0">
                <a:solidFill>
                  <a:srgbClr val="0078D4"/>
                </a:solidFill>
                <a:ea typeface="Calibri" pitchFamily="34" charset="-122"/>
                <a:cs typeface="Calibri" pitchFamily="34" charset="-120"/>
              </a:rPr>
              <a:t>Demand</a:t>
            </a:r>
            <a:endParaRPr lang="en-US" sz="1467" dirty="0"/>
          </a:p>
          <a:p>
            <a:pPr algn="ctr"/>
            <a:r>
              <a:rPr lang="en-US" sz="1467" b="1" dirty="0">
                <a:solidFill>
                  <a:srgbClr val="0078D4"/>
                </a:solidFill>
                <a:ea typeface="Calibri" pitchFamily="34" charset="-122"/>
                <a:cs typeface="Calibri" pitchFamily="34" charset="-120"/>
              </a:rPr>
              <a:t>Forecasting</a:t>
            </a:r>
            <a:endParaRPr lang="en-US" sz="1467" dirty="0"/>
          </a:p>
          <a:p>
            <a:pPr algn="ctr"/>
            <a:r>
              <a:rPr lang="en-US" sz="1467" b="1" dirty="0">
                <a:solidFill>
                  <a:srgbClr val="0078D4"/>
                </a:solidFill>
                <a:ea typeface="Calibri" pitchFamily="34" charset="-122"/>
                <a:cs typeface="Calibri" pitchFamily="34" charset="-120"/>
              </a:rPr>
              <a:t>Agent</a:t>
            </a:r>
            <a:endParaRPr lang="en-US" sz="1467" dirty="0"/>
          </a:p>
        </p:txBody>
      </p:sp>
      <p:sp>
        <p:nvSpPr>
          <p:cNvPr id="16" name="Shape 9">
            <a:extLst>
              <a:ext uri="{FF2B5EF4-FFF2-40B4-BE49-F238E27FC236}">
                <a16:creationId xmlns:a16="http://schemas.microsoft.com/office/drawing/2014/main" id="{D268A8C2-2DA7-C657-18AE-6B9F4CF9D1C0}"/>
              </a:ext>
            </a:extLst>
          </p:cNvPr>
          <p:cNvSpPr/>
          <p:nvPr/>
        </p:nvSpPr>
        <p:spPr>
          <a:xfrm>
            <a:off x="8961120" y="1341120"/>
            <a:ext cx="2682240" cy="1706880"/>
          </a:xfrm>
          <a:prstGeom prst="rect">
            <a:avLst/>
          </a:prstGeom>
          <a:solidFill>
            <a:srgbClr val="162845"/>
          </a:solidFill>
          <a:ln w="12700">
            <a:solidFill>
              <a:srgbClr val="162845"/>
            </a:solidFill>
            <a:prstDash val="solid"/>
          </a:ln>
          <a:effectLst>
            <a:outerShdw blurRad="152400" dist="38100" dir="8100000" algn="bl" rotWithShape="0">
              <a:srgbClr val="000000">
                <a:alpha val="25000"/>
              </a:srgbClr>
            </a:outerShdw>
          </a:effectLst>
        </p:spPr>
        <p:txBody>
          <a:bodyPr/>
          <a:lstStyle/>
          <a:p>
            <a:endParaRPr lang="en-IN" sz="1867"/>
          </a:p>
        </p:txBody>
      </p:sp>
      <p:sp>
        <p:nvSpPr>
          <p:cNvPr id="17" name="Shape 10">
            <a:extLst>
              <a:ext uri="{FF2B5EF4-FFF2-40B4-BE49-F238E27FC236}">
                <a16:creationId xmlns:a16="http://schemas.microsoft.com/office/drawing/2014/main" id="{33DD8392-7192-656B-B079-4CFC3BA2DCB7}"/>
              </a:ext>
            </a:extLst>
          </p:cNvPr>
          <p:cNvSpPr/>
          <p:nvPr/>
        </p:nvSpPr>
        <p:spPr>
          <a:xfrm>
            <a:off x="8961120" y="1341120"/>
            <a:ext cx="2682240" cy="73152"/>
          </a:xfrm>
          <a:prstGeom prst="rect">
            <a:avLst/>
          </a:prstGeom>
          <a:solidFill>
            <a:srgbClr val="FFB900"/>
          </a:solidFill>
          <a:ln w="12700">
            <a:solidFill>
              <a:srgbClr val="FFB900"/>
            </a:solidFill>
            <a:prstDash val="solid"/>
          </a:ln>
        </p:spPr>
        <p:txBody>
          <a:bodyPr/>
          <a:lstStyle/>
          <a:p>
            <a:endParaRPr lang="en-IN" sz="1867"/>
          </a:p>
        </p:txBody>
      </p:sp>
      <p:pic>
        <p:nvPicPr>
          <p:cNvPr id="18" name="Image 2" descr="preencoded.png">
            <a:extLst>
              <a:ext uri="{FF2B5EF4-FFF2-40B4-BE49-F238E27FC236}">
                <a16:creationId xmlns:a16="http://schemas.microsoft.com/office/drawing/2014/main" id="{EE46CF47-16AB-F374-D6F2-559DE5B32B6F}"/>
              </a:ext>
            </a:extLst>
          </p:cNvPr>
          <p:cNvPicPr>
            <a:picLocks noChangeAspect="1"/>
          </p:cNvPicPr>
          <p:nvPr/>
        </p:nvPicPr>
        <p:blipFill>
          <a:blip r:embed="rId4"/>
          <a:stretch>
            <a:fillRect/>
          </a:stretch>
        </p:blipFill>
        <p:spPr>
          <a:xfrm>
            <a:off x="9997440" y="1524000"/>
            <a:ext cx="548640" cy="548640"/>
          </a:xfrm>
          <a:prstGeom prst="rect">
            <a:avLst/>
          </a:prstGeom>
        </p:spPr>
      </p:pic>
      <p:sp>
        <p:nvSpPr>
          <p:cNvPr id="19" name="Text 11">
            <a:extLst>
              <a:ext uri="{FF2B5EF4-FFF2-40B4-BE49-F238E27FC236}">
                <a16:creationId xmlns:a16="http://schemas.microsoft.com/office/drawing/2014/main" id="{DB2C5E52-5C81-A3C8-2A16-8E4F9C16D876}"/>
              </a:ext>
            </a:extLst>
          </p:cNvPr>
          <p:cNvSpPr/>
          <p:nvPr/>
        </p:nvSpPr>
        <p:spPr>
          <a:xfrm>
            <a:off x="9022080" y="2133600"/>
            <a:ext cx="2560320" cy="792480"/>
          </a:xfrm>
          <a:prstGeom prst="rect">
            <a:avLst/>
          </a:prstGeom>
          <a:noFill/>
          <a:ln/>
        </p:spPr>
        <p:txBody>
          <a:bodyPr wrap="square" lIns="0" tIns="0" rIns="0" bIns="0" rtlCol="0" anchor="ctr"/>
          <a:lstStyle/>
          <a:p>
            <a:pPr algn="ctr"/>
            <a:r>
              <a:rPr lang="en-US" sz="1467" b="1" dirty="0">
                <a:solidFill>
                  <a:srgbClr val="FFB900"/>
                </a:solidFill>
                <a:ea typeface="Calibri" pitchFamily="34" charset="-122"/>
                <a:cs typeface="Calibri" pitchFamily="34" charset="-120"/>
              </a:rPr>
              <a:t>Inventory</a:t>
            </a:r>
            <a:endParaRPr lang="en-US" sz="1467" dirty="0"/>
          </a:p>
          <a:p>
            <a:pPr algn="ctr"/>
            <a:r>
              <a:rPr lang="en-US" sz="1467" b="1" dirty="0">
                <a:solidFill>
                  <a:srgbClr val="FFB900"/>
                </a:solidFill>
                <a:ea typeface="Calibri" pitchFamily="34" charset="-122"/>
                <a:cs typeface="Calibri" pitchFamily="34" charset="-120"/>
              </a:rPr>
              <a:t>Optimisation</a:t>
            </a:r>
            <a:endParaRPr lang="en-US" sz="1467" dirty="0"/>
          </a:p>
          <a:p>
            <a:pPr algn="ctr"/>
            <a:r>
              <a:rPr lang="en-US" sz="1467" b="1" dirty="0">
                <a:solidFill>
                  <a:srgbClr val="FFB900"/>
                </a:solidFill>
                <a:ea typeface="Calibri" pitchFamily="34" charset="-122"/>
                <a:cs typeface="Calibri" pitchFamily="34" charset="-120"/>
              </a:rPr>
              <a:t>Agent</a:t>
            </a:r>
            <a:endParaRPr lang="en-US" sz="1467" dirty="0"/>
          </a:p>
        </p:txBody>
      </p:sp>
      <p:sp>
        <p:nvSpPr>
          <p:cNvPr id="20" name="Shape 12">
            <a:extLst>
              <a:ext uri="{FF2B5EF4-FFF2-40B4-BE49-F238E27FC236}">
                <a16:creationId xmlns:a16="http://schemas.microsoft.com/office/drawing/2014/main" id="{43859C48-1A04-E20F-51C6-BA4879E90DA5}"/>
              </a:ext>
            </a:extLst>
          </p:cNvPr>
          <p:cNvSpPr/>
          <p:nvPr/>
        </p:nvSpPr>
        <p:spPr>
          <a:xfrm>
            <a:off x="426720" y="4084320"/>
            <a:ext cx="2682240" cy="1706880"/>
          </a:xfrm>
          <a:prstGeom prst="rect">
            <a:avLst/>
          </a:prstGeom>
          <a:solidFill>
            <a:srgbClr val="162845"/>
          </a:solidFill>
          <a:ln w="12700">
            <a:solidFill>
              <a:srgbClr val="162845"/>
            </a:solidFill>
            <a:prstDash val="solid"/>
          </a:ln>
          <a:effectLst>
            <a:outerShdw blurRad="152400" dist="38100" dir="8100000" algn="bl" rotWithShape="0">
              <a:srgbClr val="000000">
                <a:alpha val="25000"/>
              </a:srgbClr>
            </a:outerShdw>
          </a:effectLst>
        </p:spPr>
        <p:txBody>
          <a:bodyPr/>
          <a:lstStyle/>
          <a:p>
            <a:endParaRPr lang="en-IN" sz="1867"/>
          </a:p>
        </p:txBody>
      </p:sp>
      <p:sp>
        <p:nvSpPr>
          <p:cNvPr id="21" name="Shape 13">
            <a:extLst>
              <a:ext uri="{FF2B5EF4-FFF2-40B4-BE49-F238E27FC236}">
                <a16:creationId xmlns:a16="http://schemas.microsoft.com/office/drawing/2014/main" id="{9349CC75-00CB-026A-210D-084AC932E4A3}"/>
              </a:ext>
            </a:extLst>
          </p:cNvPr>
          <p:cNvSpPr/>
          <p:nvPr/>
        </p:nvSpPr>
        <p:spPr>
          <a:xfrm>
            <a:off x="426720" y="4084320"/>
            <a:ext cx="2682240" cy="73152"/>
          </a:xfrm>
          <a:prstGeom prst="rect">
            <a:avLst/>
          </a:prstGeom>
          <a:solidFill>
            <a:srgbClr val="00B294"/>
          </a:solidFill>
          <a:ln w="12700">
            <a:solidFill>
              <a:srgbClr val="00B294"/>
            </a:solidFill>
            <a:prstDash val="solid"/>
          </a:ln>
        </p:spPr>
        <p:txBody>
          <a:bodyPr/>
          <a:lstStyle/>
          <a:p>
            <a:endParaRPr lang="en-IN" sz="1867"/>
          </a:p>
        </p:txBody>
      </p:sp>
      <p:pic>
        <p:nvPicPr>
          <p:cNvPr id="22" name="Image 3" descr="preencoded.png">
            <a:extLst>
              <a:ext uri="{FF2B5EF4-FFF2-40B4-BE49-F238E27FC236}">
                <a16:creationId xmlns:a16="http://schemas.microsoft.com/office/drawing/2014/main" id="{E9AFD3E2-AF46-E999-A2E8-BE76B6A88989}"/>
              </a:ext>
            </a:extLst>
          </p:cNvPr>
          <p:cNvPicPr>
            <a:picLocks noChangeAspect="1"/>
          </p:cNvPicPr>
          <p:nvPr/>
        </p:nvPicPr>
        <p:blipFill>
          <a:blip r:embed="rId5"/>
          <a:stretch>
            <a:fillRect/>
          </a:stretch>
        </p:blipFill>
        <p:spPr>
          <a:xfrm>
            <a:off x="1463040" y="4267200"/>
            <a:ext cx="548640" cy="548640"/>
          </a:xfrm>
          <a:prstGeom prst="rect">
            <a:avLst/>
          </a:prstGeom>
        </p:spPr>
      </p:pic>
      <p:sp>
        <p:nvSpPr>
          <p:cNvPr id="23" name="Text 14">
            <a:extLst>
              <a:ext uri="{FF2B5EF4-FFF2-40B4-BE49-F238E27FC236}">
                <a16:creationId xmlns:a16="http://schemas.microsoft.com/office/drawing/2014/main" id="{621D0710-D339-7250-BB89-6A008D98956B}"/>
              </a:ext>
            </a:extLst>
          </p:cNvPr>
          <p:cNvSpPr/>
          <p:nvPr/>
        </p:nvSpPr>
        <p:spPr>
          <a:xfrm>
            <a:off x="487680" y="4876800"/>
            <a:ext cx="2560320" cy="792480"/>
          </a:xfrm>
          <a:prstGeom prst="rect">
            <a:avLst/>
          </a:prstGeom>
          <a:noFill/>
          <a:ln/>
        </p:spPr>
        <p:txBody>
          <a:bodyPr wrap="square" lIns="0" tIns="0" rIns="0" bIns="0" rtlCol="0" anchor="ctr"/>
          <a:lstStyle/>
          <a:p>
            <a:pPr algn="ctr"/>
            <a:r>
              <a:rPr lang="en-US" sz="1467" b="1" dirty="0">
                <a:solidFill>
                  <a:srgbClr val="00B294"/>
                </a:solidFill>
                <a:ea typeface="Calibri" pitchFamily="34" charset="-122"/>
                <a:cs typeface="Calibri" pitchFamily="34" charset="-120"/>
              </a:rPr>
              <a:t>Supply</a:t>
            </a:r>
            <a:endParaRPr lang="en-US" sz="1467" dirty="0"/>
          </a:p>
          <a:p>
            <a:pPr algn="ctr"/>
            <a:r>
              <a:rPr lang="en-US" sz="1467" b="1" dirty="0">
                <a:solidFill>
                  <a:srgbClr val="00B294"/>
                </a:solidFill>
                <a:ea typeface="Calibri" pitchFamily="34" charset="-122"/>
                <a:cs typeface="Calibri" pitchFamily="34" charset="-120"/>
              </a:rPr>
              <a:t>Planning</a:t>
            </a:r>
            <a:endParaRPr lang="en-US" sz="1467" dirty="0"/>
          </a:p>
          <a:p>
            <a:pPr algn="ctr"/>
            <a:r>
              <a:rPr lang="en-US" sz="1467" b="1" dirty="0">
                <a:solidFill>
                  <a:srgbClr val="00B294"/>
                </a:solidFill>
                <a:ea typeface="Calibri" pitchFamily="34" charset="-122"/>
                <a:cs typeface="Calibri" pitchFamily="34" charset="-120"/>
              </a:rPr>
              <a:t>Agent</a:t>
            </a:r>
            <a:endParaRPr lang="en-US" sz="1467" dirty="0"/>
          </a:p>
        </p:txBody>
      </p:sp>
      <p:sp>
        <p:nvSpPr>
          <p:cNvPr id="24" name="Shape 15">
            <a:extLst>
              <a:ext uri="{FF2B5EF4-FFF2-40B4-BE49-F238E27FC236}">
                <a16:creationId xmlns:a16="http://schemas.microsoft.com/office/drawing/2014/main" id="{5EC5F103-D60A-3AE6-76CB-30622987A233}"/>
              </a:ext>
            </a:extLst>
          </p:cNvPr>
          <p:cNvSpPr/>
          <p:nvPr/>
        </p:nvSpPr>
        <p:spPr>
          <a:xfrm>
            <a:off x="8961120" y="4084320"/>
            <a:ext cx="2682240" cy="1706880"/>
          </a:xfrm>
          <a:prstGeom prst="rect">
            <a:avLst/>
          </a:prstGeom>
          <a:solidFill>
            <a:srgbClr val="162845"/>
          </a:solidFill>
          <a:ln w="12700">
            <a:solidFill>
              <a:srgbClr val="162845"/>
            </a:solidFill>
            <a:prstDash val="solid"/>
          </a:ln>
          <a:effectLst>
            <a:outerShdw blurRad="152400" dist="38100" dir="8100000" algn="bl" rotWithShape="0">
              <a:srgbClr val="000000">
                <a:alpha val="25000"/>
              </a:srgbClr>
            </a:outerShdw>
          </a:effectLst>
        </p:spPr>
        <p:txBody>
          <a:bodyPr/>
          <a:lstStyle/>
          <a:p>
            <a:endParaRPr lang="en-IN" sz="1867"/>
          </a:p>
        </p:txBody>
      </p:sp>
      <p:sp>
        <p:nvSpPr>
          <p:cNvPr id="25" name="Shape 16">
            <a:extLst>
              <a:ext uri="{FF2B5EF4-FFF2-40B4-BE49-F238E27FC236}">
                <a16:creationId xmlns:a16="http://schemas.microsoft.com/office/drawing/2014/main" id="{7BD588AE-29F0-B907-FE8B-4F325DEB77E3}"/>
              </a:ext>
            </a:extLst>
          </p:cNvPr>
          <p:cNvSpPr/>
          <p:nvPr/>
        </p:nvSpPr>
        <p:spPr>
          <a:xfrm>
            <a:off x="8961120" y="4084320"/>
            <a:ext cx="2682240" cy="73152"/>
          </a:xfrm>
          <a:prstGeom prst="rect">
            <a:avLst/>
          </a:prstGeom>
          <a:solidFill>
            <a:srgbClr val="FF8C00"/>
          </a:solidFill>
          <a:ln w="12700">
            <a:solidFill>
              <a:srgbClr val="FF8C00"/>
            </a:solidFill>
            <a:prstDash val="solid"/>
          </a:ln>
        </p:spPr>
        <p:txBody>
          <a:bodyPr/>
          <a:lstStyle/>
          <a:p>
            <a:endParaRPr lang="en-IN" sz="1867"/>
          </a:p>
        </p:txBody>
      </p:sp>
      <p:pic>
        <p:nvPicPr>
          <p:cNvPr id="26" name="Image 4" descr="preencoded.png">
            <a:extLst>
              <a:ext uri="{FF2B5EF4-FFF2-40B4-BE49-F238E27FC236}">
                <a16:creationId xmlns:a16="http://schemas.microsoft.com/office/drawing/2014/main" id="{54149580-83C3-9056-95A3-8BCFE46F38C5}"/>
              </a:ext>
            </a:extLst>
          </p:cNvPr>
          <p:cNvPicPr>
            <a:picLocks noChangeAspect="1"/>
          </p:cNvPicPr>
          <p:nvPr/>
        </p:nvPicPr>
        <p:blipFill>
          <a:blip r:embed="rId6"/>
          <a:stretch>
            <a:fillRect/>
          </a:stretch>
        </p:blipFill>
        <p:spPr>
          <a:xfrm>
            <a:off x="9997440" y="4267200"/>
            <a:ext cx="548640" cy="548640"/>
          </a:xfrm>
          <a:prstGeom prst="rect">
            <a:avLst/>
          </a:prstGeom>
        </p:spPr>
      </p:pic>
      <p:sp>
        <p:nvSpPr>
          <p:cNvPr id="27" name="Text 17">
            <a:extLst>
              <a:ext uri="{FF2B5EF4-FFF2-40B4-BE49-F238E27FC236}">
                <a16:creationId xmlns:a16="http://schemas.microsoft.com/office/drawing/2014/main" id="{EC80FA89-3D8E-E2E9-0119-CB09CE6460F0}"/>
              </a:ext>
            </a:extLst>
          </p:cNvPr>
          <p:cNvSpPr/>
          <p:nvPr/>
        </p:nvSpPr>
        <p:spPr>
          <a:xfrm>
            <a:off x="9022080" y="4876800"/>
            <a:ext cx="2560320" cy="792480"/>
          </a:xfrm>
          <a:prstGeom prst="rect">
            <a:avLst/>
          </a:prstGeom>
          <a:noFill/>
          <a:ln/>
        </p:spPr>
        <p:txBody>
          <a:bodyPr wrap="square" lIns="0" tIns="0" rIns="0" bIns="0" rtlCol="0" anchor="ctr"/>
          <a:lstStyle/>
          <a:p>
            <a:pPr algn="ctr"/>
            <a:r>
              <a:rPr lang="en-US" sz="1467" b="1" dirty="0">
                <a:solidFill>
                  <a:srgbClr val="FF8C00"/>
                </a:solidFill>
                <a:ea typeface="Calibri" pitchFamily="34" charset="-122"/>
                <a:cs typeface="Calibri" pitchFamily="34" charset="-120"/>
              </a:rPr>
              <a:t>Logistics</a:t>
            </a:r>
            <a:endParaRPr lang="en-US" sz="1467" dirty="0"/>
          </a:p>
          <a:p>
            <a:pPr algn="ctr"/>
            <a:r>
              <a:rPr lang="en-US" sz="1467" b="1" dirty="0">
                <a:solidFill>
                  <a:srgbClr val="FF8C00"/>
                </a:solidFill>
                <a:ea typeface="Calibri" pitchFamily="34" charset="-122"/>
                <a:cs typeface="Calibri" pitchFamily="34" charset="-120"/>
              </a:rPr>
              <a:t>Optimisation</a:t>
            </a:r>
            <a:endParaRPr lang="en-US" sz="1467" dirty="0"/>
          </a:p>
          <a:p>
            <a:pPr algn="ctr"/>
            <a:r>
              <a:rPr lang="en-US" sz="1467" b="1" dirty="0">
                <a:solidFill>
                  <a:srgbClr val="FF8C00"/>
                </a:solidFill>
                <a:ea typeface="Calibri" pitchFamily="34" charset="-122"/>
                <a:cs typeface="Calibri" pitchFamily="34" charset="-120"/>
              </a:rPr>
              <a:t>Agent</a:t>
            </a:r>
            <a:endParaRPr lang="en-US" sz="1467" dirty="0"/>
          </a:p>
        </p:txBody>
      </p:sp>
      <p:sp>
        <p:nvSpPr>
          <p:cNvPr id="29" name="Shape 19">
            <a:extLst>
              <a:ext uri="{FF2B5EF4-FFF2-40B4-BE49-F238E27FC236}">
                <a16:creationId xmlns:a16="http://schemas.microsoft.com/office/drawing/2014/main" id="{C045B0DA-E788-F2A2-817F-D94D4C98387F}"/>
              </a:ext>
            </a:extLst>
          </p:cNvPr>
          <p:cNvSpPr/>
          <p:nvPr/>
        </p:nvSpPr>
        <p:spPr>
          <a:xfrm>
            <a:off x="8961120" y="2133600"/>
            <a:ext cx="0" cy="121920"/>
          </a:xfrm>
          <a:prstGeom prst="line">
            <a:avLst/>
          </a:prstGeom>
          <a:noFill/>
          <a:ln w="12700">
            <a:solidFill>
              <a:srgbClr val="B8CFE8"/>
            </a:solidFill>
            <a:prstDash val="dash"/>
          </a:ln>
        </p:spPr>
        <p:txBody>
          <a:bodyPr/>
          <a:lstStyle/>
          <a:p>
            <a:endParaRPr lang="en-IN" sz="1867"/>
          </a:p>
        </p:txBody>
      </p:sp>
      <p:sp>
        <p:nvSpPr>
          <p:cNvPr id="31" name="Shape 21">
            <a:extLst>
              <a:ext uri="{FF2B5EF4-FFF2-40B4-BE49-F238E27FC236}">
                <a16:creationId xmlns:a16="http://schemas.microsoft.com/office/drawing/2014/main" id="{22BFA28F-C29C-166C-683E-3BF860A9118F}"/>
              </a:ext>
            </a:extLst>
          </p:cNvPr>
          <p:cNvSpPr/>
          <p:nvPr/>
        </p:nvSpPr>
        <p:spPr>
          <a:xfrm>
            <a:off x="8961120" y="4572000"/>
            <a:ext cx="0" cy="0"/>
          </a:xfrm>
          <a:prstGeom prst="line">
            <a:avLst/>
          </a:prstGeom>
          <a:noFill/>
          <a:ln w="12700">
            <a:solidFill>
              <a:srgbClr val="B8CFE8"/>
            </a:solidFill>
            <a:prstDash val="dash"/>
          </a:ln>
        </p:spPr>
        <p:txBody>
          <a:bodyPr/>
          <a:lstStyle/>
          <a:p>
            <a:endParaRPr lang="en-IN" sz="1867"/>
          </a:p>
        </p:txBody>
      </p:sp>
      <p:sp>
        <p:nvSpPr>
          <p:cNvPr id="32" name="Text 22">
            <a:extLst>
              <a:ext uri="{FF2B5EF4-FFF2-40B4-BE49-F238E27FC236}">
                <a16:creationId xmlns:a16="http://schemas.microsoft.com/office/drawing/2014/main" id="{5F5E6279-9D09-6A44-BA82-271EB85F12A9}"/>
              </a:ext>
            </a:extLst>
          </p:cNvPr>
          <p:cNvSpPr/>
          <p:nvPr/>
        </p:nvSpPr>
        <p:spPr>
          <a:xfrm>
            <a:off x="426720" y="5748528"/>
            <a:ext cx="11338560" cy="390144"/>
          </a:xfrm>
          <a:prstGeom prst="rect">
            <a:avLst/>
          </a:prstGeom>
          <a:noFill/>
          <a:ln/>
        </p:spPr>
        <p:txBody>
          <a:bodyPr wrap="square" lIns="0" tIns="0" rIns="0" bIns="0" rtlCol="0" anchor="ctr"/>
          <a:lstStyle/>
          <a:p>
            <a:r>
              <a:rPr lang="en-US" sz="1667" b="1" dirty="0">
                <a:solidFill>
                  <a:srgbClr val="50E6FF"/>
                </a:solidFill>
                <a:ea typeface="Calibri" pitchFamily="34" charset="-122"/>
                <a:cs typeface="Calibri" pitchFamily="34" charset="-120"/>
              </a:rPr>
              <a:t>What the Agent Can Do</a:t>
            </a:r>
            <a:endParaRPr lang="en-US" sz="1667" dirty="0"/>
          </a:p>
        </p:txBody>
      </p:sp>
      <p:sp>
        <p:nvSpPr>
          <p:cNvPr id="37" name="Text 23">
            <a:extLst>
              <a:ext uri="{FF2B5EF4-FFF2-40B4-BE49-F238E27FC236}">
                <a16:creationId xmlns:a16="http://schemas.microsoft.com/office/drawing/2014/main" id="{A6C77466-EC69-C2C1-C8F4-945FB6123A72}"/>
              </a:ext>
            </a:extLst>
          </p:cNvPr>
          <p:cNvSpPr/>
          <p:nvPr/>
        </p:nvSpPr>
        <p:spPr>
          <a:xfrm>
            <a:off x="426720" y="6117336"/>
            <a:ext cx="11338560" cy="304800"/>
          </a:xfrm>
          <a:prstGeom prst="rect">
            <a:avLst/>
          </a:prstGeom>
          <a:noFill/>
          <a:ln/>
        </p:spPr>
        <p:txBody>
          <a:bodyPr wrap="square" lIns="0" tIns="0" rIns="0" bIns="0" rtlCol="0" anchor="ctr"/>
          <a:lstStyle/>
          <a:p>
            <a:r>
              <a:rPr lang="en-US" sz="1000">
                <a:solidFill>
                  <a:srgbClr val="B8CFE8"/>
                </a:solidFill>
                <a:ea typeface="Calibri"/>
                <a:cs typeface="Calibri"/>
              </a:rPr>
              <a:t>Natural language Q&amp;A across all supply chain data   ·   Autonomous: raises POs, transfers, alerts without human trigger   ·   Integrated into Email, Teams, SAP Fiori or custom portal   ·   Audit trail of every AI decision  full explainability</a:t>
            </a:r>
            <a:endParaRPr lang="en-US" sz="1300">
              <a:ea typeface="Calibri"/>
              <a:cs typeface="Calibri"/>
            </a:endParaRPr>
          </a:p>
        </p:txBody>
      </p:sp>
      <p:cxnSp>
        <p:nvCxnSpPr>
          <p:cNvPr id="36" name="Straight Arrow Connector 35">
            <a:extLst>
              <a:ext uri="{FF2B5EF4-FFF2-40B4-BE49-F238E27FC236}">
                <a16:creationId xmlns:a16="http://schemas.microsoft.com/office/drawing/2014/main" id="{D8171F4F-85FF-0F22-F547-F50E8422B12E}"/>
              </a:ext>
            </a:extLst>
          </p:cNvPr>
          <p:cNvCxnSpPr/>
          <p:nvPr/>
        </p:nvCxnSpPr>
        <p:spPr>
          <a:xfrm>
            <a:off x="3108959" y="2284356"/>
            <a:ext cx="1584959" cy="128556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7B2A5A9A-11D6-78D0-BC34-CBB936D23713}"/>
              </a:ext>
            </a:extLst>
          </p:cNvPr>
          <p:cNvCxnSpPr>
            <a:cxnSpLocks/>
            <a:endCxn id="24" idx="1"/>
          </p:cNvCxnSpPr>
          <p:nvPr/>
        </p:nvCxnSpPr>
        <p:spPr>
          <a:xfrm>
            <a:off x="7620001" y="3864306"/>
            <a:ext cx="1341119" cy="107345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F6DC681D-5DDD-A9D2-0A2B-F85048A0E1FE}"/>
              </a:ext>
            </a:extLst>
          </p:cNvPr>
          <p:cNvCxnSpPr>
            <a:cxnSpLocks/>
          </p:cNvCxnSpPr>
          <p:nvPr/>
        </p:nvCxnSpPr>
        <p:spPr>
          <a:xfrm flipV="1">
            <a:off x="3108959" y="3874355"/>
            <a:ext cx="1584959" cy="107086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AE3DF9CF-BC3C-535C-5290-6E20BA3811B2}"/>
              </a:ext>
            </a:extLst>
          </p:cNvPr>
          <p:cNvCxnSpPr>
            <a:cxnSpLocks/>
          </p:cNvCxnSpPr>
          <p:nvPr/>
        </p:nvCxnSpPr>
        <p:spPr>
          <a:xfrm flipH="1">
            <a:off x="7620000" y="2202076"/>
            <a:ext cx="1323582" cy="131116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030" name="Picture 6" descr="SAP OData (Open Data Protocol) Part-1 | by Subashchandrabose S | Medium">
            <a:extLst>
              <a:ext uri="{FF2B5EF4-FFF2-40B4-BE49-F238E27FC236}">
                <a16:creationId xmlns:a16="http://schemas.microsoft.com/office/drawing/2014/main" id="{AD591D6E-9D07-3404-BB77-414335EB417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2428002">
            <a:off x="3538492" y="2333462"/>
            <a:ext cx="1076475" cy="557937"/>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6" descr="SAP OData (Open Data Protocol) Part-1 | by Subashchandrabose S | Medium">
            <a:extLst>
              <a:ext uri="{FF2B5EF4-FFF2-40B4-BE49-F238E27FC236}">
                <a16:creationId xmlns:a16="http://schemas.microsoft.com/office/drawing/2014/main" id="{FE870F5E-7FA2-C933-4EF1-FE3CB8F9B8E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19467179">
            <a:off x="3527502" y="4468239"/>
            <a:ext cx="1076475" cy="557937"/>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6" descr="SAP OData (Open Data Protocol) Part-1 | by Subashchandrabose S | Medium">
            <a:extLst>
              <a:ext uri="{FF2B5EF4-FFF2-40B4-BE49-F238E27FC236}">
                <a16:creationId xmlns:a16="http://schemas.microsoft.com/office/drawing/2014/main" id="{FBDBFE4E-39E2-BEFD-BA8A-72A6472471F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18982807">
            <a:off x="7681400" y="2155895"/>
            <a:ext cx="1076475" cy="557937"/>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6" descr="SAP OData (Open Data Protocol) Part-1 | by Subashchandrabose S | Medium">
            <a:extLst>
              <a:ext uri="{FF2B5EF4-FFF2-40B4-BE49-F238E27FC236}">
                <a16:creationId xmlns:a16="http://schemas.microsoft.com/office/drawing/2014/main" id="{25601FBA-3B51-9627-062D-4A119009578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2428002">
            <a:off x="7689834" y="4490152"/>
            <a:ext cx="1076475" cy="557937"/>
          </a:xfrm>
          <a:prstGeom prst="rect">
            <a:avLst/>
          </a:prstGeom>
          <a:noFill/>
          <a:extLst>
            <a:ext uri="{909E8E84-426E-40DD-AFC4-6F175D3DCCD1}">
              <a14:hiddenFill xmlns:a14="http://schemas.microsoft.com/office/drawing/2010/main">
                <a:solidFill>
                  <a:srgbClr val="FFFFFF"/>
                </a:solidFill>
              </a14:hiddenFill>
            </a:ext>
          </a:extLst>
        </p:spPr>
      </p:pic>
      <p:sp>
        <p:nvSpPr>
          <p:cNvPr id="1031" name="Rounded Rectangle 1030"/>
          <p:cNvSpPr/>
          <p:nvPr/>
        </p:nvSpPr>
        <p:spPr>
          <a:xfrm>
            <a:off x="6800000" y="3600000"/>
            <a:ext cx="5000000" cy="2800000"/>
          </a:xfrm>
          <a:prstGeom prst="roundRect">
            <a:avLst/>
          </a:prstGeom>
          <a:solidFill>
            <a:srgbClr val="12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TextBox 1031"/>
          <p:cNvSpPr txBox="1"/>
          <p:nvPr/>
        </p:nvSpPr>
        <p:spPr>
          <a:xfrm>
            <a:off x="6900000" y="3650000"/>
            <a:ext cx="4800000" cy="350000"/>
          </a:xfrm>
          <a:prstGeom prst="rect">
            <a:avLst/>
          </a:prstGeom>
          <a:noFill/>
        </p:spPr>
        <p:txBody>
          <a:bodyPr wrap="square">
            <a:spAutoFit/>
          </a:bodyPr>
          <a:lstStyle/>
          <a:p>
            <a:pPr algn="l"/>
            <a:r>
              <a:rPr sz="1600" b="1" i="0">
                <a:solidFill>
                  <a:srgbClr val="50E6FF"/>
                </a:solidFill>
              </a:rPr>
              <a:t>Sample Conversations</a:t>
            </a:r>
          </a:p>
        </p:txBody>
      </p:sp>
      <p:sp>
        <p:nvSpPr>
          <p:cNvPr id="1033" name="TextBox 1032"/>
          <p:cNvSpPr txBox="1"/>
          <p:nvPr/>
        </p:nvSpPr>
        <p:spPr>
          <a:xfrm>
            <a:off x="6900000" y="4050000"/>
            <a:ext cx="4800000" cy="2300000"/>
          </a:xfrm>
          <a:prstGeom prst="rect">
            <a:avLst/>
          </a:prstGeom>
          <a:noFill/>
        </p:spPr>
        <p:txBody>
          <a:bodyPr wrap="square">
            <a:spAutoFit/>
          </a:bodyPr>
          <a:lstStyle/>
          <a:p>
            <a:pPr algn="l">
              <a:spcAft>
                <a:spcPts val="400"/>
              </a:spcAft>
            </a:pPr>
            <a:r>
              <a:rPr sz="1062" b="0">
                <a:solidFill>
                  <a:srgbClr val="E8F4FD"/>
                </a:solidFill>
              </a:rPr>
              <a:t>✉ User: "Show top 5 parts at stockout risk in Sydney"</a:t>
            </a:r>
          </a:p>
          <a:p>
            <a:pPr algn="l">
              <a:spcAft>
                <a:spcPts val="400"/>
              </a:spcAft>
            </a:pPr>
            <a:r>
              <a:rPr sz="1062" b="0">
                <a:solidFill>
                  <a:srgbClr val="B8CFE8"/>
                </a:solidFill>
              </a:rPr>
              <a:t>→ Agent: Querying inventory model... 3 critical, 2 warning.</a:t>
            </a:r>
          </a:p>
          <a:p>
            <a:pPr algn="l">
              <a:spcAft>
                <a:spcPts val="400"/>
              </a:spcAft>
            </a:pPr>
            <a:r>
              <a:rPr sz="1062" b="0">
                <a:solidFill>
                  <a:srgbClr val="B8CFE8"/>
                </a:solidFill>
              </a:rPr>
              <a:t>   Auto-creating transfer request from Melbourne depot.</a:t>
            </a:r>
          </a:p>
          <a:p>
            <a:pPr algn="l">
              <a:spcAft>
                <a:spcPts val="400"/>
              </a:spcAft>
            </a:pPr>
            <a:r>
              <a:rPr sz="1062" b="0">
                <a:solidFill>
                  <a:srgbClr val="B8CFE8"/>
                </a:solidFill>
              </a:rPr>
              <a:t/>
            </a:r>
          </a:p>
          <a:p>
            <a:pPr algn="l">
              <a:spcAft>
                <a:spcPts val="400"/>
              </a:spcAft>
            </a:pPr>
            <a:r>
              <a:rPr sz="1062" b="0">
                <a:solidFill>
                  <a:srgbClr val="E8F4FD"/>
                </a:solidFill>
              </a:rPr>
              <a:t>✉ User: "What happens if port delays extend 2 weeks?"</a:t>
            </a:r>
          </a:p>
          <a:p>
            <a:pPr algn="l">
              <a:spcAft>
                <a:spcPts val="400"/>
              </a:spcAft>
            </a:pPr>
            <a:r>
              <a:rPr sz="1062" b="0">
                <a:solidFill>
                  <a:srgbClr val="B8CFE8"/>
                </a:solidFill>
              </a:rPr>
              <a:t>→ Agent: Running scenario... 12 SKUs impacted. Alt vendors</a:t>
            </a:r>
          </a:p>
          <a:p>
            <a:pPr algn="l">
              <a:spcAft>
                <a:spcPts val="400"/>
              </a:spcAft>
            </a:pPr>
            <a:r>
              <a:rPr sz="1062" b="0">
                <a:solidFill>
                  <a:srgbClr val="B8CFE8"/>
                </a:solidFill>
              </a:rPr>
              <a:t>   identified. Shall I raise emergency POs?</a:t>
            </a:r>
          </a:p>
        </p:txBody>
      </p:sp>
    </p:spTree>
    <p:extLst>
      <p:ext uri="{BB962C8B-B14F-4D97-AF65-F5344CB8AC3E}">
        <p14:creationId xmlns:p14="http://schemas.microsoft.com/office/powerpoint/2010/main" val="406195699"/>
      </p:ext>
    </p:extLst>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609600" y="300000"/>
            <a:ext cx="10000000" cy="600000"/>
          </a:xfrm>
          <a:prstGeom prst="rect">
            <a:avLst/>
          </a:prstGeom>
          <a:noFill/>
        </p:spPr>
        <p:txBody>
          <a:bodyPr wrap="square">
            <a:spAutoFit/>
          </a:bodyPr>
          <a:lstStyle/>
          <a:p>
            <a:pPr algn="l"/>
            <a:r>
              <a:rPr sz="3467" b="1" i="0">
                <a:solidFill>
                  <a:srgbClr val="FFFFFF"/>
                </a:solidFill>
              </a:rPr>
              <a:t>Consolidated ROI &amp; Business Case</a:t>
            </a:r>
          </a:p>
        </p:txBody>
      </p:sp>
      <p:sp>
        <p:nvSpPr>
          <p:cNvPr id="4" name="TextBox 3"/>
          <p:cNvSpPr txBox="1"/>
          <p:nvPr/>
        </p:nvSpPr>
        <p:spPr>
          <a:xfrm>
            <a:off x="609600" y="850000"/>
            <a:ext cx="10000000" cy="350000"/>
          </a:xfrm>
          <a:prstGeom prst="rect">
            <a:avLst/>
          </a:prstGeom>
          <a:noFill/>
        </p:spPr>
        <p:txBody>
          <a:bodyPr wrap="square">
            <a:spAutoFit/>
          </a:bodyPr>
          <a:lstStyle/>
          <a:p>
            <a:pPr algn="l"/>
            <a:r>
              <a:rPr sz="1733" b="0" i="0">
                <a:solidFill>
                  <a:srgbClr val="B8CFE8"/>
                </a:solidFill>
              </a:rPr>
              <a:t>Combined impact across all four AI use cases</a:t>
            </a:r>
          </a:p>
        </p:txBody>
      </p:sp>
      <p:sp>
        <p:nvSpPr>
          <p:cNvPr id="5" name="Rounded Rectangle 4"/>
          <p:cNvSpPr/>
          <p:nvPr/>
        </p:nvSpPr>
        <p:spPr>
          <a:xfrm>
            <a:off x="596000" y="1500000"/>
            <a:ext cx="2600000" cy="1600000"/>
          </a:xfrm>
          <a:prstGeom prst="round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6000" y="1600000"/>
            <a:ext cx="2600000" cy="600000"/>
          </a:xfrm>
          <a:prstGeom prst="rect">
            <a:avLst/>
          </a:prstGeom>
          <a:noFill/>
        </p:spPr>
        <p:txBody>
          <a:bodyPr wrap="square">
            <a:spAutoFit/>
          </a:bodyPr>
          <a:lstStyle/>
          <a:p>
            <a:pPr algn="ctr"/>
            <a:r>
              <a:rPr sz="4533" b="1" i="0">
                <a:solidFill>
                  <a:srgbClr val="0078D4"/>
                </a:solidFill>
              </a:rPr>
              <a:t>3.2×</a:t>
            </a:r>
          </a:p>
        </p:txBody>
      </p:sp>
      <p:sp>
        <p:nvSpPr>
          <p:cNvPr id="7" name="TextBox 6"/>
          <p:cNvSpPr txBox="1"/>
          <p:nvPr/>
        </p:nvSpPr>
        <p:spPr>
          <a:xfrm>
            <a:off x="696000" y="2250000"/>
            <a:ext cx="2400000" cy="700000"/>
          </a:xfrm>
          <a:prstGeom prst="rect">
            <a:avLst/>
          </a:prstGeom>
          <a:noFill/>
        </p:spPr>
        <p:txBody>
          <a:bodyPr wrap="square">
            <a:spAutoFit/>
          </a:bodyPr>
          <a:lstStyle/>
          <a:p>
            <a:pPr algn="ctr">
              <a:spcAft>
                <a:spcPts val="400"/>
              </a:spcAft>
            </a:pPr>
            <a:r>
              <a:rPr sz="1467" b="0">
                <a:solidFill>
                  <a:srgbClr val="B8CFE8"/>
                </a:solidFill>
              </a:rPr>
              <a:t>Overall ROI</a:t>
            </a:r>
          </a:p>
          <a:p>
            <a:pPr algn="ctr">
              <a:spcAft>
                <a:spcPts val="400"/>
              </a:spcAft>
            </a:pPr>
            <a:r>
              <a:rPr sz="1467" b="0">
                <a:solidFill>
                  <a:srgbClr val="B8CFE8"/>
                </a:solidFill>
              </a:rPr>
              <a:t>vs. manual planning</a:t>
            </a:r>
          </a:p>
        </p:txBody>
      </p:sp>
      <p:sp>
        <p:nvSpPr>
          <p:cNvPr id="8" name="Rounded Rectangle 7"/>
          <p:cNvSpPr/>
          <p:nvPr/>
        </p:nvSpPr>
        <p:spPr>
          <a:xfrm>
            <a:off x="3396000" y="1500000"/>
            <a:ext cx="2600000" cy="1600000"/>
          </a:xfrm>
          <a:prstGeom prst="round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96000" y="1600000"/>
            <a:ext cx="2600000" cy="600000"/>
          </a:xfrm>
          <a:prstGeom prst="rect">
            <a:avLst/>
          </a:prstGeom>
          <a:noFill/>
        </p:spPr>
        <p:txBody>
          <a:bodyPr wrap="square">
            <a:spAutoFit/>
          </a:bodyPr>
          <a:lstStyle/>
          <a:p>
            <a:pPr algn="ctr"/>
            <a:r>
              <a:rPr sz="4533" b="1" i="0">
                <a:solidFill>
                  <a:srgbClr val="FFB900"/>
                </a:solidFill>
              </a:rPr>
              <a:t>$10-17M</a:t>
            </a:r>
          </a:p>
        </p:txBody>
      </p:sp>
      <p:sp>
        <p:nvSpPr>
          <p:cNvPr id="10" name="TextBox 9"/>
          <p:cNvSpPr txBox="1"/>
          <p:nvPr/>
        </p:nvSpPr>
        <p:spPr>
          <a:xfrm>
            <a:off x="3496000" y="2250000"/>
            <a:ext cx="2400000" cy="700000"/>
          </a:xfrm>
          <a:prstGeom prst="rect">
            <a:avLst/>
          </a:prstGeom>
          <a:noFill/>
        </p:spPr>
        <p:txBody>
          <a:bodyPr wrap="square">
            <a:spAutoFit/>
          </a:bodyPr>
          <a:lstStyle/>
          <a:p>
            <a:pPr algn="ctr">
              <a:spcAft>
                <a:spcPts val="400"/>
              </a:spcAft>
            </a:pPr>
            <a:r>
              <a:rPr sz="1467" b="0">
                <a:solidFill>
                  <a:srgbClr val="B8CFE8"/>
                </a:solidFill>
              </a:rPr>
              <a:t>Annual savings</a:t>
            </a:r>
          </a:p>
          <a:p>
            <a:pPr algn="ctr">
              <a:spcAft>
                <a:spcPts val="400"/>
              </a:spcAft>
            </a:pPr>
            <a:r>
              <a:rPr sz="1467" b="0">
                <a:solidFill>
                  <a:srgbClr val="B8CFE8"/>
                </a:solidFill>
              </a:rPr>
              <a:t>across supply chain</a:t>
            </a:r>
          </a:p>
        </p:txBody>
      </p:sp>
      <p:sp>
        <p:nvSpPr>
          <p:cNvPr id="11" name="Rounded Rectangle 10"/>
          <p:cNvSpPr/>
          <p:nvPr/>
        </p:nvSpPr>
        <p:spPr>
          <a:xfrm>
            <a:off x="6196000" y="1500000"/>
            <a:ext cx="2600000" cy="1600000"/>
          </a:xfrm>
          <a:prstGeom prst="round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96000" y="1600000"/>
            <a:ext cx="2600000" cy="600000"/>
          </a:xfrm>
          <a:prstGeom prst="rect">
            <a:avLst/>
          </a:prstGeom>
          <a:noFill/>
        </p:spPr>
        <p:txBody>
          <a:bodyPr wrap="square">
            <a:spAutoFit/>
          </a:bodyPr>
          <a:lstStyle/>
          <a:p>
            <a:pPr algn="ctr"/>
            <a:r>
              <a:rPr sz="4533" b="1" i="0">
                <a:solidFill>
                  <a:srgbClr val="00B294"/>
                </a:solidFill>
              </a:rPr>
              <a:t>30-40%</a:t>
            </a:r>
          </a:p>
        </p:txBody>
      </p:sp>
      <p:sp>
        <p:nvSpPr>
          <p:cNvPr id="13" name="TextBox 12"/>
          <p:cNvSpPr txBox="1"/>
          <p:nvPr/>
        </p:nvSpPr>
        <p:spPr>
          <a:xfrm>
            <a:off x="6296000" y="2250000"/>
            <a:ext cx="2400000" cy="700000"/>
          </a:xfrm>
          <a:prstGeom prst="rect">
            <a:avLst/>
          </a:prstGeom>
          <a:noFill/>
        </p:spPr>
        <p:txBody>
          <a:bodyPr wrap="square">
            <a:spAutoFit/>
          </a:bodyPr>
          <a:lstStyle/>
          <a:p>
            <a:pPr algn="ctr">
              <a:spcAft>
                <a:spcPts val="400"/>
              </a:spcAft>
            </a:pPr>
            <a:r>
              <a:rPr sz="1467" b="0">
                <a:solidFill>
                  <a:srgbClr val="B8CFE8"/>
                </a:solidFill>
              </a:rPr>
              <a:t>Forecast error</a:t>
            </a:r>
          </a:p>
          <a:p>
            <a:pPr algn="ctr">
              <a:spcAft>
                <a:spcPts val="400"/>
              </a:spcAft>
            </a:pPr>
            <a:r>
              <a:rPr sz="1467" b="0">
                <a:solidFill>
                  <a:srgbClr val="B8CFE8"/>
                </a:solidFill>
              </a:rPr>
              <a:t>reduction (MAPE)</a:t>
            </a:r>
          </a:p>
        </p:txBody>
      </p:sp>
      <p:sp>
        <p:nvSpPr>
          <p:cNvPr id="14" name="Rounded Rectangle 13"/>
          <p:cNvSpPr/>
          <p:nvPr/>
        </p:nvSpPr>
        <p:spPr>
          <a:xfrm>
            <a:off x="8996000" y="1500000"/>
            <a:ext cx="2600000" cy="1600000"/>
          </a:xfrm>
          <a:prstGeom prst="round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96000" y="1600000"/>
            <a:ext cx="2600000" cy="600000"/>
          </a:xfrm>
          <a:prstGeom prst="rect">
            <a:avLst/>
          </a:prstGeom>
          <a:noFill/>
        </p:spPr>
        <p:txBody>
          <a:bodyPr wrap="square">
            <a:spAutoFit/>
          </a:bodyPr>
          <a:lstStyle/>
          <a:p>
            <a:pPr algn="ctr"/>
            <a:r>
              <a:rPr sz="4533" b="1" i="0">
                <a:solidFill>
                  <a:srgbClr val="FF8C00"/>
                </a:solidFill>
              </a:rPr>
              <a:t>85%+</a:t>
            </a:r>
          </a:p>
        </p:txBody>
      </p:sp>
      <p:sp>
        <p:nvSpPr>
          <p:cNvPr id="16" name="TextBox 15"/>
          <p:cNvSpPr txBox="1"/>
          <p:nvPr/>
        </p:nvSpPr>
        <p:spPr>
          <a:xfrm>
            <a:off x="9096000" y="2250000"/>
            <a:ext cx="2400000" cy="700000"/>
          </a:xfrm>
          <a:prstGeom prst="rect">
            <a:avLst/>
          </a:prstGeom>
          <a:noFill/>
        </p:spPr>
        <p:txBody>
          <a:bodyPr wrap="square">
            <a:spAutoFit/>
          </a:bodyPr>
          <a:lstStyle/>
          <a:p>
            <a:pPr algn="ctr">
              <a:spcAft>
                <a:spcPts val="400"/>
              </a:spcAft>
            </a:pPr>
            <a:r>
              <a:rPr sz="1467" b="0">
                <a:solidFill>
                  <a:srgbClr val="B8CFE8"/>
                </a:solidFill>
              </a:rPr>
              <a:t>On-time delivery</a:t>
            </a:r>
          </a:p>
          <a:p>
            <a:pPr algn="ctr">
              <a:spcAft>
                <a:spcPts val="400"/>
              </a:spcAft>
            </a:pPr>
            <a:r>
              <a:rPr sz="1467" b="0">
                <a:solidFill>
                  <a:srgbClr val="B8CFE8"/>
                </a:solidFill>
              </a:rPr>
              <a:t>achievement</a:t>
            </a:r>
          </a:p>
        </p:txBody>
      </p:sp>
      <p:sp>
        <p:nvSpPr>
          <p:cNvPr id="17" name="Rounded Rectangle 16"/>
          <p:cNvSpPr/>
          <p:nvPr/>
        </p:nvSpPr>
        <p:spPr>
          <a:xfrm>
            <a:off x="400000" y="3500000"/>
            <a:ext cx="11400000" cy="2200000"/>
          </a:xfrm>
          <a:prstGeom prst="round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0000" y="3600000"/>
            <a:ext cx="2700000" cy="350000"/>
          </a:xfrm>
          <a:prstGeom prst="rect">
            <a:avLst/>
          </a:prstGeom>
          <a:noFill/>
        </p:spPr>
        <p:txBody>
          <a:bodyPr wrap="square">
            <a:spAutoFit/>
          </a:bodyPr>
          <a:lstStyle/>
          <a:p>
            <a:pPr algn="l"/>
            <a:r>
              <a:rPr sz="1467" b="1" i="0">
                <a:solidFill>
                  <a:srgbClr val="50E6FF"/>
                </a:solidFill>
              </a:rPr>
              <a:t>Use Case</a:t>
            </a:r>
          </a:p>
        </p:txBody>
      </p:sp>
      <p:sp>
        <p:nvSpPr>
          <p:cNvPr id="19" name="TextBox 18"/>
          <p:cNvSpPr txBox="1"/>
          <p:nvPr/>
        </p:nvSpPr>
        <p:spPr>
          <a:xfrm>
            <a:off x="3350000" y="3600000"/>
            <a:ext cx="2700000" cy="350000"/>
          </a:xfrm>
          <a:prstGeom prst="rect">
            <a:avLst/>
          </a:prstGeom>
          <a:noFill/>
        </p:spPr>
        <p:txBody>
          <a:bodyPr wrap="square">
            <a:spAutoFit/>
          </a:bodyPr>
          <a:lstStyle/>
          <a:p>
            <a:pPr algn="l"/>
            <a:r>
              <a:rPr sz="1467" b="1" i="0">
                <a:solidFill>
                  <a:srgbClr val="50E6FF"/>
                </a:solidFill>
              </a:rPr>
              <a:t>Key Metric</a:t>
            </a:r>
          </a:p>
        </p:txBody>
      </p:sp>
      <p:sp>
        <p:nvSpPr>
          <p:cNvPr id="20" name="TextBox 19"/>
          <p:cNvSpPr txBox="1"/>
          <p:nvPr/>
        </p:nvSpPr>
        <p:spPr>
          <a:xfrm>
            <a:off x="6200000" y="3600000"/>
            <a:ext cx="2700000" cy="350000"/>
          </a:xfrm>
          <a:prstGeom prst="rect">
            <a:avLst/>
          </a:prstGeom>
          <a:noFill/>
        </p:spPr>
        <p:txBody>
          <a:bodyPr wrap="square">
            <a:spAutoFit/>
          </a:bodyPr>
          <a:lstStyle/>
          <a:p>
            <a:pPr algn="l"/>
            <a:r>
              <a:rPr sz="1467" b="1" i="0">
                <a:solidFill>
                  <a:srgbClr val="50E6FF"/>
                </a:solidFill>
              </a:rPr>
              <a:t>Financial Impact</a:t>
            </a:r>
          </a:p>
        </p:txBody>
      </p:sp>
      <p:sp>
        <p:nvSpPr>
          <p:cNvPr id="21" name="TextBox 20"/>
          <p:cNvSpPr txBox="1"/>
          <p:nvPr/>
        </p:nvSpPr>
        <p:spPr>
          <a:xfrm>
            <a:off x="9050000" y="3600000"/>
            <a:ext cx="2700000" cy="350000"/>
          </a:xfrm>
          <a:prstGeom prst="rect">
            <a:avLst/>
          </a:prstGeom>
          <a:noFill/>
        </p:spPr>
        <p:txBody>
          <a:bodyPr wrap="square">
            <a:spAutoFit/>
          </a:bodyPr>
          <a:lstStyle/>
          <a:p>
            <a:pPr algn="l"/>
            <a:r>
              <a:rPr sz="1467" b="1" i="0">
                <a:solidFill>
                  <a:srgbClr val="50E6FF"/>
                </a:solidFill>
              </a:rPr>
              <a:t>Time to Value</a:t>
            </a:r>
          </a:p>
        </p:txBody>
      </p:sp>
      <p:sp>
        <p:nvSpPr>
          <p:cNvPr id="22" name="Rounded Rectangle 21"/>
          <p:cNvSpPr/>
          <p:nvPr/>
        </p:nvSpPr>
        <p:spPr>
          <a:xfrm>
            <a:off x="500000" y="3950000"/>
            <a:ext cx="11100000" cy="3000"/>
          </a:xfrm>
          <a:prstGeom prst="roundRect">
            <a:avLst/>
          </a:prstGeom>
          <a:solidFill>
            <a:srgbClr val="50E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0000" y="4050000"/>
            <a:ext cx="2700000" cy="350000"/>
          </a:xfrm>
          <a:prstGeom prst="rect">
            <a:avLst/>
          </a:prstGeom>
          <a:noFill/>
        </p:spPr>
        <p:txBody>
          <a:bodyPr wrap="square">
            <a:spAutoFit/>
          </a:bodyPr>
          <a:lstStyle/>
          <a:p>
            <a:pPr algn="l"/>
            <a:r>
              <a:rPr sz="1333" b="1" i="0">
                <a:solidFill>
                  <a:srgbClr val="0078D4"/>
                </a:solidFill>
              </a:rPr>
              <a:t>Demand Forecasting</a:t>
            </a:r>
          </a:p>
        </p:txBody>
      </p:sp>
      <p:sp>
        <p:nvSpPr>
          <p:cNvPr id="24" name="TextBox 23"/>
          <p:cNvSpPr txBox="1"/>
          <p:nvPr/>
        </p:nvSpPr>
        <p:spPr>
          <a:xfrm>
            <a:off x="3350000" y="4050000"/>
            <a:ext cx="2700000" cy="350000"/>
          </a:xfrm>
          <a:prstGeom prst="rect">
            <a:avLst/>
          </a:prstGeom>
          <a:noFill/>
        </p:spPr>
        <p:txBody>
          <a:bodyPr wrap="square">
            <a:spAutoFit/>
          </a:bodyPr>
          <a:lstStyle/>
          <a:p>
            <a:pPr algn="l"/>
            <a:r>
              <a:rPr sz="1333" b="0" i="0">
                <a:solidFill>
                  <a:srgbClr val="B8CFE8"/>
                </a:solidFill>
              </a:rPr>
              <a:t>30-40% ↓ forecast error</a:t>
            </a:r>
          </a:p>
        </p:txBody>
      </p:sp>
      <p:sp>
        <p:nvSpPr>
          <p:cNvPr id="25" name="TextBox 24"/>
          <p:cNvSpPr txBox="1"/>
          <p:nvPr/>
        </p:nvSpPr>
        <p:spPr>
          <a:xfrm>
            <a:off x="6200000" y="4050000"/>
            <a:ext cx="2700000" cy="350000"/>
          </a:xfrm>
          <a:prstGeom prst="rect">
            <a:avLst/>
          </a:prstGeom>
          <a:noFill/>
        </p:spPr>
        <p:txBody>
          <a:bodyPr wrap="square">
            <a:spAutoFit/>
          </a:bodyPr>
          <a:lstStyle/>
          <a:p>
            <a:pPr algn="l"/>
            <a:r>
              <a:rPr sz="1333" b="0" i="0">
                <a:solidFill>
                  <a:srgbClr val="B8CFE8"/>
                </a:solidFill>
              </a:rPr>
              <a:t>$1.3-3.3M freed/depot</a:t>
            </a:r>
          </a:p>
        </p:txBody>
      </p:sp>
      <p:sp>
        <p:nvSpPr>
          <p:cNvPr id="26" name="TextBox 25"/>
          <p:cNvSpPr txBox="1"/>
          <p:nvPr/>
        </p:nvSpPr>
        <p:spPr>
          <a:xfrm>
            <a:off x="9050000" y="4050000"/>
            <a:ext cx="2700000" cy="350000"/>
          </a:xfrm>
          <a:prstGeom prst="rect">
            <a:avLst/>
          </a:prstGeom>
          <a:noFill/>
        </p:spPr>
        <p:txBody>
          <a:bodyPr wrap="square">
            <a:spAutoFit/>
          </a:bodyPr>
          <a:lstStyle/>
          <a:p>
            <a:pPr algn="l"/>
            <a:r>
              <a:rPr sz="1333" b="0" i="0">
                <a:solidFill>
                  <a:srgbClr val="B8CFE8"/>
                </a:solidFill>
              </a:rPr>
              <a:t>8 weeks</a:t>
            </a:r>
          </a:p>
        </p:txBody>
      </p:sp>
      <p:sp>
        <p:nvSpPr>
          <p:cNvPr id="27" name="TextBox 26"/>
          <p:cNvSpPr txBox="1"/>
          <p:nvPr/>
        </p:nvSpPr>
        <p:spPr>
          <a:xfrm>
            <a:off x="500000" y="4450000"/>
            <a:ext cx="2700000" cy="350000"/>
          </a:xfrm>
          <a:prstGeom prst="rect">
            <a:avLst/>
          </a:prstGeom>
          <a:noFill/>
        </p:spPr>
        <p:txBody>
          <a:bodyPr wrap="square">
            <a:spAutoFit/>
          </a:bodyPr>
          <a:lstStyle/>
          <a:p>
            <a:pPr algn="l"/>
            <a:r>
              <a:rPr sz="1333" b="1" i="0">
                <a:solidFill>
                  <a:srgbClr val="FFB900"/>
                </a:solidFill>
              </a:rPr>
              <a:t>Inventory Optimisation</a:t>
            </a:r>
          </a:p>
        </p:txBody>
      </p:sp>
      <p:sp>
        <p:nvSpPr>
          <p:cNvPr id="28" name="TextBox 27"/>
          <p:cNvSpPr txBox="1"/>
          <p:nvPr/>
        </p:nvSpPr>
        <p:spPr>
          <a:xfrm>
            <a:off x="3350000" y="4450000"/>
            <a:ext cx="2700000" cy="350000"/>
          </a:xfrm>
          <a:prstGeom prst="rect">
            <a:avLst/>
          </a:prstGeom>
          <a:noFill/>
        </p:spPr>
        <p:txBody>
          <a:bodyPr wrap="square">
            <a:spAutoFit/>
          </a:bodyPr>
          <a:lstStyle/>
          <a:p>
            <a:pPr algn="l"/>
            <a:r>
              <a:rPr sz="1333" b="0" i="0">
                <a:solidFill>
                  <a:srgbClr val="B8CFE8"/>
                </a:solidFill>
              </a:rPr>
              <a:t>25% ↓ excess stock</a:t>
            </a:r>
          </a:p>
        </p:txBody>
      </p:sp>
      <p:sp>
        <p:nvSpPr>
          <p:cNvPr id="29" name="TextBox 28"/>
          <p:cNvSpPr txBox="1"/>
          <p:nvPr/>
        </p:nvSpPr>
        <p:spPr>
          <a:xfrm>
            <a:off x="6200000" y="4450000"/>
            <a:ext cx="2700000" cy="350000"/>
          </a:xfrm>
          <a:prstGeom prst="rect">
            <a:avLst/>
          </a:prstGeom>
          <a:noFill/>
        </p:spPr>
        <p:txBody>
          <a:bodyPr wrap="square">
            <a:spAutoFit/>
          </a:bodyPr>
          <a:lstStyle/>
          <a:p>
            <a:pPr algn="l"/>
            <a:r>
              <a:rPr sz="1333" b="0" i="0">
                <a:solidFill>
                  <a:srgbClr val="B8CFE8"/>
                </a:solidFill>
              </a:rPr>
              <a:t>$2-5.3M saved</a:t>
            </a:r>
          </a:p>
        </p:txBody>
      </p:sp>
      <p:sp>
        <p:nvSpPr>
          <p:cNvPr id="30" name="TextBox 29"/>
          <p:cNvSpPr txBox="1"/>
          <p:nvPr/>
        </p:nvSpPr>
        <p:spPr>
          <a:xfrm>
            <a:off x="9050000" y="4450000"/>
            <a:ext cx="2700000" cy="350000"/>
          </a:xfrm>
          <a:prstGeom prst="rect">
            <a:avLst/>
          </a:prstGeom>
          <a:noFill/>
        </p:spPr>
        <p:txBody>
          <a:bodyPr wrap="square">
            <a:spAutoFit/>
          </a:bodyPr>
          <a:lstStyle/>
          <a:p>
            <a:pPr algn="l"/>
            <a:r>
              <a:rPr sz="1333" b="0" i="0">
                <a:solidFill>
                  <a:srgbClr val="B8CFE8"/>
                </a:solidFill>
              </a:rPr>
              <a:t>6 weeks</a:t>
            </a:r>
          </a:p>
        </p:txBody>
      </p:sp>
      <p:sp>
        <p:nvSpPr>
          <p:cNvPr id="31" name="TextBox 30"/>
          <p:cNvSpPr txBox="1"/>
          <p:nvPr/>
        </p:nvSpPr>
        <p:spPr>
          <a:xfrm>
            <a:off x="500000" y="4850000"/>
            <a:ext cx="2700000" cy="350000"/>
          </a:xfrm>
          <a:prstGeom prst="rect">
            <a:avLst/>
          </a:prstGeom>
          <a:noFill/>
        </p:spPr>
        <p:txBody>
          <a:bodyPr wrap="square">
            <a:spAutoFit/>
          </a:bodyPr>
          <a:lstStyle/>
          <a:p>
            <a:pPr algn="l"/>
            <a:r>
              <a:rPr sz="1333" b="1" i="0">
                <a:solidFill>
                  <a:srgbClr val="00B294"/>
                </a:solidFill>
              </a:rPr>
              <a:t>Supply Planning</a:t>
            </a:r>
          </a:p>
        </p:txBody>
      </p:sp>
      <p:sp>
        <p:nvSpPr>
          <p:cNvPr id="32" name="TextBox 31"/>
          <p:cNvSpPr txBox="1"/>
          <p:nvPr/>
        </p:nvSpPr>
        <p:spPr>
          <a:xfrm>
            <a:off x="3350000" y="4850000"/>
            <a:ext cx="2700000" cy="350000"/>
          </a:xfrm>
          <a:prstGeom prst="rect">
            <a:avLst/>
          </a:prstGeom>
          <a:noFill/>
        </p:spPr>
        <p:txBody>
          <a:bodyPr wrap="square">
            <a:spAutoFit/>
          </a:bodyPr>
          <a:lstStyle/>
          <a:p>
            <a:pPr algn="l"/>
            <a:r>
              <a:rPr sz="1333" b="0" i="0">
                <a:solidFill>
                  <a:srgbClr val="B8CFE8"/>
                </a:solidFill>
              </a:rPr>
              <a:t>40% faster S&amp;OP cycle</a:t>
            </a:r>
          </a:p>
        </p:txBody>
      </p:sp>
      <p:sp>
        <p:nvSpPr>
          <p:cNvPr id="33" name="TextBox 32"/>
          <p:cNvSpPr txBox="1"/>
          <p:nvPr/>
        </p:nvSpPr>
        <p:spPr>
          <a:xfrm>
            <a:off x="6200000" y="4850000"/>
            <a:ext cx="2700000" cy="350000"/>
          </a:xfrm>
          <a:prstGeom prst="rect">
            <a:avLst/>
          </a:prstGeom>
          <a:noFill/>
        </p:spPr>
        <p:txBody>
          <a:bodyPr wrap="square">
            <a:spAutoFit/>
          </a:bodyPr>
          <a:lstStyle/>
          <a:p>
            <a:pPr algn="l"/>
            <a:r>
              <a:rPr sz="1333" b="0" i="0">
                <a:solidFill>
                  <a:srgbClr val="B8CFE8"/>
                </a:solidFill>
              </a:rPr>
              <a:t>$1.3-2.7M risk avoided</a:t>
            </a:r>
          </a:p>
        </p:txBody>
      </p:sp>
      <p:sp>
        <p:nvSpPr>
          <p:cNvPr id="34" name="TextBox 33"/>
          <p:cNvSpPr txBox="1"/>
          <p:nvPr/>
        </p:nvSpPr>
        <p:spPr>
          <a:xfrm>
            <a:off x="9050000" y="4850000"/>
            <a:ext cx="2700000" cy="350000"/>
          </a:xfrm>
          <a:prstGeom prst="rect">
            <a:avLst/>
          </a:prstGeom>
          <a:noFill/>
        </p:spPr>
        <p:txBody>
          <a:bodyPr wrap="square">
            <a:spAutoFit/>
          </a:bodyPr>
          <a:lstStyle/>
          <a:p>
            <a:pPr algn="l"/>
            <a:r>
              <a:rPr sz="1333" b="0" i="0">
                <a:solidFill>
                  <a:srgbClr val="B8CFE8"/>
                </a:solidFill>
              </a:rPr>
              <a:t>8 weeks</a:t>
            </a:r>
          </a:p>
        </p:txBody>
      </p:sp>
      <p:sp>
        <p:nvSpPr>
          <p:cNvPr id="35" name="TextBox 34"/>
          <p:cNvSpPr txBox="1"/>
          <p:nvPr/>
        </p:nvSpPr>
        <p:spPr>
          <a:xfrm>
            <a:off x="500000" y="5250000"/>
            <a:ext cx="2700000" cy="350000"/>
          </a:xfrm>
          <a:prstGeom prst="rect">
            <a:avLst/>
          </a:prstGeom>
          <a:noFill/>
        </p:spPr>
        <p:txBody>
          <a:bodyPr wrap="square">
            <a:spAutoFit/>
          </a:bodyPr>
          <a:lstStyle/>
          <a:p>
            <a:pPr algn="l"/>
            <a:r>
              <a:rPr sz="1333" b="1" i="0">
                <a:solidFill>
                  <a:srgbClr val="FF8C00"/>
                </a:solidFill>
              </a:rPr>
              <a:t>Logistics Optimisation</a:t>
            </a:r>
          </a:p>
        </p:txBody>
      </p:sp>
      <p:sp>
        <p:nvSpPr>
          <p:cNvPr id="36" name="TextBox 35"/>
          <p:cNvSpPr txBox="1"/>
          <p:nvPr/>
        </p:nvSpPr>
        <p:spPr>
          <a:xfrm>
            <a:off x="3350000" y="5250000"/>
            <a:ext cx="2700000" cy="350000"/>
          </a:xfrm>
          <a:prstGeom prst="rect">
            <a:avLst/>
          </a:prstGeom>
          <a:noFill/>
        </p:spPr>
        <p:txBody>
          <a:bodyPr wrap="square">
            <a:spAutoFit/>
          </a:bodyPr>
          <a:lstStyle/>
          <a:p>
            <a:pPr algn="l"/>
            <a:r>
              <a:rPr sz="1333" b="0" i="0">
                <a:solidFill>
                  <a:srgbClr val="B8CFE8"/>
                </a:solidFill>
              </a:rPr>
              <a:t>12% ↓ transport cost</a:t>
            </a:r>
          </a:p>
        </p:txBody>
      </p:sp>
      <p:sp>
        <p:nvSpPr>
          <p:cNvPr id="37" name="TextBox 36"/>
          <p:cNvSpPr txBox="1"/>
          <p:nvPr/>
        </p:nvSpPr>
        <p:spPr>
          <a:xfrm>
            <a:off x="6200000" y="5250000"/>
            <a:ext cx="2700000" cy="350000"/>
          </a:xfrm>
          <a:prstGeom prst="rect">
            <a:avLst/>
          </a:prstGeom>
          <a:noFill/>
        </p:spPr>
        <p:txBody>
          <a:bodyPr wrap="square">
            <a:spAutoFit/>
          </a:bodyPr>
          <a:lstStyle/>
          <a:p>
            <a:pPr algn="l"/>
            <a:r>
              <a:rPr sz="1333" b="0" i="0">
                <a:solidFill>
                  <a:srgbClr val="B8CFE8"/>
                </a:solidFill>
              </a:rPr>
              <a:t>$3.3-5.3M logistics saved</a:t>
            </a:r>
          </a:p>
        </p:txBody>
      </p:sp>
      <p:sp>
        <p:nvSpPr>
          <p:cNvPr id="38" name="TextBox 37"/>
          <p:cNvSpPr txBox="1"/>
          <p:nvPr/>
        </p:nvSpPr>
        <p:spPr>
          <a:xfrm>
            <a:off x="9050000" y="5250000"/>
            <a:ext cx="2700000" cy="350000"/>
          </a:xfrm>
          <a:prstGeom prst="rect">
            <a:avLst/>
          </a:prstGeom>
          <a:noFill/>
        </p:spPr>
        <p:txBody>
          <a:bodyPr wrap="square">
            <a:spAutoFit/>
          </a:bodyPr>
          <a:lstStyle/>
          <a:p>
            <a:pPr algn="l"/>
            <a:r>
              <a:rPr sz="1333" b="0" i="0">
                <a:solidFill>
                  <a:srgbClr val="B8CFE8"/>
                </a:solidFill>
              </a:rPr>
              <a:t>10 weeks</a:t>
            </a:r>
          </a:p>
        </p:txBody>
      </p:sp>
      <p:sp>
        <p:nvSpPr>
          <p:cNvPr id="39" name="TextBox 38"/>
          <p:cNvSpPr txBox="1"/>
          <p:nvPr/>
        </p:nvSpPr>
        <p:spPr>
          <a:xfrm>
            <a:off x="400000" y="5800000"/>
            <a:ext cx="11400000" cy="300000"/>
          </a:xfrm>
          <a:prstGeom prst="rect">
            <a:avLst/>
          </a:prstGeom>
          <a:noFill/>
        </p:spPr>
        <p:txBody>
          <a:bodyPr wrap="square">
            <a:spAutoFit/>
          </a:bodyPr>
          <a:lstStyle/>
          <a:p>
            <a:pPr algn="l"/>
            <a:r>
              <a:rPr sz="866" i="1">
                <a:solidFill>
                  <a:srgbClr val="8099B3"/>
                </a:solidFill>
              </a:rPr>
              <a:t>Estimates based on Toyota AU revenue of AUD $12.95B (FY2025) and 275 dealerships  |  Sources: Toyota AU Annual Report, Gartner, McKinsey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609600" y="300000"/>
            <a:ext cx="10000000" cy="600000"/>
          </a:xfrm>
          <a:prstGeom prst="rect">
            <a:avLst/>
          </a:prstGeom>
          <a:noFill/>
        </p:spPr>
        <p:txBody>
          <a:bodyPr wrap="square">
            <a:spAutoFit/>
          </a:bodyPr>
          <a:lstStyle/>
          <a:p>
            <a:pPr algn="l"/>
            <a:r>
              <a:rPr sz="3467" b="1" i="0">
                <a:solidFill>
                  <a:srgbClr val="FFFFFF"/>
                </a:solidFill>
              </a:rPr>
              <a:t>Implementation Roadmap</a:t>
            </a:r>
          </a:p>
        </p:txBody>
      </p:sp>
      <p:sp>
        <p:nvSpPr>
          <p:cNvPr id="4" name="TextBox 3"/>
          <p:cNvSpPr txBox="1"/>
          <p:nvPr/>
        </p:nvSpPr>
        <p:spPr>
          <a:xfrm>
            <a:off x="609600" y="850000"/>
            <a:ext cx="10000000" cy="350000"/>
          </a:xfrm>
          <a:prstGeom prst="rect">
            <a:avLst/>
          </a:prstGeom>
          <a:noFill/>
        </p:spPr>
        <p:txBody>
          <a:bodyPr wrap="square">
            <a:spAutoFit/>
          </a:bodyPr>
          <a:lstStyle/>
          <a:p>
            <a:pPr algn="l"/>
            <a:r>
              <a:rPr sz="1733" b="0" i="0">
                <a:solidFill>
                  <a:srgbClr val="B8CFE8"/>
                </a:solidFill>
              </a:rPr>
              <a:t>12-week phased delivery — fast time to first value</a:t>
            </a:r>
          </a:p>
        </p:txBody>
      </p:sp>
      <p:sp>
        <p:nvSpPr>
          <p:cNvPr id="5" name="Rounded Rectangle 4"/>
          <p:cNvSpPr/>
          <p:nvPr/>
        </p:nvSpPr>
        <p:spPr>
          <a:xfrm>
            <a:off x="546000" y="1500000"/>
            <a:ext cx="3500000" cy="4000000"/>
          </a:xfrm>
          <a:prstGeom prst="round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6000" y="1500000"/>
            <a:ext cx="3500000" cy="6000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6000" y="1650000"/>
            <a:ext cx="3200000" cy="350000"/>
          </a:xfrm>
          <a:prstGeom prst="rect">
            <a:avLst/>
          </a:prstGeom>
          <a:noFill/>
        </p:spPr>
        <p:txBody>
          <a:bodyPr wrap="square">
            <a:spAutoFit/>
          </a:bodyPr>
          <a:lstStyle/>
          <a:p>
            <a:pPr algn="l"/>
            <a:r>
              <a:rPr sz="1467" b="1" i="0">
                <a:solidFill>
                  <a:srgbClr val="0078D4"/>
                </a:solidFill>
              </a:rPr>
              <a:t>Phase 1  |  Weeks 1–4</a:t>
            </a:r>
          </a:p>
        </p:txBody>
      </p:sp>
      <p:sp>
        <p:nvSpPr>
          <p:cNvPr id="8" name="TextBox 7"/>
          <p:cNvSpPr txBox="1"/>
          <p:nvPr/>
        </p:nvSpPr>
        <p:spPr>
          <a:xfrm>
            <a:off x="696000" y="2000000"/>
            <a:ext cx="3200000" cy="400000"/>
          </a:xfrm>
          <a:prstGeom prst="rect">
            <a:avLst/>
          </a:prstGeom>
          <a:noFill/>
        </p:spPr>
        <p:txBody>
          <a:bodyPr wrap="square">
            <a:spAutoFit/>
          </a:bodyPr>
          <a:lstStyle/>
          <a:p>
            <a:pPr algn="l"/>
            <a:r>
              <a:rPr sz="1600" b="1" i="0">
                <a:solidFill>
                  <a:srgbClr val="FFFFFF"/>
                </a:solidFill>
              </a:rPr>
              <a:t>Data Foundation</a:t>
            </a:r>
          </a:p>
        </p:txBody>
      </p:sp>
      <p:sp>
        <p:nvSpPr>
          <p:cNvPr id="9" name="TextBox 8"/>
          <p:cNvSpPr txBox="1"/>
          <p:nvPr/>
        </p:nvSpPr>
        <p:spPr>
          <a:xfrm>
            <a:off x="696000" y="2500000"/>
            <a:ext cx="3200000" cy="2800000"/>
          </a:xfrm>
          <a:prstGeom prst="rect">
            <a:avLst/>
          </a:prstGeom>
          <a:noFill/>
        </p:spPr>
        <p:txBody>
          <a:bodyPr wrap="square">
            <a:spAutoFit/>
          </a:bodyPr>
          <a:lstStyle/>
          <a:p>
            <a:pPr algn="l">
              <a:spcAft>
                <a:spcPts val="400"/>
              </a:spcAft>
            </a:pPr>
            <a:r>
              <a:rPr sz="1333" b="0">
                <a:solidFill>
                  <a:srgbClr val="B8CFE8"/>
                </a:solidFill>
              </a:rPr>
              <a:t>  SAP connector setup (ODP/BAPI)</a:t>
            </a:r>
          </a:p>
          <a:p>
            <a:pPr algn="l">
              <a:spcAft>
                <a:spcPts val="400"/>
              </a:spcAft>
            </a:pPr>
            <a:r>
              <a:rPr sz="1333" b="0">
                <a:solidFill>
                  <a:srgbClr val="B8CFE8"/>
                </a:solidFill>
              </a:rPr>
              <a:t>  Fabric Lakehouse provisioning</a:t>
            </a:r>
          </a:p>
          <a:p>
            <a:pPr algn="l">
              <a:spcAft>
                <a:spcPts val="400"/>
              </a:spcAft>
            </a:pPr>
            <a:r>
              <a:rPr sz="1333" b="0">
                <a:solidFill>
                  <a:srgbClr val="B8CFE8"/>
                </a:solidFill>
              </a:rPr>
              <a:t>  Bronze/Silver/Gold zone build</a:t>
            </a:r>
          </a:p>
          <a:p>
            <a:pPr algn="l">
              <a:spcAft>
                <a:spcPts val="400"/>
              </a:spcAft>
            </a:pPr>
            <a:r>
              <a:rPr sz="1333" b="0">
                <a:solidFill>
                  <a:srgbClr val="B8CFE8"/>
                </a:solidFill>
              </a:rPr>
              <a:t>  Data quality &amp; governance setup</a:t>
            </a:r>
          </a:p>
        </p:txBody>
      </p:sp>
      <p:sp>
        <p:nvSpPr>
          <p:cNvPr id="10" name="Chevron 9"/>
          <p:cNvSpPr/>
          <p:nvPr/>
        </p:nvSpPr>
        <p:spPr>
          <a:xfrm>
            <a:off x="4076000" y="3000000"/>
            <a:ext cx="240000" cy="500000"/>
          </a:xfrm>
          <a:prstGeom prst="chevron">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46000" y="1500000"/>
            <a:ext cx="3500000" cy="4000000"/>
          </a:xfrm>
          <a:prstGeom prst="round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46000" y="1500000"/>
            <a:ext cx="3500000" cy="60000"/>
          </a:xfrm>
          <a:prstGeom prst="round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96000" y="1650000"/>
            <a:ext cx="3200000" cy="350000"/>
          </a:xfrm>
          <a:prstGeom prst="rect">
            <a:avLst/>
          </a:prstGeom>
          <a:noFill/>
        </p:spPr>
        <p:txBody>
          <a:bodyPr wrap="square">
            <a:spAutoFit/>
          </a:bodyPr>
          <a:lstStyle/>
          <a:p>
            <a:pPr algn="l"/>
            <a:r>
              <a:rPr sz="1467" b="1" i="0">
                <a:solidFill>
                  <a:srgbClr val="00B294"/>
                </a:solidFill>
              </a:rPr>
              <a:t>Phase 2  |  Weeks 5–8</a:t>
            </a:r>
          </a:p>
        </p:txBody>
      </p:sp>
      <p:sp>
        <p:nvSpPr>
          <p:cNvPr id="14" name="TextBox 13"/>
          <p:cNvSpPr txBox="1"/>
          <p:nvPr/>
        </p:nvSpPr>
        <p:spPr>
          <a:xfrm>
            <a:off x="4496000" y="2000000"/>
            <a:ext cx="3200000" cy="400000"/>
          </a:xfrm>
          <a:prstGeom prst="rect">
            <a:avLst/>
          </a:prstGeom>
          <a:noFill/>
        </p:spPr>
        <p:txBody>
          <a:bodyPr wrap="square">
            <a:spAutoFit/>
          </a:bodyPr>
          <a:lstStyle/>
          <a:p>
            <a:pPr algn="l"/>
            <a:r>
              <a:rPr sz="1600" b="1" i="0">
                <a:solidFill>
                  <a:srgbClr val="FFFFFF"/>
                </a:solidFill>
              </a:rPr>
              <a:t>AI Models &amp; Analytics</a:t>
            </a:r>
          </a:p>
        </p:txBody>
      </p:sp>
      <p:sp>
        <p:nvSpPr>
          <p:cNvPr id="15" name="TextBox 14"/>
          <p:cNvSpPr txBox="1"/>
          <p:nvPr/>
        </p:nvSpPr>
        <p:spPr>
          <a:xfrm>
            <a:off x="4496000" y="2500000"/>
            <a:ext cx="3200000" cy="2800000"/>
          </a:xfrm>
          <a:prstGeom prst="rect">
            <a:avLst/>
          </a:prstGeom>
          <a:noFill/>
        </p:spPr>
        <p:txBody>
          <a:bodyPr wrap="square">
            <a:spAutoFit/>
          </a:bodyPr>
          <a:lstStyle/>
          <a:p>
            <a:pPr algn="l">
              <a:spcAft>
                <a:spcPts val="400"/>
              </a:spcAft>
            </a:pPr>
            <a:r>
              <a:rPr sz="1333" b="0">
                <a:solidFill>
                  <a:srgbClr val="B8CFE8"/>
                </a:solidFill>
              </a:rPr>
              <a:t>  Demand forecasting model training</a:t>
            </a:r>
          </a:p>
          <a:p>
            <a:pPr algn="l">
              <a:spcAft>
                <a:spcPts val="400"/>
              </a:spcAft>
            </a:pPr>
            <a:r>
              <a:rPr sz="1333" b="0">
                <a:solidFill>
                  <a:srgbClr val="B8CFE8"/>
                </a:solidFill>
              </a:rPr>
              <a:t>  Inventory optimization engine</a:t>
            </a:r>
          </a:p>
          <a:p>
            <a:pPr algn="l">
              <a:spcAft>
                <a:spcPts val="400"/>
              </a:spcAft>
            </a:pPr>
            <a:r>
              <a:rPr sz="1333" b="0">
                <a:solidFill>
                  <a:srgbClr val="B8CFE8"/>
                </a:solidFill>
              </a:rPr>
              <a:t>  Supply planning algorithms</a:t>
            </a:r>
          </a:p>
          <a:p>
            <a:pPr algn="l">
              <a:spcAft>
                <a:spcPts val="400"/>
              </a:spcAft>
            </a:pPr>
            <a:r>
              <a:rPr sz="1333" b="0">
                <a:solidFill>
                  <a:srgbClr val="B8CFE8"/>
                </a:solidFill>
              </a:rPr>
              <a:t>  Power BI semantic models</a:t>
            </a:r>
          </a:p>
        </p:txBody>
      </p:sp>
      <p:sp>
        <p:nvSpPr>
          <p:cNvPr id="16" name="Chevron 15"/>
          <p:cNvSpPr/>
          <p:nvPr/>
        </p:nvSpPr>
        <p:spPr>
          <a:xfrm>
            <a:off x="7876000" y="3000000"/>
            <a:ext cx="240000" cy="500000"/>
          </a:xfrm>
          <a:prstGeom prst="chevron">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46000" y="1500000"/>
            <a:ext cx="3500000" cy="4000000"/>
          </a:xfrm>
          <a:prstGeom prst="round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146000" y="1500000"/>
            <a:ext cx="3500000" cy="60000"/>
          </a:xfrm>
          <a:prstGeom prst="round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6000" y="1650000"/>
            <a:ext cx="3200000" cy="350000"/>
          </a:xfrm>
          <a:prstGeom prst="rect">
            <a:avLst/>
          </a:prstGeom>
          <a:noFill/>
        </p:spPr>
        <p:txBody>
          <a:bodyPr wrap="square">
            <a:spAutoFit/>
          </a:bodyPr>
          <a:lstStyle/>
          <a:p>
            <a:pPr algn="l"/>
            <a:r>
              <a:rPr sz="1467" b="1" i="0">
                <a:solidFill>
                  <a:srgbClr val="FFB900"/>
                </a:solidFill>
              </a:rPr>
              <a:t>Phase 3  |  Weeks 9–12</a:t>
            </a:r>
          </a:p>
        </p:txBody>
      </p:sp>
      <p:sp>
        <p:nvSpPr>
          <p:cNvPr id="20" name="TextBox 19"/>
          <p:cNvSpPr txBox="1"/>
          <p:nvPr/>
        </p:nvSpPr>
        <p:spPr>
          <a:xfrm>
            <a:off x="8296000" y="2000000"/>
            <a:ext cx="3200000" cy="400000"/>
          </a:xfrm>
          <a:prstGeom prst="rect">
            <a:avLst/>
          </a:prstGeom>
          <a:noFill/>
        </p:spPr>
        <p:txBody>
          <a:bodyPr wrap="square">
            <a:spAutoFit/>
          </a:bodyPr>
          <a:lstStyle/>
          <a:p>
            <a:pPr algn="l"/>
            <a:r>
              <a:rPr sz="1600" b="1" i="0">
                <a:solidFill>
                  <a:srgbClr val="FFFFFF"/>
                </a:solidFill>
              </a:rPr>
              <a:t>Agentic AI &amp; Go-Live</a:t>
            </a:r>
          </a:p>
        </p:txBody>
      </p:sp>
      <p:sp>
        <p:nvSpPr>
          <p:cNvPr id="21" name="TextBox 20"/>
          <p:cNvSpPr txBox="1"/>
          <p:nvPr/>
        </p:nvSpPr>
        <p:spPr>
          <a:xfrm>
            <a:off x="8296000" y="2500000"/>
            <a:ext cx="3200000" cy="2800000"/>
          </a:xfrm>
          <a:prstGeom prst="rect">
            <a:avLst/>
          </a:prstGeom>
          <a:noFill/>
        </p:spPr>
        <p:txBody>
          <a:bodyPr wrap="square">
            <a:spAutoFit/>
          </a:bodyPr>
          <a:lstStyle/>
          <a:p>
            <a:pPr algn="l">
              <a:spcAft>
                <a:spcPts val="400"/>
              </a:spcAft>
            </a:pPr>
            <a:r>
              <a:rPr sz="1333" b="0">
                <a:solidFill>
                  <a:srgbClr val="B8CFE8"/>
                </a:solidFill>
              </a:rPr>
              <a:t>  Copilot Studio bot deployment</a:t>
            </a:r>
          </a:p>
          <a:p>
            <a:pPr algn="l">
              <a:spcAft>
                <a:spcPts val="400"/>
              </a:spcAft>
            </a:pPr>
            <a:r>
              <a:rPr sz="1333" b="0">
                <a:solidFill>
                  <a:srgbClr val="B8CFE8"/>
                </a:solidFill>
              </a:rPr>
              <a:t>  Agent orchestration layer</a:t>
            </a:r>
          </a:p>
          <a:p>
            <a:pPr algn="l">
              <a:spcAft>
                <a:spcPts val="400"/>
              </a:spcAft>
            </a:pPr>
            <a:r>
              <a:rPr sz="1333" b="0">
                <a:solidFill>
                  <a:srgbClr val="B8CFE8"/>
                </a:solidFill>
              </a:rPr>
              <a:t>  SAP back-write integration</a:t>
            </a:r>
          </a:p>
          <a:p>
            <a:pPr algn="l">
              <a:spcAft>
                <a:spcPts val="400"/>
              </a:spcAft>
            </a:pPr>
            <a:r>
              <a:rPr sz="1333" b="0">
                <a:solidFill>
                  <a:srgbClr val="B8CFE8"/>
                </a:solidFill>
              </a:rPr>
              <a:t>  UAT, training &amp; go-live</a:t>
            </a:r>
          </a:p>
        </p:txBody>
      </p:sp>
      <p:sp>
        <p:nvSpPr>
          <p:cNvPr id="22" name="Rounded Rectangle 21"/>
          <p:cNvSpPr/>
          <p:nvPr/>
        </p:nvSpPr>
        <p:spPr>
          <a:xfrm>
            <a:off x="546000" y="5800000"/>
            <a:ext cx="11100000" cy="550000"/>
          </a:xfrm>
          <a:prstGeom prst="roundRect">
            <a:avLst/>
          </a:prstGeom>
          <a:solidFill>
            <a:srgbClr val="12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6000" y="5850000"/>
            <a:ext cx="10700000" cy="450000"/>
          </a:xfrm>
          <a:prstGeom prst="rect">
            <a:avLst/>
          </a:prstGeom>
          <a:noFill/>
        </p:spPr>
        <p:txBody>
          <a:bodyPr wrap="square">
            <a:spAutoFit/>
          </a:bodyPr>
          <a:lstStyle/>
          <a:p>
            <a:pPr algn="ctr"/>
            <a:r>
              <a:rPr sz="1333" b="0" i="0">
                <a:solidFill>
                  <a:srgbClr val="E8F4FD"/>
                </a:solidFill>
              </a:rPr>
              <a:t>First value visible in Week 6 (demand forecast MVP)  ·  Full production by Week 12  ·  Ongoing optimization post go-live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609600" y="300000"/>
            <a:ext cx="10000000" cy="600000"/>
          </a:xfrm>
          <a:prstGeom prst="rect">
            <a:avLst/>
          </a:prstGeom>
          <a:noFill/>
        </p:spPr>
        <p:txBody>
          <a:bodyPr wrap="square">
            <a:spAutoFit/>
          </a:bodyPr>
          <a:lstStyle/>
          <a:p>
            <a:pPr algn="l"/>
            <a:r>
              <a:rPr sz="3467" b="1" i="0">
                <a:solidFill>
                  <a:srgbClr val="FFFFFF"/>
                </a:solidFill>
              </a:rPr>
              <a:t>Next Steps</a:t>
            </a:r>
          </a:p>
        </p:txBody>
      </p:sp>
      <p:sp>
        <p:nvSpPr>
          <p:cNvPr id="4" name="TextBox 3"/>
          <p:cNvSpPr txBox="1"/>
          <p:nvPr/>
        </p:nvSpPr>
        <p:spPr>
          <a:xfrm>
            <a:off x="609600" y="850000"/>
            <a:ext cx="10000000" cy="350000"/>
          </a:xfrm>
          <a:prstGeom prst="rect">
            <a:avLst/>
          </a:prstGeom>
          <a:noFill/>
        </p:spPr>
        <p:txBody>
          <a:bodyPr wrap="square">
            <a:spAutoFit/>
          </a:bodyPr>
          <a:lstStyle/>
          <a:p>
            <a:pPr algn="l"/>
            <a:r>
              <a:rPr sz="1733" b="0" i="0">
                <a:solidFill>
                  <a:srgbClr val="B8CFE8"/>
                </a:solidFill>
              </a:rPr>
              <a:t>How we move from presentation to production</a:t>
            </a:r>
          </a:p>
        </p:txBody>
      </p:sp>
      <p:sp>
        <p:nvSpPr>
          <p:cNvPr id="5" name="Rounded Rectangle 4"/>
          <p:cNvSpPr/>
          <p:nvPr/>
        </p:nvSpPr>
        <p:spPr>
          <a:xfrm>
            <a:off x="596000" y="1500000"/>
            <a:ext cx="2600000" cy="3800000"/>
          </a:xfrm>
          <a:prstGeom prst="round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96000" y="1500000"/>
            <a:ext cx="2600000" cy="6000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646000" y="1700000"/>
            <a:ext cx="500000" cy="5000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46000" y="1760000"/>
            <a:ext cx="500000" cy="400000"/>
          </a:xfrm>
          <a:prstGeom prst="rect">
            <a:avLst/>
          </a:prstGeom>
          <a:noFill/>
        </p:spPr>
        <p:txBody>
          <a:bodyPr wrap="square">
            <a:spAutoFit/>
          </a:bodyPr>
          <a:lstStyle/>
          <a:p>
            <a:pPr algn="ctr"/>
            <a:r>
              <a:rPr sz="1600" b="1" i="0">
                <a:solidFill>
                  <a:srgbClr val="FFFFFF"/>
                </a:solidFill>
              </a:rPr>
              <a:t>01</a:t>
            </a:r>
          </a:p>
        </p:txBody>
      </p:sp>
      <p:sp>
        <p:nvSpPr>
          <p:cNvPr id="9" name="TextBox 8"/>
          <p:cNvSpPr txBox="1"/>
          <p:nvPr/>
        </p:nvSpPr>
        <p:spPr>
          <a:xfrm>
            <a:off x="696000" y="2300000"/>
            <a:ext cx="2400000" cy="400000"/>
          </a:xfrm>
          <a:prstGeom prst="rect">
            <a:avLst/>
          </a:prstGeom>
          <a:noFill/>
        </p:spPr>
        <p:txBody>
          <a:bodyPr wrap="square">
            <a:spAutoFit/>
          </a:bodyPr>
          <a:lstStyle/>
          <a:p>
            <a:pPr algn="ctr"/>
            <a:r>
              <a:rPr sz="1600" b="1" i="0">
                <a:solidFill>
                  <a:srgbClr val="FFFFFF"/>
                </a:solidFill>
              </a:rPr>
              <a:t>Discovery Workshop</a:t>
            </a:r>
          </a:p>
        </p:txBody>
      </p:sp>
      <p:sp>
        <p:nvSpPr>
          <p:cNvPr id="10" name="TextBox 9"/>
          <p:cNvSpPr txBox="1"/>
          <p:nvPr/>
        </p:nvSpPr>
        <p:spPr>
          <a:xfrm>
            <a:off x="696000" y="2700000"/>
            <a:ext cx="2400000" cy="300000"/>
          </a:xfrm>
          <a:prstGeom prst="rect">
            <a:avLst/>
          </a:prstGeom>
          <a:noFill/>
        </p:spPr>
        <p:txBody>
          <a:bodyPr wrap="square">
            <a:spAutoFit/>
          </a:bodyPr>
          <a:lstStyle/>
          <a:p>
            <a:pPr algn="ctr"/>
            <a:r>
              <a:rPr sz="1333" b="1" i="0">
                <a:solidFill>
                  <a:srgbClr val="0078D4"/>
                </a:solidFill>
              </a:rPr>
              <a:t>Week 1-2</a:t>
            </a:r>
          </a:p>
        </p:txBody>
      </p:sp>
      <p:sp>
        <p:nvSpPr>
          <p:cNvPr id="11" name="TextBox 10"/>
          <p:cNvSpPr txBox="1"/>
          <p:nvPr/>
        </p:nvSpPr>
        <p:spPr>
          <a:xfrm>
            <a:off x="696000" y="3100000"/>
            <a:ext cx="2400000" cy="2000000"/>
          </a:xfrm>
          <a:prstGeom prst="rect">
            <a:avLst/>
          </a:prstGeom>
          <a:noFill/>
        </p:spPr>
        <p:txBody>
          <a:bodyPr wrap="square">
            <a:spAutoFit/>
          </a:bodyPr>
          <a:lstStyle/>
          <a:p>
            <a:pPr algn="l">
              <a:spcAft>
                <a:spcPts val="400"/>
              </a:spcAft>
            </a:pPr>
            <a:r>
              <a:rPr sz="1000" b="0">
                <a:solidFill>
                  <a:srgbClr val="B8CFE8"/>
                </a:solidFill>
              </a:rPr>
              <a:t>2-day workshop to map your SAP landscape,</a:t>
            </a:r>
          </a:p>
          <a:p>
            <a:pPr algn="l">
              <a:spcAft>
                <a:spcPts val="400"/>
              </a:spcAft>
            </a:pPr>
            <a:r>
              <a:rPr sz="1000" b="0">
                <a:solidFill>
                  <a:srgbClr val="B8CFE8"/>
                </a:solidFill>
              </a:rPr>
              <a:t>prioritise use cases, and define success metrics.</a:t>
            </a:r>
          </a:p>
          <a:p>
            <a:pPr algn="l">
              <a:spcAft>
                <a:spcPts val="400"/>
              </a:spcAft>
            </a:pPr>
            <a:r>
              <a:rPr sz="1000" b="0">
                <a:solidFill>
                  <a:srgbClr val="B8CFE8"/>
                </a:solidFill>
              </a:rPr>
              <a:t>Includes stakeholder interviews &amp; data audit.</a:t>
            </a:r>
          </a:p>
        </p:txBody>
      </p:sp>
      <p:sp>
        <p:nvSpPr>
          <p:cNvPr id="12" name="Rounded Rectangle 11"/>
          <p:cNvSpPr/>
          <p:nvPr/>
        </p:nvSpPr>
        <p:spPr>
          <a:xfrm>
            <a:off x="3396000" y="1500000"/>
            <a:ext cx="2600000" cy="3800000"/>
          </a:xfrm>
          <a:prstGeom prst="round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96000" y="1500000"/>
            <a:ext cx="2600000" cy="60000"/>
          </a:xfrm>
          <a:prstGeom prst="round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446000" y="1700000"/>
            <a:ext cx="500000" cy="500000"/>
          </a:xfrm>
          <a:prstGeom prst="ellipse">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46000" y="1760000"/>
            <a:ext cx="500000" cy="400000"/>
          </a:xfrm>
          <a:prstGeom prst="rect">
            <a:avLst/>
          </a:prstGeom>
          <a:noFill/>
        </p:spPr>
        <p:txBody>
          <a:bodyPr wrap="square">
            <a:spAutoFit/>
          </a:bodyPr>
          <a:lstStyle/>
          <a:p>
            <a:pPr algn="ctr"/>
            <a:r>
              <a:rPr sz="1600" b="1" i="0">
                <a:solidFill>
                  <a:srgbClr val="FFFFFF"/>
                </a:solidFill>
              </a:rPr>
              <a:t>02</a:t>
            </a:r>
          </a:p>
        </p:txBody>
      </p:sp>
      <p:sp>
        <p:nvSpPr>
          <p:cNvPr id="16" name="TextBox 15"/>
          <p:cNvSpPr txBox="1"/>
          <p:nvPr/>
        </p:nvSpPr>
        <p:spPr>
          <a:xfrm>
            <a:off x="3496000" y="2300000"/>
            <a:ext cx="2400000" cy="400000"/>
          </a:xfrm>
          <a:prstGeom prst="rect">
            <a:avLst/>
          </a:prstGeom>
          <a:noFill/>
        </p:spPr>
        <p:txBody>
          <a:bodyPr wrap="square">
            <a:spAutoFit/>
          </a:bodyPr>
          <a:lstStyle/>
          <a:p>
            <a:pPr algn="ctr"/>
            <a:r>
              <a:rPr sz="1600" b="1" i="0">
                <a:solidFill>
                  <a:srgbClr val="FFFFFF"/>
                </a:solidFill>
              </a:rPr>
              <a:t>POC Scope &amp; Agreement</a:t>
            </a:r>
          </a:p>
        </p:txBody>
      </p:sp>
      <p:sp>
        <p:nvSpPr>
          <p:cNvPr id="17" name="TextBox 16"/>
          <p:cNvSpPr txBox="1"/>
          <p:nvPr/>
        </p:nvSpPr>
        <p:spPr>
          <a:xfrm>
            <a:off x="3496000" y="2700000"/>
            <a:ext cx="2400000" cy="300000"/>
          </a:xfrm>
          <a:prstGeom prst="rect">
            <a:avLst/>
          </a:prstGeom>
          <a:noFill/>
        </p:spPr>
        <p:txBody>
          <a:bodyPr wrap="square">
            <a:spAutoFit/>
          </a:bodyPr>
          <a:lstStyle/>
          <a:p>
            <a:pPr algn="ctr"/>
            <a:r>
              <a:rPr sz="1333" b="1" i="0">
                <a:solidFill>
                  <a:srgbClr val="00B294"/>
                </a:solidFill>
              </a:rPr>
              <a:t>Week 3</a:t>
            </a:r>
          </a:p>
        </p:txBody>
      </p:sp>
      <p:sp>
        <p:nvSpPr>
          <p:cNvPr id="18" name="TextBox 17"/>
          <p:cNvSpPr txBox="1"/>
          <p:nvPr/>
        </p:nvSpPr>
        <p:spPr>
          <a:xfrm>
            <a:off x="3496000" y="3100000"/>
            <a:ext cx="2400000" cy="2000000"/>
          </a:xfrm>
          <a:prstGeom prst="rect">
            <a:avLst/>
          </a:prstGeom>
          <a:noFill/>
        </p:spPr>
        <p:txBody>
          <a:bodyPr wrap="square">
            <a:spAutoFit/>
          </a:bodyPr>
          <a:lstStyle/>
          <a:p>
            <a:pPr algn="l">
              <a:spcAft>
                <a:spcPts val="400"/>
              </a:spcAft>
            </a:pPr>
            <a:r>
              <a:rPr sz="1000" b="0">
                <a:solidFill>
                  <a:srgbClr val="B8CFE8"/>
                </a:solidFill>
              </a:rPr>
              <a:t>Define POC boundaries — typically 1 use case</a:t>
            </a:r>
          </a:p>
          <a:p>
            <a:pPr algn="l">
              <a:spcAft>
                <a:spcPts val="400"/>
              </a:spcAft>
            </a:pPr>
            <a:r>
              <a:rPr sz="1000" b="0">
                <a:solidFill>
                  <a:srgbClr val="B8CFE8"/>
                </a:solidFill>
              </a:rPr>
              <a:t>(Demand Forecasting recommended as highest ROI).</a:t>
            </a:r>
          </a:p>
          <a:p>
            <a:pPr algn="l">
              <a:spcAft>
                <a:spcPts val="400"/>
              </a:spcAft>
            </a:pPr>
            <a:r>
              <a:rPr sz="1333" b="0">
                <a:solidFill>
                  <a:srgbClr val="B8CFE8"/>
                </a:solidFill>
              </a:rPr>
              <a:t>Fixed-price, 6-week delivery.</a:t>
            </a:r>
          </a:p>
        </p:txBody>
      </p:sp>
      <p:sp>
        <p:nvSpPr>
          <p:cNvPr id="19" name="Rounded Rectangle 18"/>
          <p:cNvSpPr/>
          <p:nvPr/>
        </p:nvSpPr>
        <p:spPr>
          <a:xfrm>
            <a:off x="6196000" y="1500000"/>
            <a:ext cx="2600000" cy="3800000"/>
          </a:xfrm>
          <a:prstGeom prst="round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196000" y="1500000"/>
            <a:ext cx="2600000" cy="60000"/>
          </a:xfrm>
          <a:prstGeom prst="round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246000" y="1700000"/>
            <a:ext cx="500000" cy="500000"/>
          </a:xfrm>
          <a:prstGeom prst="ellipse">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46000" y="1760000"/>
            <a:ext cx="500000" cy="400000"/>
          </a:xfrm>
          <a:prstGeom prst="rect">
            <a:avLst/>
          </a:prstGeom>
          <a:noFill/>
        </p:spPr>
        <p:txBody>
          <a:bodyPr wrap="square">
            <a:spAutoFit/>
          </a:bodyPr>
          <a:lstStyle/>
          <a:p>
            <a:pPr algn="ctr"/>
            <a:r>
              <a:rPr sz="1600" b="1" i="0">
                <a:solidFill>
                  <a:srgbClr val="FFFFFF"/>
                </a:solidFill>
              </a:rPr>
              <a:t>03</a:t>
            </a:r>
          </a:p>
        </p:txBody>
      </p:sp>
      <p:sp>
        <p:nvSpPr>
          <p:cNvPr id="23" name="TextBox 22"/>
          <p:cNvSpPr txBox="1"/>
          <p:nvPr/>
        </p:nvSpPr>
        <p:spPr>
          <a:xfrm>
            <a:off x="6296000" y="2300000"/>
            <a:ext cx="2400000" cy="400000"/>
          </a:xfrm>
          <a:prstGeom prst="rect">
            <a:avLst/>
          </a:prstGeom>
          <a:noFill/>
        </p:spPr>
        <p:txBody>
          <a:bodyPr wrap="square">
            <a:spAutoFit/>
          </a:bodyPr>
          <a:lstStyle/>
          <a:p>
            <a:pPr algn="ctr"/>
            <a:r>
              <a:rPr sz="1600" b="1" i="0">
                <a:solidFill>
                  <a:srgbClr val="FFFFFF"/>
                </a:solidFill>
              </a:rPr>
              <a:t>POC Delivery</a:t>
            </a:r>
          </a:p>
        </p:txBody>
      </p:sp>
      <p:sp>
        <p:nvSpPr>
          <p:cNvPr id="24" name="TextBox 23"/>
          <p:cNvSpPr txBox="1"/>
          <p:nvPr/>
        </p:nvSpPr>
        <p:spPr>
          <a:xfrm>
            <a:off x="6296000" y="2700000"/>
            <a:ext cx="2400000" cy="300000"/>
          </a:xfrm>
          <a:prstGeom prst="rect">
            <a:avLst/>
          </a:prstGeom>
          <a:noFill/>
        </p:spPr>
        <p:txBody>
          <a:bodyPr wrap="square">
            <a:spAutoFit/>
          </a:bodyPr>
          <a:lstStyle/>
          <a:p>
            <a:pPr algn="ctr"/>
            <a:r>
              <a:rPr sz="1333" b="1" i="0">
                <a:solidFill>
                  <a:srgbClr val="FFB900"/>
                </a:solidFill>
              </a:rPr>
              <a:t>Weeks 4-9</a:t>
            </a:r>
          </a:p>
        </p:txBody>
      </p:sp>
      <p:sp>
        <p:nvSpPr>
          <p:cNvPr id="25" name="TextBox 24"/>
          <p:cNvSpPr txBox="1"/>
          <p:nvPr/>
        </p:nvSpPr>
        <p:spPr>
          <a:xfrm>
            <a:off x="6296000" y="3100000"/>
            <a:ext cx="2400000" cy="2000000"/>
          </a:xfrm>
          <a:prstGeom prst="rect">
            <a:avLst/>
          </a:prstGeom>
          <a:noFill/>
        </p:spPr>
        <p:txBody>
          <a:bodyPr wrap="square">
            <a:spAutoFit/>
          </a:bodyPr>
          <a:lstStyle/>
          <a:p>
            <a:pPr algn="l">
              <a:spcAft>
                <a:spcPts val="400"/>
              </a:spcAft>
            </a:pPr>
            <a:r>
              <a:rPr sz="1000" b="0">
                <a:solidFill>
                  <a:srgbClr val="B8CFE8"/>
                </a:solidFill>
              </a:rPr>
              <a:t>End-to-end working prototype: SAP data → Fabric</a:t>
            </a:r>
          </a:p>
          <a:p>
            <a:pPr algn="l">
              <a:spcAft>
                <a:spcPts val="400"/>
              </a:spcAft>
            </a:pPr>
            <a:r>
              <a:rPr sz="1000" b="0">
                <a:solidFill>
                  <a:srgbClr val="B8CFE8"/>
                </a:solidFill>
              </a:rPr>
              <a:t>→ AI model → Copilot bot. With live SAP data,</a:t>
            </a:r>
          </a:p>
          <a:p>
            <a:pPr algn="l">
              <a:spcAft>
                <a:spcPts val="400"/>
              </a:spcAft>
            </a:pPr>
            <a:r>
              <a:rPr sz="1000" b="0">
                <a:solidFill>
                  <a:srgbClr val="B8CFE8"/>
                </a:solidFill>
              </a:rPr>
              <a:t>not synthetic. Measurable accuracy baseline.</a:t>
            </a:r>
          </a:p>
        </p:txBody>
      </p:sp>
      <p:sp>
        <p:nvSpPr>
          <p:cNvPr id="26" name="Rounded Rectangle 25"/>
          <p:cNvSpPr/>
          <p:nvPr/>
        </p:nvSpPr>
        <p:spPr>
          <a:xfrm>
            <a:off x="8996000" y="1500000"/>
            <a:ext cx="2600000" cy="3800000"/>
          </a:xfrm>
          <a:prstGeom prst="round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996000" y="1500000"/>
            <a:ext cx="2600000" cy="6000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046000" y="1700000"/>
            <a:ext cx="500000" cy="500000"/>
          </a:xfrm>
          <a:prstGeom prst="ellipse">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46000" y="1760000"/>
            <a:ext cx="500000" cy="400000"/>
          </a:xfrm>
          <a:prstGeom prst="rect">
            <a:avLst/>
          </a:prstGeom>
          <a:noFill/>
        </p:spPr>
        <p:txBody>
          <a:bodyPr wrap="square">
            <a:spAutoFit/>
          </a:bodyPr>
          <a:lstStyle/>
          <a:p>
            <a:pPr algn="ctr"/>
            <a:r>
              <a:rPr sz="1600" b="1" i="0">
                <a:solidFill>
                  <a:srgbClr val="FFFFFF"/>
                </a:solidFill>
              </a:rPr>
              <a:t>04</a:t>
            </a:r>
          </a:p>
        </p:txBody>
      </p:sp>
      <p:sp>
        <p:nvSpPr>
          <p:cNvPr id="30" name="TextBox 29"/>
          <p:cNvSpPr txBox="1"/>
          <p:nvPr/>
        </p:nvSpPr>
        <p:spPr>
          <a:xfrm>
            <a:off x="9096000" y="2300000"/>
            <a:ext cx="2400000" cy="400000"/>
          </a:xfrm>
          <a:prstGeom prst="rect">
            <a:avLst/>
          </a:prstGeom>
          <a:noFill/>
        </p:spPr>
        <p:txBody>
          <a:bodyPr wrap="square">
            <a:spAutoFit/>
          </a:bodyPr>
          <a:lstStyle/>
          <a:p>
            <a:pPr algn="ctr"/>
            <a:r>
              <a:rPr sz="1600" b="1" i="0">
                <a:solidFill>
                  <a:srgbClr val="FFFFFF"/>
                </a:solidFill>
              </a:rPr>
              <a:t>Scale &amp; Productionise</a:t>
            </a:r>
          </a:p>
        </p:txBody>
      </p:sp>
      <p:sp>
        <p:nvSpPr>
          <p:cNvPr id="31" name="TextBox 30"/>
          <p:cNvSpPr txBox="1"/>
          <p:nvPr/>
        </p:nvSpPr>
        <p:spPr>
          <a:xfrm>
            <a:off x="9096000" y="2700000"/>
            <a:ext cx="2400000" cy="300000"/>
          </a:xfrm>
          <a:prstGeom prst="rect">
            <a:avLst/>
          </a:prstGeom>
          <a:noFill/>
        </p:spPr>
        <p:txBody>
          <a:bodyPr wrap="square">
            <a:spAutoFit/>
          </a:bodyPr>
          <a:lstStyle/>
          <a:p>
            <a:pPr algn="ctr"/>
            <a:r>
              <a:rPr sz="1333" b="1" i="0">
                <a:solidFill>
                  <a:srgbClr val="FF8C00"/>
                </a:solidFill>
              </a:rPr>
              <a:t>Weeks 10-16</a:t>
            </a:r>
          </a:p>
        </p:txBody>
      </p:sp>
      <p:sp>
        <p:nvSpPr>
          <p:cNvPr id="32" name="TextBox 31"/>
          <p:cNvSpPr txBox="1"/>
          <p:nvPr/>
        </p:nvSpPr>
        <p:spPr>
          <a:xfrm>
            <a:off x="9096000" y="3100000"/>
            <a:ext cx="2400000" cy="2000000"/>
          </a:xfrm>
          <a:prstGeom prst="rect">
            <a:avLst/>
          </a:prstGeom>
          <a:noFill/>
        </p:spPr>
        <p:txBody>
          <a:bodyPr wrap="square">
            <a:spAutoFit/>
          </a:bodyPr>
          <a:lstStyle/>
          <a:p>
            <a:pPr algn="l">
              <a:spcAft>
                <a:spcPts val="400"/>
              </a:spcAft>
            </a:pPr>
            <a:r>
              <a:rPr sz="1000" b="0">
                <a:solidFill>
                  <a:srgbClr val="B8CFE8"/>
                </a:solidFill>
              </a:rPr>
              <a:t>Expand to remaining use cases. Full security,</a:t>
            </a:r>
          </a:p>
          <a:p>
            <a:pPr algn="l">
              <a:spcAft>
                <a:spcPts val="400"/>
              </a:spcAft>
            </a:pPr>
            <a:r>
              <a:rPr sz="1000" b="0">
                <a:solidFill>
                  <a:srgbClr val="B8CFE8"/>
                </a:solidFill>
              </a:rPr>
              <a:t>governance, and operational readiness.</a:t>
            </a:r>
          </a:p>
          <a:p>
            <a:pPr algn="l">
              <a:spcAft>
                <a:spcPts val="400"/>
              </a:spcAft>
            </a:pPr>
            <a:r>
              <a:rPr sz="1010" b="0">
                <a:solidFill>
                  <a:srgbClr val="B8CFE8"/>
                </a:solidFill>
              </a:rPr>
              <a:t>Handover with training &amp; runbooks.</a:t>
            </a:r>
          </a:p>
        </p:txBody>
      </p:sp>
      <p:sp>
        <p:nvSpPr>
          <p:cNvPr id="33" name="Rounded Rectangle 32"/>
          <p:cNvSpPr/>
          <p:nvPr/>
        </p:nvSpPr>
        <p:spPr>
          <a:xfrm>
            <a:off x="596000" y="5700000"/>
            <a:ext cx="11000000" cy="70000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6000" y="5750000"/>
            <a:ext cx="10600000" cy="300000"/>
          </a:xfrm>
          <a:prstGeom prst="rect">
            <a:avLst/>
          </a:prstGeom>
          <a:noFill/>
        </p:spPr>
        <p:txBody>
          <a:bodyPr wrap="square">
            <a:spAutoFit/>
          </a:bodyPr>
          <a:lstStyle/>
          <a:p>
            <a:pPr algn="ctr"/>
            <a:r>
              <a:rPr sz="1600" b="1" i="0">
                <a:solidFill>
                  <a:srgbClr val="FFFFFF"/>
                </a:solidFill>
              </a:rPr>
              <a:t>Ready to start?</a:t>
            </a:r>
          </a:p>
        </p:txBody>
      </p:sp>
      <p:sp>
        <p:nvSpPr>
          <p:cNvPr id="35" name="TextBox 34"/>
          <p:cNvSpPr txBox="1"/>
          <p:nvPr/>
        </p:nvSpPr>
        <p:spPr>
          <a:xfrm>
            <a:off x="796000" y="6050000"/>
            <a:ext cx="10600000" cy="300000"/>
          </a:xfrm>
          <a:prstGeom prst="rect">
            <a:avLst/>
          </a:prstGeom>
          <a:noFill/>
        </p:spPr>
        <p:txBody>
          <a:bodyPr wrap="square">
            <a:spAutoFit/>
          </a:bodyPr>
          <a:lstStyle/>
          <a:p>
            <a:pPr algn="ctr"/>
            <a:r>
              <a:rPr sz="1467" b="0" i="0">
                <a:solidFill>
                  <a:srgbClr val="E8F4FD"/>
                </a:solidFill>
              </a:rPr>
              <a:t>Contact us to schedule the Discovery Workshop  ·  [your.name@nttdata.com]  ·  [+61 XXXX XXXXXX]</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B165D-61A6-A045-4791-442CE8E8FD07}"/>
              </a:ext>
            </a:extLst>
          </p:cNvPr>
          <p:cNvSpPr>
            <a:spLocks noGrp="1" noChangeAspect="1"/>
          </p:cNvSpPr>
          <p:nvPr>
            <p:ph type="title"/>
          </p:nvPr>
        </p:nvSpPr>
        <p:spPr bwMode="gray"/>
        <p:txBody>
          <a:bodyPr/>
          <a:lstStyle/>
          <a:p>
            <a:r>
              <a:rPr lang="en-US"/>
              <a:t>Copyright NTT DATA Business Solutions AG – All Rights Reserved</a:t>
            </a:r>
          </a:p>
        </p:txBody>
      </p:sp>
      <p:sp>
        <p:nvSpPr>
          <p:cNvPr id="3" name="Content Placeholder 2">
            <a:extLst>
              <a:ext uri="{FF2B5EF4-FFF2-40B4-BE49-F238E27FC236}">
                <a16:creationId xmlns:a16="http://schemas.microsoft.com/office/drawing/2014/main" id="{82896EAF-807B-3988-5F96-943996854E8E}"/>
              </a:ext>
            </a:extLst>
          </p:cNvPr>
          <p:cNvSpPr>
            <a:spLocks noGrp="1" noChangeAspect="1"/>
          </p:cNvSpPr>
          <p:nvPr>
            <p:ph idx="1"/>
          </p:nvPr>
        </p:nvSpPr>
        <p:spPr bwMode="gray"/>
        <p:txBody>
          <a:bodyPr/>
          <a:lstStyle/>
          <a:p>
            <a:pPr marL="0" marR="0" lvl="0" indent="0" algn="l" defTabSz="914400" rtl="0" eaLnBrk="1" fontAlgn="auto" latinLnBrk="0" hangingPunct="1">
              <a:lnSpc>
                <a:spcPct val="130000"/>
              </a:lnSpc>
              <a:spcBef>
                <a:spcPts val="1800"/>
              </a:spcBef>
              <a:spcAft>
                <a:spcPts val="0"/>
              </a:spcAft>
              <a:buClr>
                <a:srgbClr val="E7E6E6"/>
              </a:buClr>
              <a:buSzPct val="100000"/>
              <a:buFont typeface="Arial" panose="020B0604020202020204" pitchFamily="34" charset="0"/>
              <a:buNone/>
              <a:tabLst/>
              <a:defRPr/>
            </a:pPr>
            <a:r>
              <a:rPr kumimoji="0" lang="en-US" altLang="de-DE" sz="1000" b="1"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No part of this publication may be reproduced or transmitted in any form or for any purpose without the express permission of NTT DATA Business Solutions AG. The information contained herein may be changed without prior notice</a:t>
            </a:r>
          </a:p>
          <a:p>
            <a:pPr marL="0" marR="0" lvl="0" indent="0" algn="l" defTabSz="914400" rtl="0" eaLnBrk="1" fontAlgn="auto" latinLnBrk="0" hangingPunct="1">
              <a:lnSpc>
                <a:spcPct val="130000"/>
              </a:lnSpc>
              <a:spcBef>
                <a:spcPts val="1800"/>
              </a:spcBef>
              <a:spcAft>
                <a:spcPts val="0"/>
              </a:spcAft>
              <a:buClr>
                <a:srgbClr val="E7E6E6"/>
              </a:buClr>
              <a:buSzPct val="100000"/>
              <a:buFont typeface="Arial" panose="020B0604020202020204" pitchFamily="34" charset="0"/>
              <a:buNone/>
              <a:tabLst/>
              <a:defRPr/>
            </a:pPr>
            <a:r>
              <a:rPr kumimoji="0" lang="en-US" altLang="de-DE" sz="1200" b="0"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Some software products marketed by </a:t>
            </a:r>
            <a:r>
              <a:rPr kumimoji="0" lang="en-US" altLang="de-DE" sz="1200" b="1"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NTT DATA Business Solutions AG </a:t>
            </a:r>
            <a:r>
              <a:rPr kumimoji="0" lang="en-US" altLang="de-DE" sz="1000" b="0"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and its distributors contain proprietary software components of other software vendors. All product and service names mentioned, and associated logos displayed are the trademarks of their respective companies. Data contained in this document serves informational purposes only. National product specifications may vary</a:t>
            </a:r>
          </a:p>
          <a:p>
            <a:pPr marL="0" marR="0" lvl="0" indent="0" algn="l" defTabSz="914400" rtl="0" eaLnBrk="1" fontAlgn="auto" latinLnBrk="0" hangingPunct="1">
              <a:lnSpc>
                <a:spcPct val="130000"/>
              </a:lnSpc>
              <a:spcBef>
                <a:spcPts val="1800"/>
              </a:spcBef>
              <a:spcAft>
                <a:spcPts val="0"/>
              </a:spcAft>
              <a:buClr>
                <a:srgbClr val="E7E6E6"/>
              </a:buClr>
              <a:buSzPct val="100000"/>
              <a:buFont typeface="Arial" panose="020B0604020202020204" pitchFamily="34" charset="0"/>
              <a:buNone/>
              <a:tabLst/>
              <a:defRPr/>
            </a:pPr>
            <a:r>
              <a:rPr kumimoji="0" lang="en-US" altLang="de-DE" sz="1200" b="1"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The information in this document is proprietary to NTT DATA Business Solutions AG. </a:t>
            </a:r>
            <a:r>
              <a:rPr kumimoji="0" lang="en-US" altLang="de-DE" sz="1200" b="0"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This document is a preliminary version and not subject to your license agreement or any other agreement with </a:t>
            </a:r>
            <a:r>
              <a:rPr kumimoji="0" lang="en-US" altLang="de-DE" sz="1200" b="1"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NTT DATA Business Solutions AG</a:t>
            </a:r>
            <a:r>
              <a:rPr kumimoji="0" lang="en-US" altLang="de-DE" sz="1200" b="0"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 This document contains only intended strategies, developments, and product functionalities and is not intended to be binding upon </a:t>
            </a:r>
            <a:r>
              <a:rPr kumimoji="0" lang="en-US" altLang="de-DE" sz="1200" b="1"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NTT DATA Business Solutions AG</a:t>
            </a:r>
            <a:r>
              <a:rPr kumimoji="0" lang="en-US" altLang="de-DE" sz="1200" b="0"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 to any particular course of business, product strategy, and/or development. </a:t>
            </a:r>
            <a:r>
              <a:rPr kumimoji="0" lang="en-US" altLang="de-DE" sz="1200" b="1"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NTT DATA Business Solutions AG </a:t>
            </a:r>
            <a:r>
              <a:rPr kumimoji="0" lang="en-US" altLang="de-DE" sz="1200" b="0"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assumes no responsibility for errors or omissions in this document. </a:t>
            </a:r>
            <a:r>
              <a:rPr kumimoji="0" lang="en-US" altLang="de-DE" sz="1200" b="1"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NTT DATA Business Solutions AG  </a:t>
            </a:r>
            <a:r>
              <a:rPr kumimoji="0" lang="en-US" altLang="de-DE" sz="1000" b="0"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does not warrant the accuracy or completeness of the information, text, graphics, links, or other items contained within this material. This document is provided without a warranty of any kind, either express or implied, including but not limited to the implied warranties of merchantability, fitness for a particular purpose, or non-infringement</a:t>
            </a:r>
          </a:p>
          <a:p>
            <a:pPr marL="0" marR="0" lvl="0" indent="0" algn="l" defTabSz="914400" rtl="0" eaLnBrk="1" fontAlgn="auto" latinLnBrk="0" hangingPunct="1">
              <a:lnSpc>
                <a:spcPct val="130000"/>
              </a:lnSpc>
              <a:spcBef>
                <a:spcPts val="1800"/>
              </a:spcBef>
              <a:spcAft>
                <a:spcPts val="0"/>
              </a:spcAft>
              <a:buClr>
                <a:srgbClr val="E7E6E6"/>
              </a:buClr>
              <a:buSzPct val="100000"/>
              <a:buFont typeface="Arial" panose="020B0604020202020204" pitchFamily="34" charset="0"/>
              <a:buNone/>
              <a:tabLst/>
              <a:defRPr/>
            </a:pPr>
            <a:r>
              <a:rPr kumimoji="0" lang="en-US" altLang="de-DE" sz="1200" b="1"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NTT DATA Business Solutions AG </a:t>
            </a:r>
            <a:r>
              <a:rPr kumimoji="0" lang="en-US" altLang="de-DE" sz="1000" b="0"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shall have no liability for damages of any kind including without limitation direct, special, indirect, or consequential damages that may result from the use of these materials. This limitation shall not apply in cases of intent or gross negligence</a:t>
            </a:r>
          </a:p>
          <a:p>
            <a:pPr marL="0" marR="0" lvl="0" indent="0" algn="l" defTabSz="914400" rtl="0" eaLnBrk="1" fontAlgn="auto" latinLnBrk="0" hangingPunct="1">
              <a:lnSpc>
                <a:spcPct val="130000"/>
              </a:lnSpc>
              <a:spcBef>
                <a:spcPts val="1800"/>
              </a:spcBef>
              <a:spcAft>
                <a:spcPts val="0"/>
              </a:spcAft>
              <a:buClr>
                <a:srgbClr val="E7E6E6"/>
              </a:buClr>
              <a:buSzPct val="100000"/>
              <a:buFont typeface="Arial" panose="020B0604020202020204" pitchFamily="34" charset="0"/>
              <a:buNone/>
              <a:tabLst/>
              <a:defRPr/>
            </a:pPr>
            <a:r>
              <a:rPr kumimoji="0" lang="en-US" altLang="de-DE" sz="1200" b="0"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The statutory liability for personal injury and defective products is not affected. </a:t>
            </a:r>
            <a:r>
              <a:rPr kumimoji="0" lang="en-US" altLang="de-DE" sz="1200" b="1"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NTT DATA Business Solutions AG </a:t>
            </a:r>
            <a:r>
              <a:rPr kumimoji="0" lang="en-US" altLang="de-DE" sz="1000" b="0"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has no control over the information that you may access through the use of hot links contained in these materials and does not endorse your use of third-party web pages nor provide any warranty whatsoever relating to third-party web pages.</a:t>
            </a:r>
          </a:p>
          <a:p>
            <a:endParaRPr lang="en-US" sz="1200"/>
          </a:p>
        </p:txBody>
      </p:sp>
      <p:sp>
        <p:nvSpPr>
          <p:cNvPr id="4" name="Footer Placeholder 3">
            <a:extLst>
              <a:ext uri="{FF2B5EF4-FFF2-40B4-BE49-F238E27FC236}">
                <a16:creationId xmlns:a16="http://schemas.microsoft.com/office/drawing/2014/main" id="{BCC6DA92-4226-B8FE-1E5D-EA93F3DC9E4C}"/>
              </a:ext>
            </a:extLst>
          </p:cNvPr>
          <p:cNvSpPr>
            <a:spLocks noGrp="1" noChangeAspect="1"/>
          </p:cNvSpPr>
          <p:nvPr>
            <p:ph type="ftr" sz="quarter" idx="3"/>
          </p:nvPr>
        </p:nvSpPr>
        <p:spPr bwMode="gray"/>
        <p:txBody>
          <a:bodyPr/>
          <a:lstStyle/>
          <a:p>
            <a:r>
              <a:rPr lang="en-US" noProof="0"/>
              <a:t>© 2026 NTT DATA Business Solutions</a:t>
            </a:r>
          </a:p>
        </p:txBody>
      </p:sp>
      <p:sp>
        <p:nvSpPr>
          <p:cNvPr id="5" name="Slide Number Placeholder 4">
            <a:extLst>
              <a:ext uri="{FF2B5EF4-FFF2-40B4-BE49-F238E27FC236}">
                <a16:creationId xmlns:a16="http://schemas.microsoft.com/office/drawing/2014/main" id="{EF473A2A-525A-1577-5248-C6DA7C6F5564}"/>
              </a:ext>
            </a:extLst>
          </p:cNvPr>
          <p:cNvSpPr>
            <a:spLocks noGrp="1" noChangeAspect="1"/>
          </p:cNvSpPr>
          <p:nvPr>
            <p:ph type="sldNum" sz="quarter" idx="4"/>
          </p:nvPr>
        </p:nvSpPr>
        <p:spPr bwMode="gray"/>
        <p:txBody>
          <a:bodyPr/>
          <a:lstStyle/>
          <a:p>
            <a:fld id="{13CE6DAF-806F-404B-BC68-339BFCB57E5C}" type="slidenum">
              <a:rPr lang="en-US" smtClean="0"/>
              <a:pPr/>
              <a:t>11</a:t>
            </a:fld>
            <a:endParaRPr lang="en-US"/>
          </a:p>
        </p:txBody>
      </p:sp>
    </p:spTree>
    <p:extLst>
      <p:ext uri="{BB962C8B-B14F-4D97-AF65-F5344CB8AC3E}">
        <p14:creationId xmlns:p14="http://schemas.microsoft.com/office/powerpoint/2010/main" val="15399235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810517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heme/theme1.xml><?xml version="1.0" encoding="utf-8"?>
<a:theme xmlns:a="http://schemas.openxmlformats.org/drawingml/2006/main" name="NTT DATA LIGHT ">
  <a:themeElements>
    <a:clrScheme name="Benutzerdefiniert 51">
      <a:dk1>
        <a:srgbClr val="FFFFFF"/>
      </a:dk1>
      <a:lt1>
        <a:srgbClr val="070F26"/>
      </a:lt1>
      <a:dk2>
        <a:srgbClr val="2E404D"/>
      </a:dk2>
      <a:lt2>
        <a:srgbClr val="0072BC"/>
      </a:lt2>
      <a:accent1>
        <a:srgbClr val="19A3FC"/>
      </a:accent1>
      <a:accent2>
        <a:srgbClr val="00DFED"/>
      </a:accent2>
      <a:accent3>
        <a:srgbClr val="00CB5D"/>
      </a:accent3>
      <a:accent4>
        <a:srgbClr val="FFC400"/>
      </a:accent4>
      <a:accent5>
        <a:srgbClr val="FF7A00"/>
      </a:accent5>
      <a:accent6>
        <a:srgbClr val="949494"/>
      </a:accent6>
      <a:hlink>
        <a:srgbClr val="0072BC"/>
      </a:hlink>
      <a:folHlink>
        <a:srgbClr val="00DFED"/>
      </a:folHlink>
    </a:clrScheme>
    <a:fontScheme name="NTT_Arial">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9525">
          <a:noFill/>
        </a:ln>
      </a:spPr>
      <a:bodyPr lIns="0" tIns="0" rIns="0" bIns="0" rtlCol="0" anchor="t"/>
      <a:lstStyle>
        <a:defPPr algn="l">
          <a:lnSpc>
            <a:spcPct val="110000"/>
          </a:lnSpc>
          <a:spcBef>
            <a:spcPts val="600"/>
          </a:spcBef>
          <a:defRPr sz="18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bodyPr vert="horz" lIns="0" tIns="0" rIns="0" bIns="0" rtlCol="0">
        <a:noAutofit/>
      </a:bodyPr>
      <a:lstStyle>
        <a:defPPr algn="l">
          <a:defRPr dirty="0"/>
        </a:defPPr>
      </a:lstStyle>
    </a:txDef>
  </a:objectDefaults>
  <a:extraClrSchemeLst/>
  <a:custClrLst>
    <a:custClr name="A-Smart Navy">
      <a:srgbClr val="070F26"/>
    </a:custClr>
    <a:custClr name="B-White">
      <a:srgbClr val="FFFFFF"/>
    </a:custClr>
    <a:custClr name="C-Future Blue 150">
      <a:srgbClr val="005B96"/>
    </a:custClr>
    <a:custClr name="D-Future Blue">
      <a:srgbClr val="0072BC"/>
    </a:custClr>
    <a:custClr name="E-Future Blue 50">
      <a:srgbClr val="19A3FC"/>
    </a:custClr>
    <a:custClr name="F-Turquoise 100">
      <a:srgbClr val="009AA4"/>
    </a:custClr>
    <a:custClr name="G-Turquoise">
      <a:srgbClr val="00DFED"/>
    </a:custClr>
    <a:custClr name="H-Turquoise 50">
      <a:srgbClr val="7BF7FF"/>
    </a:custClr>
    <a:custClr name="I-Green 150">
      <a:srgbClr val="068941"/>
    </a:custClr>
    <a:custClr name="J-Green">
      <a:srgbClr val="00CB5D"/>
    </a:custClr>
    <a:custClr name="K-Green 50">
      <a:srgbClr val="38F990"/>
    </a:custClr>
    <a:custClr name="L-Yellow">
      <a:srgbClr val="FFC400"/>
    </a:custClr>
    <a:custClr name="M-Yellow 50">
      <a:srgbClr val="FFEDB2"/>
    </a:custClr>
    <a:custClr name="N-Yellow 100">
      <a:srgbClr val="FFDB66"/>
    </a:custClr>
    <a:custClr name="O-Orange 150">
      <a:srgbClr val="B22000"/>
    </a:custClr>
    <a:custClr name="P-Orange 100">
      <a:srgbClr val="E42600"/>
    </a:custClr>
    <a:custClr name="Q-Orange">
      <a:srgbClr val="FF7A00"/>
    </a:custClr>
    <a:custClr name="R-Grey 100">
      <a:srgbClr val="949494"/>
    </a:custClr>
    <a:custClr name="S-Grey 50">
      <a:srgbClr val="E8E8E8"/>
    </a:custClr>
    <a:custClr name="T-Black">
      <a:srgbClr val="000000"/>
    </a:custClr>
    <a:custClr name="U-Text Grey">
      <a:srgbClr val="2E404D"/>
    </a:custClr>
  </a:custClrLst>
  <a:extLst>
    <a:ext uri="{05A4C25C-085E-4340-85A3-A5531E510DB2}">
      <thm15:themeFamily xmlns:thm15="http://schemas.microsoft.com/office/thememl/2012/main" name="Präsentation1" id="{DDC85BBE-3F1E-4AA9-B218-595D51231317}" vid="{7540CC86-4BC2-4C40-AFD1-445E1BD28808}"/>
    </a:ext>
  </a:extLst>
</a:theme>
</file>

<file path=ppt/theme/theme2.xml><?xml version="1.0" encoding="utf-8"?>
<a:theme xmlns:a="http://schemas.openxmlformats.org/drawingml/2006/main" name="NTT DATA DARK ">
  <a:themeElements>
    <a:clrScheme name="Benutzerdefiniert 52">
      <a:dk1>
        <a:srgbClr val="FFFFFF"/>
      </a:dk1>
      <a:lt1>
        <a:srgbClr val="070F26"/>
      </a:lt1>
      <a:dk2>
        <a:srgbClr val="2E404D"/>
      </a:dk2>
      <a:lt2>
        <a:srgbClr val="0072BC"/>
      </a:lt2>
      <a:accent1>
        <a:srgbClr val="19A3FC"/>
      </a:accent1>
      <a:accent2>
        <a:srgbClr val="00DFED"/>
      </a:accent2>
      <a:accent3>
        <a:srgbClr val="00CB5D"/>
      </a:accent3>
      <a:accent4>
        <a:srgbClr val="FFC400"/>
      </a:accent4>
      <a:accent5>
        <a:srgbClr val="FF7A00"/>
      </a:accent5>
      <a:accent6>
        <a:srgbClr val="949494"/>
      </a:accent6>
      <a:hlink>
        <a:srgbClr val="0072BC"/>
      </a:hlink>
      <a:folHlink>
        <a:srgbClr val="00DFED"/>
      </a:folHlink>
    </a:clrScheme>
    <a:fontScheme name="NTT_Arial">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9525">
          <a:noFill/>
        </a:ln>
      </a:spPr>
      <a:bodyPr lIns="0" tIns="0" rIns="0" bIns="0" rtlCol="0" anchor="t"/>
      <a:lstStyle>
        <a:defPPr algn="l">
          <a:lnSpc>
            <a:spcPct val="110000"/>
          </a:lnSpc>
          <a:spcBef>
            <a:spcPts val="600"/>
          </a:spcBef>
          <a:defRPr sz="1800" dirty="0" err="1" smtClean="0">
            <a:solidFill>
              <a:schemeClr val="accent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bg1"/>
          </a:solidFill>
        </a:ln>
      </a:spPr>
      <a:bodyPr/>
      <a:lstStyle/>
      <a:style>
        <a:lnRef idx="1">
          <a:schemeClr val="accent1"/>
        </a:lnRef>
        <a:fillRef idx="0">
          <a:schemeClr val="accent1"/>
        </a:fillRef>
        <a:effectRef idx="0">
          <a:schemeClr val="accent1"/>
        </a:effectRef>
        <a:fontRef idx="minor">
          <a:schemeClr val="tx1"/>
        </a:fontRef>
      </a:style>
    </a:lnDef>
    <a:txDef>
      <a:spPr/>
      <a:bodyPr vert="horz" lIns="0" tIns="0" rIns="0" bIns="0" rtlCol="0">
        <a:noAutofit/>
      </a:bodyPr>
      <a:lstStyle>
        <a:defPPr algn="l">
          <a:defRPr dirty="0"/>
        </a:defPPr>
      </a:lstStyle>
    </a:txDef>
  </a:objectDefaults>
  <a:extraClrSchemeLst/>
  <a:custClrLst>
    <a:custClr name="A-Smart Navy">
      <a:srgbClr val="070F26"/>
    </a:custClr>
    <a:custClr name="B-White">
      <a:srgbClr val="FFFFFF"/>
    </a:custClr>
    <a:custClr name="C-Future Blue 150">
      <a:srgbClr val="005B96"/>
    </a:custClr>
    <a:custClr name="D-Future Blue">
      <a:srgbClr val="0072BC"/>
    </a:custClr>
    <a:custClr name="E-Future Blue 50">
      <a:srgbClr val="19A3FC"/>
    </a:custClr>
    <a:custClr name="F-Turquoise 100">
      <a:srgbClr val="009AA4"/>
    </a:custClr>
    <a:custClr name="G-Turquoise">
      <a:srgbClr val="00DFED"/>
    </a:custClr>
    <a:custClr name="H-Turquoise 50">
      <a:srgbClr val="7BF7FF"/>
    </a:custClr>
    <a:custClr name="I-Green 150">
      <a:srgbClr val="068941"/>
    </a:custClr>
    <a:custClr name="J-Green">
      <a:srgbClr val="00CB5D"/>
    </a:custClr>
    <a:custClr name="K-Green 50">
      <a:srgbClr val="38F990"/>
    </a:custClr>
    <a:custClr name="L-Yellow">
      <a:srgbClr val="FFC400"/>
    </a:custClr>
    <a:custClr name="M-Yellow 50">
      <a:srgbClr val="FFEDB2"/>
    </a:custClr>
    <a:custClr name="N-Yellow 100">
      <a:srgbClr val="FFDB66"/>
    </a:custClr>
    <a:custClr name="O-Orange 150">
      <a:srgbClr val="B22000"/>
    </a:custClr>
    <a:custClr name="P-Orange 100">
      <a:srgbClr val="E42600"/>
    </a:custClr>
    <a:custClr name="Q-Orange">
      <a:srgbClr val="FF7A00"/>
    </a:custClr>
    <a:custClr name="R-Grey 100">
      <a:srgbClr val="949494"/>
    </a:custClr>
    <a:custClr name="S-Grey 50">
      <a:srgbClr val="E8E8E8"/>
    </a:custClr>
    <a:custClr name="T-Black">
      <a:srgbClr val="000000"/>
    </a:custClr>
    <a:custClr name="U-Text Grey">
      <a:srgbClr val="2E404D"/>
    </a:custClr>
  </a:custClrLst>
  <a:extLst>
    <a:ext uri="{05A4C25C-085E-4340-85A3-A5531E510DB2}">
      <thm15:themeFamily xmlns:thm15="http://schemas.microsoft.com/office/thememl/2012/main" name="Präsentation1" id="{DDC85BBE-3F1E-4AA9-B218-595D51231317}" vid="{EF93F315-4778-43EC-9FED-276A3B6713C6}"/>
    </a:ext>
  </a:extLst>
</a:theme>
</file>

<file path=ppt/theme/theme3.xml><?xml version="1.0" encoding="utf-8"?>
<a:theme xmlns:a="http://schemas.openxmlformats.org/drawingml/2006/main" name="Office Theme">
  <a:themeElements>
    <a:clrScheme name="ntt">
      <a:dk1>
        <a:srgbClr val="000000"/>
      </a:dk1>
      <a:lt1>
        <a:srgbClr val="FFFFFF"/>
      </a:lt1>
      <a:dk2>
        <a:srgbClr val="404040"/>
      </a:dk2>
      <a:lt2>
        <a:srgbClr val="DEE8F4"/>
      </a:lt2>
      <a:accent1>
        <a:srgbClr val="6785C1"/>
      </a:accent1>
      <a:accent2>
        <a:srgbClr val="0F1C50"/>
      </a:accent2>
      <a:accent3>
        <a:srgbClr val="0080B1"/>
      </a:accent3>
      <a:accent4>
        <a:srgbClr val="E6B600"/>
      </a:accent4>
      <a:accent5>
        <a:srgbClr val="BC4328"/>
      </a:accent5>
      <a:accent6>
        <a:srgbClr val="7F7F7F"/>
      </a:accent6>
      <a:hlink>
        <a:srgbClr val="6785C1"/>
      </a:hlink>
      <a:folHlink>
        <a:srgbClr val="0F1C50"/>
      </a:folHlink>
    </a:clrScheme>
    <a:fontScheme name="Benutzerdefiniert 13">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ntt">
      <a:dk1>
        <a:srgbClr val="000000"/>
      </a:dk1>
      <a:lt1>
        <a:srgbClr val="FFFFFF"/>
      </a:lt1>
      <a:dk2>
        <a:srgbClr val="404040"/>
      </a:dk2>
      <a:lt2>
        <a:srgbClr val="DEE8F4"/>
      </a:lt2>
      <a:accent1>
        <a:srgbClr val="6785C1"/>
      </a:accent1>
      <a:accent2>
        <a:srgbClr val="0F1C50"/>
      </a:accent2>
      <a:accent3>
        <a:srgbClr val="0080B1"/>
      </a:accent3>
      <a:accent4>
        <a:srgbClr val="E6B600"/>
      </a:accent4>
      <a:accent5>
        <a:srgbClr val="BC4328"/>
      </a:accent5>
      <a:accent6>
        <a:srgbClr val="7F7F7F"/>
      </a:accent6>
      <a:hlink>
        <a:srgbClr val="6785C1"/>
      </a:hlink>
      <a:folHlink>
        <a:srgbClr val="0F1C50"/>
      </a:folHlink>
    </a:clrScheme>
    <a:fontScheme name="Benutzerdefiniert 12">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902A2517DC2E547AF9EA473E7A12163" ma:contentTypeVersion="19" ma:contentTypeDescription="Create a new document." ma:contentTypeScope="" ma:versionID="773d3e698a68b45a9fe7f709a50adfc5">
  <xsd:schema xmlns:xsd="http://www.w3.org/2001/XMLSchema" xmlns:xs="http://www.w3.org/2001/XMLSchema" xmlns:p="http://schemas.microsoft.com/office/2006/metadata/properties" xmlns:ns1="http://schemas.microsoft.com/sharepoint/v3" xmlns:ns2="479f7807-8af8-4165-88ef-8e8a9ed95c95" xmlns:ns3="90789308-1fc9-44cd-a89d-04792a429752" targetNamespace="http://schemas.microsoft.com/office/2006/metadata/properties" ma:root="true" ma:fieldsID="79d4c31de4e5677dd3f117ff4f7b39d6" ns1:_="" ns2:_="" ns3:_="">
    <xsd:import namespace="http://schemas.microsoft.com/sharepoint/v3"/>
    <xsd:import namespace="479f7807-8af8-4165-88ef-8e8a9ed95c95"/>
    <xsd:import namespace="90789308-1fc9-44cd-a89d-04792a429752"/>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Location" minOccurs="0"/>
                <xsd:element ref="ns1:_ip_UnifiedCompliancePolicyProperties" minOccurs="0"/>
                <xsd:element ref="ns1:_ip_UnifiedCompliancePolicyUIAction" minOccurs="0"/>
                <xsd:element ref="ns2:MediaServiceBillingMetadata" minOccurs="0"/>
                <xsd:element ref="ns2:_Flow_Signoff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3" nillable="true" ma:displayName="Unified Compliance Policy Properties" ma:hidden="true" ma:internalName="_ip_UnifiedCompliancePolicyProperties">
      <xsd:simpleType>
        <xsd:restriction base="dms:Note"/>
      </xsd:simpleType>
    </xsd:element>
    <xsd:element name="_ip_UnifiedCompliancePolicyUIAction" ma:index="24"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79f7807-8af8-4165-88ef-8e8a9ed95c9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2444951b-1b3b-4f09-8d96-1e2cbb0c2961"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Location" ma:index="22" nillable="true" ma:displayName="Location" ma:description="" ma:indexed="true" ma:internalName="MediaServiceLocation" ma:readOnly="true">
      <xsd:simpleType>
        <xsd:restriction base="dms:Text"/>
      </xsd:simpleType>
    </xsd:element>
    <xsd:element name="MediaServiceBillingMetadata" ma:index="25" nillable="true" ma:displayName="MediaServiceBillingMetadata" ma:hidden="true" ma:internalName="MediaServiceBillingMetadata" ma:readOnly="true">
      <xsd:simpleType>
        <xsd:restriction base="dms:Note"/>
      </xsd:simpleType>
    </xsd:element>
    <xsd:element name="_Flow_SignoffStatus" ma:index="26" nillable="true" ma:displayName="Sign-off status" ma:internalName="_x0024_Resources_x003a_core_x002c_Signoff_Status">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0789308-1fc9-44cd-a89d-04792a42975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bffbc66-9409-43da-943c-3e5840b5f683}" ma:internalName="TaxCatchAll" ma:showField="CatchAllData" ma:web="90789308-1fc9-44cd-a89d-04792a429752">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90789308-1fc9-44cd-a89d-04792a429752" xsi:nil="true"/>
    <_Flow_SignoffStatus xmlns="479f7807-8af8-4165-88ef-8e8a9ed95c95" xsi:nil="true"/>
    <_ip_UnifiedCompliancePolicyProperties xmlns="http://schemas.microsoft.com/sharepoint/v3" xsi:nil="true"/>
    <lcf76f155ced4ddcb4097134ff3c332f xmlns="479f7807-8af8-4165-88ef-8e8a9ed95c95">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8E1B1063-FF0F-4A88-9BA6-032AFE4CE4CE}">
  <ds:schemaRefs>
    <ds:schemaRef ds:uri="http://schemas.microsoft.com/sharepoint/v3/contenttype/forms"/>
  </ds:schemaRefs>
</ds:datastoreItem>
</file>

<file path=customXml/itemProps2.xml><?xml version="1.0" encoding="utf-8"?>
<ds:datastoreItem xmlns:ds="http://schemas.openxmlformats.org/officeDocument/2006/customXml" ds:itemID="{DA90E7D8-C8E4-43A4-A610-92B4FA8288FD}">
  <ds:schemaRefs>
    <ds:schemaRef ds:uri="479f7807-8af8-4165-88ef-8e8a9ed95c95"/>
    <ds:schemaRef ds:uri="90789308-1fc9-44cd-a89d-04792a42975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6144343E-4CC8-4AAF-8318-2DDA6BE56C2B}">
  <ds:schemaRefs>
    <ds:schemaRef ds:uri="479f7807-8af8-4165-88ef-8e8a9ed95c95"/>
    <ds:schemaRef ds:uri="90789308-1fc9-44cd-a89d-04792a42975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ec3fe26b-7d76-4b37-8465-ecc347eca3f0}" enabled="1" method="Standard" siteId="{46c4de19-0ffc-4c54-aa86-ee7274afa9d7}" removed="0"/>
</clbl:labelList>
</file>

<file path=docProps/app.xml><?xml version="1.0" encoding="utf-8"?>
<Properties xmlns="http://schemas.openxmlformats.org/officeDocument/2006/extended-properties" xmlns:vt="http://schemas.openxmlformats.org/officeDocument/2006/docPropsVTypes">
  <Template>NTT DATA Global Template-v05</Template>
  <TotalTime>5290</TotalTime>
  <Words>1460</Words>
  <Application>Microsoft Office PowerPoint</Application>
  <PresentationFormat>Widescreen</PresentationFormat>
  <Paragraphs>185</Paragraphs>
  <Slides>11</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11</vt:i4>
      </vt:variant>
    </vt:vector>
  </HeadingPairs>
  <TitlesOfParts>
    <vt:vector size="19" baseType="lpstr">
      <vt:lpstr>Aptos</vt:lpstr>
      <vt:lpstr>Arial</vt:lpstr>
      <vt:lpstr>Calibri</vt:lpstr>
      <vt:lpstr>Georgia</vt:lpstr>
      <vt:lpstr>Roboto</vt:lpstr>
      <vt:lpstr>Wingdings</vt:lpstr>
      <vt:lpstr>NTT DATA LIGHT </vt:lpstr>
      <vt:lpstr>NTT DATA DARK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Copyright NTT DATA Business Solutions AG – All Rights Reserved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 Antony</dc:creator>
  <cp:keywords/>
  <cp:lastModifiedBy>Shekhar Bhartiya</cp:lastModifiedBy>
  <cp:revision>29</cp:revision>
  <dcterms:created xsi:type="dcterms:W3CDTF">2026-02-23T12:36:25Z</dcterms:created>
  <dcterms:modified xsi:type="dcterms:W3CDTF">2026-03-09T08:47:19Z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637e5cc-ed1f-4ad6-a881-35c0f1c6f3d8_Enabled">
    <vt:lpwstr>true</vt:lpwstr>
  </property>
  <property fmtid="{D5CDD505-2E9C-101B-9397-08002B2CF9AE}" pid="3" name="MSIP_Label_4637e5cc-ed1f-4ad6-a881-35c0f1c6f3d8_SetDate">
    <vt:lpwstr>2023-10-06T08:29:05Z</vt:lpwstr>
  </property>
  <property fmtid="{D5CDD505-2E9C-101B-9397-08002B2CF9AE}" pid="4" name="MSIP_Label_4637e5cc-ed1f-4ad6-a881-35c0f1c6f3d8_Method">
    <vt:lpwstr>Standard</vt:lpwstr>
  </property>
  <property fmtid="{D5CDD505-2E9C-101B-9397-08002B2CF9AE}" pid="5" name="MSIP_Label_4637e5cc-ed1f-4ad6-a881-35c0f1c6f3d8_Name">
    <vt:lpwstr>General</vt:lpwstr>
  </property>
  <property fmtid="{D5CDD505-2E9C-101B-9397-08002B2CF9AE}" pid="6" name="MSIP_Label_4637e5cc-ed1f-4ad6-a881-35c0f1c6f3d8_SiteId">
    <vt:lpwstr>e3cf3c98-a978-465f-8254-9d541eeea73c</vt:lpwstr>
  </property>
  <property fmtid="{D5CDD505-2E9C-101B-9397-08002B2CF9AE}" pid="7" name="MSIP_Label_4637e5cc-ed1f-4ad6-a881-35c0f1c6f3d8_ActionId">
    <vt:lpwstr>0d11dad3-86e1-48a7-998b-d249292d9478</vt:lpwstr>
  </property>
  <property fmtid="{D5CDD505-2E9C-101B-9397-08002B2CF9AE}" pid="8" name="MSIP_Label_4637e5cc-ed1f-4ad6-a881-35c0f1c6f3d8_ContentBits">
    <vt:lpwstr>0</vt:lpwstr>
  </property>
  <property fmtid="{D5CDD505-2E9C-101B-9397-08002B2CF9AE}" pid="9" name="ContentTypeId">
    <vt:lpwstr>0x010100F902A2517DC2E547AF9EA473E7A12163</vt:lpwstr>
  </property>
  <property fmtid="{D5CDD505-2E9C-101B-9397-08002B2CF9AE}" pid="10" name="MediaServiceImageTags">
    <vt:lpwstr/>
  </property>
  <property fmtid="{D5CDD505-2E9C-101B-9397-08002B2CF9AE}" pid="11" name="Order">
    <vt:r8>2467500</vt:r8>
  </property>
  <property fmtid="{D5CDD505-2E9C-101B-9397-08002B2CF9AE}" pid="12" name="ComplianceAssetId">
    <vt:lpwstr/>
  </property>
  <property fmtid="{D5CDD505-2E9C-101B-9397-08002B2CF9AE}" pid="13" name="_ExtendedDescription">
    <vt:lpwstr/>
  </property>
  <property fmtid="{D5CDD505-2E9C-101B-9397-08002B2CF9AE}" pid="14" name="TriggerFlowInfo">
    <vt:lpwstr/>
  </property>
  <property fmtid="{D5CDD505-2E9C-101B-9397-08002B2CF9AE}" pid="15" name="ClassificationContentMarkingHeaderLocations">
    <vt:lpwstr>NTT DATA LIGHT :8\NTT DATA DARK :4</vt:lpwstr>
  </property>
  <property fmtid="{D5CDD505-2E9C-101B-9397-08002B2CF9AE}" pid="16" name="ClassificationContentMarkingHeaderText">
    <vt:lpwstr>RESTRICTED</vt:lpwstr>
  </property>
</Properties>
</file>