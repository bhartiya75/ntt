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38" r:id="rId5"/>
  </p:sldMasterIdLst>
  <p:notesMasterIdLst>
    <p:notesMasterId r:id="rId17"/>
  </p:notesMasterIdLst>
  <p:handoutMasterIdLst>
    <p:handoutMasterId r:id="rId18"/>
  </p:handoutMasterIdLst>
  <p:sldIdLst>
    <p:sldId id="2147481607" r:id="rId6"/>
    <p:sldId id="2147481608" r:id="rId7"/>
    <p:sldId id="2147481609" r:id="rId8"/>
    <p:sldId id="2147481610" r:id="rId9"/>
    <p:sldId id="2147481611" r:id="rId10"/>
    <p:sldId id="2147481612" r:id="rId11"/>
    <p:sldId id="2147481613" r:id="rId12"/>
    <p:sldId id="2147481614" r:id="rId13"/>
    <p:sldId id="2147481616" r:id="rId14"/>
    <p:sldId id="2147481445" r:id="rId15"/>
    <p:sldId id="2147481409" r:id="rId16"/>
  </p:sldIdLst>
  <p:sldSz cx="12192000" cy="6858000"/>
  <p:notesSz cx="6858000" cy="9144000"/>
  <p:custDataLst>
    <p:tags r:id="rId19"/>
  </p:custDataLst>
  <p:defaultTextStyle>
    <a:defPPr>
      <a:defRPr lang="en-US"/>
    </a:defPPr>
    <a:lvl1pPr marL="0" indent="0" algn="l" defTabSz="914400" rtl="0" eaLnBrk="1" latinLnBrk="0" hangingPunct="1">
      <a:lnSpc>
        <a:spcPct val="110000"/>
      </a:lnSpc>
      <a:spcBef>
        <a:spcPts val="600"/>
      </a:spcBef>
      <a:buFontTx/>
      <a:buNone/>
      <a:defRPr sz="1400" kern="1200">
        <a:solidFill>
          <a:schemeClr val="tx2"/>
        </a:solidFill>
        <a:latin typeface="+mn-lt"/>
        <a:ea typeface="+mn-ea"/>
        <a:cs typeface="+mn-cs"/>
      </a:defRPr>
    </a:lvl1pPr>
    <a:lvl2pPr marL="216000" indent="-216000" algn="l" defTabSz="914400" rtl="0" eaLnBrk="1" latinLnBrk="0" hangingPunct="1">
      <a:lnSpc>
        <a:spcPct val="90000"/>
      </a:lnSpc>
      <a:spcBef>
        <a:spcPts val="600"/>
      </a:spcBef>
      <a:buClr>
        <a:schemeClr val="accent1"/>
      </a:buClr>
      <a:buFont typeface="Wingdings" panose="05000000000000000000" pitchFamily="2" charset="2"/>
      <a:buChar char="§"/>
      <a:defRPr sz="1400" kern="1200">
        <a:solidFill>
          <a:schemeClr val="tx2"/>
        </a:solidFill>
        <a:latin typeface="+mn-lt"/>
        <a:ea typeface="+mn-ea"/>
        <a:cs typeface="+mn-cs"/>
      </a:defRPr>
    </a:lvl2pPr>
    <a:lvl3pPr marL="432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3pPr>
    <a:lvl4pPr marL="648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4pPr>
    <a:lvl5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p:defaultTextStyle>
  <p:extLst>
    <p:ext uri="{EFAFB233-063F-42B5-8137-9DF3F51BA10A}">
      <p15:sldGuideLst xmlns:p15="http://schemas.microsoft.com/office/powerpoint/2012/main">
        <p15:guide id="1" orient="horz" pos="210" userDrawn="1">
          <p15:clr>
            <a:srgbClr val="A4A3A4"/>
          </p15:clr>
        </p15:guide>
        <p15:guide id="4" orient="horz" pos="890" userDrawn="1">
          <p15:clr>
            <a:srgbClr val="A4A3A4"/>
          </p15:clr>
        </p15:guide>
        <p15:guide id="6"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ion Sztuka" initials="MS" lastIdx="1" clrIdx="0">
    <p:extLst>
      <p:ext uri="{19B8F6BF-5375-455C-9EA6-DF929625EA0E}">
        <p15:presenceInfo xmlns:p15="http://schemas.microsoft.com/office/powerpoint/2012/main" userId="S::marion.sztuka@strategy-compass.com::486c4479-caac-4d16-a015-cb07c99f9db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C37E"/>
    <a:srgbClr val="0072BC"/>
    <a:srgbClr val="0A1637"/>
    <a:srgbClr val="6B6B6B"/>
    <a:srgbClr val="0F205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401A4AF6-95C6-4AA6-A552-55ACE4769191}">
  <a:tblStyle styleId="{401A4AF6-95C6-4AA6-A552-55ACE4769191}" styleName="NTT table">
    <a:wholeTbl>
      <a:tcTxStyle>
        <a:fontRef idx="minor">
          <a:prstClr val="black"/>
        </a:fontRef>
        <a:schemeClr val="dk2"/>
      </a:tcTxStyle>
      <a:tcStyle>
        <a:tcBdr>
          <a:left>
            <a:ln w="0" cmpd="sng">
              <a:solidFill>
                <a:schemeClr val="lt1"/>
              </a:solidFill>
            </a:ln>
          </a:left>
          <a:right>
            <a:ln w="0" cmpd="sng">
              <a:solidFill>
                <a:schemeClr val="lt1"/>
              </a:solidFill>
            </a:ln>
          </a:right>
          <a:top>
            <a:ln w="12700" cmpd="sng">
              <a:solidFill>
                <a:schemeClr val="dk1"/>
              </a:solidFill>
            </a:ln>
          </a:top>
          <a:bottom>
            <a:ln w="12700" cmpd="sng">
              <a:solidFill>
                <a:schemeClr val="dk1"/>
              </a:solidFill>
            </a:ln>
          </a:bottom>
          <a:insideH>
            <a:ln w="12700" cmpd="sng">
              <a:solidFill>
                <a:schemeClr val="dk1"/>
              </a:solidFill>
            </a:ln>
          </a:insideH>
          <a:insideV>
            <a:ln w="0" cmpd="sng">
              <a:solidFill>
                <a:schemeClr val="lt1"/>
              </a:solidFill>
            </a:ln>
          </a:insideV>
        </a:tcBdr>
      </a:tcStyle>
    </a:wholeTbl>
    <a:band1H>
      <a:tcStyle>
        <a:tcBdr/>
      </a:tcStyle>
    </a:band1H>
    <a:band2H>
      <a:tcStyle>
        <a:tcBdr/>
      </a:tcStyle>
    </a:band2H>
    <a:band1V>
      <a:tcStyle>
        <a:tcBdr/>
      </a:tcStyle>
    </a:band1V>
    <a:band2V>
      <a:tcStyle>
        <a:tcBdr/>
      </a:tcStyle>
    </a:band2V>
    <a:lastCol>
      <a:tcTxStyle b="off">
        <a:fontRef idx="minor">
          <a:prstClr val="black"/>
        </a:fontRef>
        <a:schemeClr val="accent1"/>
      </a:tcTxStyle>
      <a:tcStyle>
        <a:tcBdr/>
      </a:tcStyle>
    </a:lastCol>
    <a:firstCol>
      <a:tcTxStyle b="off">
        <a:fontRef idx="minor">
          <a:prstClr val="black"/>
        </a:fontRef>
        <a:schemeClr val="accent1"/>
      </a:tcTxStyle>
      <a:tcStyle>
        <a:tcBdr/>
      </a:tcStyle>
    </a:firstCol>
    <a:lastRow>
      <a:tcTxStyle b="on">
        <a:fontRef idx="minor">
          <a:prstClr val="black"/>
        </a:fontRef>
        <a:schemeClr val="dk2"/>
      </a:tcTxStyle>
      <a:tcStyle>
        <a:tcBdr>
          <a:top>
            <a:ln w="28575" cmpd="sng">
              <a:solidFill>
                <a:schemeClr val="accent2"/>
              </a:solidFill>
            </a:ln>
          </a:top>
        </a:tcBdr>
      </a:tcStyle>
    </a:lastRow>
    <a:firstRow>
      <a:tcTxStyle b="off">
        <a:fontRef idx="minor">
          <a:prstClr val="black"/>
        </a:fontRef>
        <a:schemeClr val="accent1"/>
      </a:tcTxStyle>
      <a:tcStyle>
        <a:tcBdr>
          <a:bottom>
            <a:ln w="28575" cmpd="sng">
              <a:solidFill>
                <a:schemeClr val="accent2"/>
              </a:solidFill>
            </a:ln>
          </a:bottom>
        </a:tcBdr>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guide orient="horz" pos="210"/>
        <p:guide orient="horz" pos="89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287C71A-58F0-45ED-A413-A81D731C9E4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solidFill>
                <a:schemeClr val="tx2"/>
              </a:solidFill>
            </a:endParaRPr>
          </a:p>
        </p:txBody>
      </p:sp>
      <p:sp>
        <p:nvSpPr>
          <p:cNvPr id="3" name="Date Placeholder 2">
            <a:extLst>
              <a:ext uri="{FF2B5EF4-FFF2-40B4-BE49-F238E27FC236}">
                <a16:creationId xmlns:a16="http://schemas.microsoft.com/office/drawing/2014/main" id="{64F64736-4490-41E5-B8D0-CC0B16AA5BD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A11D644-C5F6-4389-814D-7B11F6EE30B8}" type="datetimeFigureOut">
              <a:rPr lang="en-US" smtClean="0">
                <a:solidFill>
                  <a:schemeClr val="tx2"/>
                </a:solidFill>
              </a:rPr>
              <a:t>3/9/2026</a:t>
            </a:fld>
            <a:endParaRPr lang="en-US">
              <a:solidFill>
                <a:schemeClr val="tx2"/>
              </a:solidFill>
            </a:endParaRPr>
          </a:p>
        </p:txBody>
      </p:sp>
      <p:sp>
        <p:nvSpPr>
          <p:cNvPr id="4" name="Footer Placeholder 3">
            <a:extLst>
              <a:ext uri="{FF2B5EF4-FFF2-40B4-BE49-F238E27FC236}">
                <a16:creationId xmlns:a16="http://schemas.microsoft.com/office/drawing/2014/main" id="{719F4704-B844-4B30-8232-A066958C392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solidFill>
                <a:schemeClr val="tx2"/>
              </a:solidFill>
            </a:endParaRPr>
          </a:p>
        </p:txBody>
      </p:sp>
      <p:sp>
        <p:nvSpPr>
          <p:cNvPr id="5" name="Slide Number Placeholder 4">
            <a:extLst>
              <a:ext uri="{FF2B5EF4-FFF2-40B4-BE49-F238E27FC236}">
                <a16:creationId xmlns:a16="http://schemas.microsoft.com/office/drawing/2014/main" id="{CD58174B-A722-4D31-836F-28709BEFBA1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DA360D7-C980-43CF-BF4A-86160FC365E0}" type="slidenum">
              <a:rPr lang="en-US" smtClean="0">
                <a:solidFill>
                  <a:schemeClr val="tx2"/>
                </a:solidFill>
              </a:rPr>
              <a:t>‹#›</a:t>
            </a:fld>
            <a:endParaRPr lang="en-US">
              <a:solidFill>
                <a:schemeClr val="tx2"/>
              </a:solidFill>
            </a:endParaRPr>
          </a:p>
        </p:txBody>
      </p:sp>
    </p:spTree>
    <p:extLst>
      <p:ext uri="{BB962C8B-B14F-4D97-AF65-F5344CB8AC3E}">
        <p14:creationId xmlns:p14="http://schemas.microsoft.com/office/powerpoint/2010/main" val="22550264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solidFill>
                  <a:schemeClr val="tx2"/>
                </a:solidFill>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solidFill>
                  <a:schemeClr val="tx2"/>
                </a:solidFill>
                <a:latin typeface="Arial" panose="020B0604020202020204" pitchFamily="34" charset="0"/>
              </a:defRPr>
            </a:lvl1pPr>
          </a:lstStyle>
          <a:p>
            <a:fld id="{58F5D356-0438-4495-B283-C41E12FE4BD0}" type="datetimeFigureOut">
              <a:rPr lang="en-US" smtClean="0"/>
              <a:pPr/>
              <a:t>3/9/2026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noAutofit/>
          </a:bodyPr>
          <a:lstStyle/>
          <a:p>
            <a:pPr lvl="0" indent="0">
              <a:lnSpc>
                <a:spcPct val="110000"/>
              </a:lnSpc>
              <a:spcBef>
                <a:spcPts val="600"/>
              </a:spcBef>
              <a:buFontTx/>
              <a:buNone/>
            </a:pPr>
            <a:r>
              <a:rPr lang="en-US"/>
              <a:t>Click to edit Master text styles</a:t>
            </a:r>
          </a:p>
          <a:p>
            <a:pPr lvl="1" algn="l" defTabSz="914400" rtl="0" eaLnBrk="1" latinLnBrk="0" hangingPunct="1">
              <a:buClr>
                <a:schemeClr val="accent1"/>
              </a:buClr>
            </a:pPr>
            <a:r>
              <a:rPr lang="en-US"/>
              <a:t>Second level</a:t>
            </a:r>
          </a:p>
          <a:p>
            <a:pPr lvl="2" algn="l" defTabSz="914400" rtl="0" eaLnBrk="1" latinLnBrk="0" hangingPunct="1">
              <a:buFont typeface="Roboto" panose="02000000000000000000" pitchFamily="2" charset="0"/>
              <a:buChar char="–"/>
            </a:pPr>
            <a:r>
              <a:rPr lang="en-US"/>
              <a:t>Third level</a:t>
            </a:r>
          </a:p>
          <a:p>
            <a:pPr lvl="3" algn="l" defTabSz="914400" rtl="0" eaLnBrk="1" latinLnBrk="0" hangingPunct="1">
              <a:buFont typeface="Roboto" panose="02000000000000000000" pitchFamily="2" charset="0"/>
              <a:buChar char="–"/>
            </a:pPr>
            <a:r>
              <a:rPr lang="en-US"/>
              <a:t>Fourth level</a:t>
            </a:r>
          </a:p>
          <a:p>
            <a:pPr lvl="4" algn="l" defTabSz="914400" rtl="0" eaLnBrk="1" latinLnBrk="0" hangingPunct="1">
              <a:buFont typeface="Roboto" panose="02000000000000000000" pitchFamily="2" charset="0"/>
              <a:buChar char="–"/>
            </a:pPr>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solidFill>
                  <a:schemeClr val="tx2"/>
                </a:solidFill>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solidFill>
                  <a:schemeClr val="tx2"/>
                </a:solidFill>
                <a:latin typeface="Arial" panose="020B0604020202020204" pitchFamily="34" charset="0"/>
              </a:defRPr>
            </a:lvl1pPr>
          </a:lstStyle>
          <a:p>
            <a:fld id="{2081FCD0-0B3F-4662-A1E4-AB7FCE2F39E0}" type="slidenum">
              <a:rPr lang="en-US" smtClean="0"/>
              <a:pPr/>
              <a:t>‹#›</a:t>
            </a:fld>
            <a:endParaRPr lang="en-US"/>
          </a:p>
        </p:txBody>
      </p:sp>
    </p:spTree>
    <p:extLst>
      <p:ext uri="{BB962C8B-B14F-4D97-AF65-F5344CB8AC3E}">
        <p14:creationId xmlns:p14="http://schemas.microsoft.com/office/powerpoint/2010/main" val="2837309984"/>
      </p:ext>
    </p:extLst>
  </p:cSld>
  <p:clrMap bg1="lt1" tx1="dk1" bg2="lt2" tx2="dk2" accent1="accent1" accent2="accent2" accent3="accent3" accent4="accent4" accent5="accent5" accent6="accent6" hlink="hlink" folHlink="folHlink"/>
  <p:notesStyle>
    <a:lvl1pPr marL="0" algn="l" defTabSz="914400" rtl="0" eaLnBrk="1" latinLnBrk="0" hangingPunct="1">
      <a:defRPr lang="en-US" sz="1400" kern="1200" dirty="0">
        <a:solidFill>
          <a:schemeClr val="tx2"/>
        </a:solidFill>
        <a:latin typeface="+mn-lt"/>
        <a:ea typeface="+mn-ea"/>
        <a:cs typeface="+mn-cs"/>
      </a:defRPr>
    </a:lvl1pPr>
    <a:lvl2pPr marL="216000" indent="-216000">
      <a:lnSpc>
        <a:spcPct val="90000"/>
      </a:lnSpc>
      <a:spcBef>
        <a:spcPts val="600"/>
      </a:spcBef>
      <a:buFont typeface="Wingdings" panose="05000000000000000000" pitchFamily="2" charset="2"/>
      <a:buChar char="§"/>
      <a:defRPr lang="en-US" sz="1400" kern="1200" dirty="0">
        <a:solidFill>
          <a:schemeClr val="tx2"/>
        </a:solidFill>
        <a:latin typeface="+mn-lt"/>
        <a:ea typeface="+mn-ea"/>
        <a:cs typeface="+mn-cs"/>
      </a:defRPr>
    </a:lvl2pPr>
    <a:lvl3pPr marL="432000" indent="-216000">
      <a:lnSpc>
        <a:spcPct val="90000"/>
      </a:lnSpc>
      <a:spcBef>
        <a:spcPts val="600"/>
      </a:spcBef>
      <a:buFont typeface="Wingdings" panose="05000000000000000000" pitchFamily="2" charset="2"/>
      <a:buChar char="§"/>
      <a:defRPr lang="en-US" sz="1400" kern="1200" dirty="0">
        <a:solidFill>
          <a:schemeClr val="tx2"/>
        </a:solidFill>
        <a:latin typeface="+mn-lt"/>
        <a:ea typeface="+mn-ea"/>
        <a:cs typeface="+mn-cs"/>
      </a:defRPr>
    </a:lvl3pPr>
    <a:lvl4pPr marL="648000" indent="-216000">
      <a:lnSpc>
        <a:spcPct val="90000"/>
      </a:lnSpc>
      <a:spcBef>
        <a:spcPts val="600"/>
      </a:spcBef>
      <a:buFont typeface="Wingdings" panose="05000000000000000000" pitchFamily="2" charset="2"/>
      <a:buChar char="§"/>
      <a:defRPr lang="en-US" sz="1400" kern="1200" dirty="0">
        <a:solidFill>
          <a:schemeClr val="tx2"/>
        </a:solidFill>
        <a:latin typeface="+mn-lt"/>
        <a:ea typeface="+mn-ea"/>
        <a:cs typeface="+mn-cs"/>
      </a:defRPr>
    </a:lvl4pPr>
    <a:lvl5pPr marL="864000" indent="-216000">
      <a:lnSpc>
        <a:spcPct val="90000"/>
      </a:lnSpc>
      <a:spcBef>
        <a:spcPts val="600"/>
      </a:spcBef>
      <a:buFont typeface="Wingdings" panose="05000000000000000000" pitchFamily="2" charset="2"/>
      <a:buChar char="§"/>
      <a:defRPr lang="en-US" sz="1400" kern="1200" dirty="0">
        <a:solidFill>
          <a:schemeClr val="tx2"/>
        </a:solidFill>
        <a:latin typeface="+mn-lt"/>
        <a:ea typeface="+mn-ea"/>
        <a:cs typeface="+mn-cs"/>
      </a:defRPr>
    </a:lvl5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11.wm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12.w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13.wm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wmf"/><Relationship Id="rId1" Type="http://schemas.openxmlformats.org/officeDocument/2006/relationships/slideMaster" Target="../slideMasters/slideMaster2.xml"/><Relationship Id="rId4" Type="http://schemas.openxmlformats.org/officeDocument/2006/relationships/image" Target="../media/image15.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5.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wmf"/><Relationship Id="rId1" Type="http://schemas.openxmlformats.org/officeDocument/2006/relationships/slideMaster" Target="../slideMasters/slideMaster2.xml"/><Relationship Id="rId4" Type="http://schemas.openxmlformats.org/officeDocument/2006/relationships/image" Target="../media/image15.svg"/></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5.sv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_Cover_Light_Full Innovation Curve">
    <p:spTree>
      <p:nvGrpSpPr>
        <p:cNvPr id="1" name=""/>
        <p:cNvGrpSpPr/>
        <p:nvPr/>
      </p:nvGrpSpPr>
      <p:grpSpPr>
        <a:xfrm>
          <a:off x="0" y="0"/>
          <a:ext cx="0" cy="0"/>
          <a:chOff x="0" y="0"/>
          <a:chExt cx="0" cy="0"/>
        </a:xfrm>
      </p:grpSpPr>
      <p:pic>
        <p:nvPicPr>
          <p:cNvPr id="14" name="Innovation Curve">
            <a:extLst>
              <a:ext uri="{FF2B5EF4-FFF2-40B4-BE49-F238E27FC236}">
                <a16:creationId xmlns:a16="http://schemas.microsoft.com/office/drawing/2014/main" id="{9211F747-506E-5ED4-9B68-EE6B3F99C90B}"/>
              </a:ext>
              <a:ext uri="{C183D7F6-B498-43B3-948B-1728B52AA6E4}">
                <adec:decorative xmlns:adec="http://schemas.microsoft.com/office/drawing/2017/decorative" val="1"/>
              </a:ext>
            </a:extLst>
          </p:cNvPr>
          <p:cNvPicPr>
            <a:picLocks noChangeAspect="1"/>
          </p:cNvPicPr>
          <p:nvPr userDrawn="1"/>
        </p:nvPicPr>
        <p:blipFill>
          <a:blip r:embed="rId2" cstate="screen">
            <a:alphaModFix amt="3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bwMode="gray">
          <a:xfrm>
            <a:off x="5322983" y="-14748"/>
            <a:ext cx="6872748" cy="6872748"/>
          </a:xfrm>
          <a:prstGeom prst="rect">
            <a:avLst/>
          </a:prstGeom>
        </p:spPr>
      </p:pic>
      <p:sp>
        <p:nvSpPr>
          <p:cNvPr id="16" name="Title 1">
            <a:extLst>
              <a:ext uri="{FF2B5EF4-FFF2-40B4-BE49-F238E27FC236}">
                <a16:creationId xmlns:a16="http://schemas.microsoft.com/office/drawing/2014/main" id="{1506BD0E-4DCD-8BA9-2037-DE975A1F0915}"/>
              </a:ext>
            </a:extLst>
          </p:cNvPr>
          <p:cNvSpPr>
            <a:spLocks noGrp="1"/>
          </p:cNvSpPr>
          <p:nvPr>
            <p:ph type="ctrTitle" hasCustomPrompt="1"/>
          </p:nvPr>
        </p:nvSpPr>
        <p:spPr bwMode="gray">
          <a:xfrm>
            <a:off x="380048" y="2438400"/>
            <a:ext cx="4843462" cy="1371600"/>
          </a:xfrm>
        </p:spPr>
        <p:txBody>
          <a:bodyPr vert="horz" lIns="0" tIns="45720" rIns="0" bIns="45720" rtlCol="0" anchor="b">
            <a:noAutofit/>
          </a:bodyPr>
          <a:lstStyle>
            <a:lvl1pPr>
              <a:defRPr lang="en-GB" sz="4400" b="0" i="0" dirty="0">
                <a:solidFill>
                  <a:schemeClr val="bg1"/>
                </a:solidFill>
                <a:latin typeface="+mj-lt"/>
                <a:cs typeface="Times New Roman" panose="02020603050405020304" pitchFamily="18" charset="0"/>
              </a:defRPr>
            </a:lvl1pPr>
          </a:lstStyle>
          <a:p>
            <a:pPr lvl="0">
              <a:lnSpc>
                <a:spcPct val="100000"/>
              </a:lnSpc>
            </a:pPr>
            <a:r>
              <a:rPr lang="en-US"/>
              <a:t>Click to edit Master title Style</a:t>
            </a:r>
          </a:p>
        </p:txBody>
      </p:sp>
      <p:sp>
        <p:nvSpPr>
          <p:cNvPr id="17" name="Subtitle 2">
            <a:extLst>
              <a:ext uri="{FF2B5EF4-FFF2-40B4-BE49-F238E27FC236}">
                <a16:creationId xmlns:a16="http://schemas.microsoft.com/office/drawing/2014/main" id="{DD68B773-8219-9567-613E-7A2F2D4F6C2B}"/>
              </a:ext>
            </a:extLst>
          </p:cNvPr>
          <p:cNvSpPr>
            <a:spLocks noGrp="1"/>
          </p:cNvSpPr>
          <p:nvPr>
            <p:ph type="subTitle" idx="1" hasCustomPrompt="1"/>
          </p:nvPr>
        </p:nvSpPr>
        <p:spPr bwMode="gray">
          <a:xfrm>
            <a:off x="380048" y="3810000"/>
            <a:ext cx="4843462" cy="353943"/>
          </a:xfrm>
        </p:spPr>
        <p:txBody>
          <a:bodyPr wrap="square" lIns="0" tIns="45720" rIns="0">
            <a:spAutoFit/>
          </a:bodyPr>
          <a:lstStyle>
            <a:lvl1pPr>
              <a:spcBef>
                <a:spcPts val="0"/>
              </a:spcBef>
              <a:spcAft>
                <a:spcPts val="0"/>
              </a:spcAft>
              <a:defRPr lang="en-GB" sz="2000" b="0" i="0" dirty="0">
                <a:solidFill>
                  <a:schemeClr val="bg1"/>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a:t>Click to edit Master subtitle style</a:t>
            </a:r>
          </a:p>
        </p:txBody>
      </p:sp>
      <p:sp>
        <p:nvSpPr>
          <p:cNvPr id="2" name="Date Placeholder 3">
            <a:extLst>
              <a:ext uri="{FF2B5EF4-FFF2-40B4-BE49-F238E27FC236}">
                <a16:creationId xmlns:a16="http://schemas.microsoft.com/office/drawing/2014/main" id="{A9B553D8-6E2B-127F-58DE-5165236A2DF1}"/>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ctr">
              <a:lnSpc>
                <a:spcPct val="100000"/>
              </a:lnSpc>
              <a:defRPr sz="1000">
                <a:solidFill>
                  <a:schemeClr val="accent6"/>
                </a:solidFill>
              </a:defRPr>
            </a:lvl1pPr>
          </a:lstStyle>
          <a:p>
            <a:pPr algn="r"/>
            <a:endParaRPr lang="en-US"/>
          </a:p>
        </p:txBody>
      </p:sp>
      <p:sp>
        <p:nvSpPr>
          <p:cNvPr id="3" name="Footer Placeholder 4">
            <a:extLst>
              <a:ext uri="{FF2B5EF4-FFF2-40B4-BE49-F238E27FC236}">
                <a16:creationId xmlns:a16="http://schemas.microsoft.com/office/drawing/2014/main" id="{0453B208-9097-2E2C-EC03-BD8A67670037}"/>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chemeClr val="accent6"/>
                </a:solidFill>
              </a:defRPr>
            </a:lvl1pPr>
          </a:lstStyle>
          <a:p>
            <a:r>
              <a:rPr lang="en-US"/>
              <a:t>© </a:t>
            </a:r>
            <a:fld id="{F90C6874-04AE-4333-9453-60DD690F9E61}" type="datetimeyyyy">
              <a:rPr lang="en-US" smtClean="0"/>
              <a:pPr/>
              <a:t>2026</a:t>
            </a:fld>
            <a:r>
              <a:rPr lang="en-US"/>
              <a:t> NTT DATA Business Solutions</a:t>
            </a:r>
          </a:p>
        </p:txBody>
      </p:sp>
      <p:pic>
        <p:nvPicPr>
          <p:cNvPr id="4" name="NTT DATA Global Logo" descr="NTT DATA Logo">
            <a:extLst>
              <a:ext uri="{FF2B5EF4-FFF2-40B4-BE49-F238E27FC236}">
                <a16:creationId xmlns:a16="http://schemas.microsoft.com/office/drawing/2014/main" id="{07CD756B-D053-7A46-EC8E-FF1D6BF1F701}"/>
              </a:ext>
            </a:extLst>
          </p:cNvPr>
          <p:cNvPicPr>
            <a:picLocks noGrp="1" noRot="1" noChangeAspec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371475" y="320040"/>
            <a:ext cx="1959942" cy="399600"/>
          </a:xfrm>
          <a:prstGeom prst="rect">
            <a:avLst/>
          </a:prstGeom>
        </p:spPr>
      </p:pic>
      <p:sp>
        <p:nvSpPr>
          <p:cNvPr id="6" name="Info box">
            <a:extLst>
              <a:ext uri="{FF2B5EF4-FFF2-40B4-BE49-F238E27FC236}">
                <a16:creationId xmlns:a16="http://schemas.microsoft.com/office/drawing/2014/main" id="{E5857A3D-5E1B-B6B2-6DE4-DAB9237BB2E9}"/>
              </a:ext>
            </a:extLst>
          </p:cNvPr>
          <p:cNvSpPr>
            <a:spLocks noGrp="1"/>
          </p:cNvSpPr>
          <p:nvPr>
            <p:ph sz="quarter" idx="19" hasCustomPrompt="1"/>
          </p:nvPr>
        </p:nvSpPr>
        <p:spPr bwMode="gray">
          <a:xfrm>
            <a:off x="10176832" y="333376"/>
            <a:ext cx="1868023"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accent6"/>
                </a:solidFill>
              </a:defRPr>
            </a:lvl1pPr>
          </a:lstStyle>
          <a:p>
            <a:pPr lvl="0"/>
            <a:r>
              <a:rPr lang="en-US" noProof="0"/>
              <a:t>Information Type:</a:t>
            </a:r>
            <a:br>
              <a:rPr lang="en-US" noProof="0"/>
            </a:br>
            <a:r>
              <a:rPr lang="en-US" noProof="0"/>
              <a:t>Company:  </a:t>
            </a:r>
            <a:br>
              <a:rPr lang="en-US" noProof="0"/>
            </a:br>
            <a:r>
              <a:rPr lang="en-US" noProof="0"/>
              <a:t>Information Owner:</a:t>
            </a:r>
          </a:p>
        </p:txBody>
      </p:sp>
    </p:spTree>
    <p:extLst>
      <p:ext uri="{BB962C8B-B14F-4D97-AF65-F5344CB8AC3E}">
        <p14:creationId xmlns:p14="http://schemas.microsoft.com/office/powerpoint/2010/main" val="29519860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_Cover_Light_Partial Innovation Curve">
    <p:spTree>
      <p:nvGrpSpPr>
        <p:cNvPr id="1" name=""/>
        <p:cNvGrpSpPr/>
        <p:nvPr/>
      </p:nvGrpSpPr>
      <p:grpSpPr>
        <a:xfrm>
          <a:off x="0" y="0"/>
          <a:ext cx="0" cy="0"/>
          <a:chOff x="0" y="0"/>
          <a:chExt cx="0" cy="0"/>
        </a:xfrm>
      </p:grpSpPr>
      <p:pic>
        <p:nvPicPr>
          <p:cNvPr id="16" name="Innovation Curve">
            <a:extLst>
              <a:ext uri="{FF2B5EF4-FFF2-40B4-BE49-F238E27FC236}">
                <a16:creationId xmlns:a16="http://schemas.microsoft.com/office/drawing/2014/main" id="{00ADE50C-F63B-648C-9FD0-E0FA384DFD0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cstate="screen">
            <a:alphaModFix amt="20000"/>
            <a:extLst>
              <a:ext uri="{28A0092B-C50C-407E-A947-70E740481C1C}">
                <a14:useLocalDpi xmlns:a14="http://schemas.microsoft.com/office/drawing/2010/main"/>
              </a:ext>
            </a:extLst>
          </a:blip>
          <a:stretch>
            <a:fillRect/>
          </a:stretch>
        </p:blipFill>
        <p:spPr bwMode="gray">
          <a:xfrm>
            <a:off x="7616952" y="0"/>
            <a:ext cx="4602549" cy="6876288"/>
          </a:xfrm>
          <a:prstGeom prst="rect">
            <a:avLst/>
          </a:prstGeom>
        </p:spPr>
      </p:pic>
      <p:sp>
        <p:nvSpPr>
          <p:cNvPr id="13" name="Title 1">
            <a:extLst>
              <a:ext uri="{FF2B5EF4-FFF2-40B4-BE49-F238E27FC236}">
                <a16:creationId xmlns:a16="http://schemas.microsoft.com/office/drawing/2014/main" id="{82ADFA92-0E48-355A-2DA8-D40523A9A84F}"/>
              </a:ext>
            </a:extLst>
          </p:cNvPr>
          <p:cNvSpPr>
            <a:spLocks noGrp="1"/>
          </p:cNvSpPr>
          <p:nvPr>
            <p:ph type="ctrTitle" hasCustomPrompt="1"/>
          </p:nvPr>
        </p:nvSpPr>
        <p:spPr bwMode="gray">
          <a:xfrm>
            <a:off x="380048" y="2438400"/>
            <a:ext cx="6969876" cy="1371600"/>
          </a:xfrm>
        </p:spPr>
        <p:txBody>
          <a:bodyPr vert="horz" lIns="0" tIns="45720" rIns="0" bIns="45720" rtlCol="0" anchor="b">
            <a:noAutofit/>
          </a:bodyPr>
          <a:lstStyle>
            <a:lvl1pPr>
              <a:defRPr lang="en-GB" sz="4400" b="0" i="0" dirty="0">
                <a:solidFill>
                  <a:schemeClr val="bg1"/>
                </a:solidFill>
                <a:latin typeface="+mj-lt"/>
                <a:cs typeface="Times New Roman" panose="02020603050405020304" pitchFamily="18" charset="0"/>
              </a:defRPr>
            </a:lvl1pPr>
          </a:lstStyle>
          <a:p>
            <a:pPr lvl="0">
              <a:lnSpc>
                <a:spcPct val="100000"/>
              </a:lnSpc>
            </a:pPr>
            <a:r>
              <a:rPr lang="en-US"/>
              <a:t>Click to edit Master title Style</a:t>
            </a:r>
          </a:p>
        </p:txBody>
      </p:sp>
      <p:sp>
        <p:nvSpPr>
          <p:cNvPr id="15" name="Subtitle 2">
            <a:extLst>
              <a:ext uri="{FF2B5EF4-FFF2-40B4-BE49-F238E27FC236}">
                <a16:creationId xmlns:a16="http://schemas.microsoft.com/office/drawing/2014/main" id="{48B12889-37ED-D704-59B8-7CECF20BCF23}"/>
              </a:ext>
            </a:extLst>
          </p:cNvPr>
          <p:cNvSpPr>
            <a:spLocks noGrp="1"/>
          </p:cNvSpPr>
          <p:nvPr>
            <p:ph type="subTitle" idx="1" hasCustomPrompt="1"/>
          </p:nvPr>
        </p:nvSpPr>
        <p:spPr bwMode="gray">
          <a:xfrm>
            <a:off x="380048" y="3810000"/>
            <a:ext cx="6969876" cy="353943"/>
          </a:xfrm>
        </p:spPr>
        <p:txBody>
          <a:bodyPr wrap="square" lIns="0" tIns="45720" rIns="0">
            <a:spAutoFit/>
          </a:bodyPr>
          <a:lstStyle>
            <a:lvl1pPr>
              <a:spcBef>
                <a:spcPts val="0"/>
              </a:spcBef>
              <a:spcAft>
                <a:spcPts val="0"/>
              </a:spcAft>
              <a:defRPr lang="en-GB" sz="2000" b="0" i="0" dirty="0">
                <a:solidFill>
                  <a:schemeClr val="bg1"/>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a:t>Click to edit Master subtitle style</a:t>
            </a:r>
          </a:p>
        </p:txBody>
      </p:sp>
      <p:sp>
        <p:nvSpPr>
          <p:cNvPr id="4" name="Footer Placeholder 4">
            <a:extLst>
              <a:ext uri="{FF2B5EF4-FFF2-40B4-BE49-F238E27FC236}">
                <a16:creationId xmlns:a16="http://schemas.microsoft.com/office/drawing/2014/main" id="{655333B3-E5F2-A1A8-F59F-D7085B34A148}"/>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chemeClr val="accent6"/>
                </a:solidFill>
              </a:defRPr>
            </a:lvl1pPr>
          </a:lstStyle>
          <a:p>
            <a:r>
              <a:rPr lang="en-US"/>
              <a:t>© </a:t>
            </a:r>
            <a:fld id="{E885BCAD-7130-4D6F-8B39-052483685F8F}" type="datetimeyyyy">
              <a:rPr lang="en-US" smtClean="0"/>
              <a:pPr/>
              <a:t>2026</a:t>
            </a:fld>
            <a:r>
              <a:rPr lang="en-US"/>
              <a:t> NTT DATA Business Solutions</a:t>
            </a:r>
          </a:p>
        </p:txBody>
      </p:sp>
      <p:sp>
        <p:nvSpPr>
          <p:cNvPr id="3" name="Date Placeholder 3">
            <a:extLst>
              <a:ext uri="{FF2B5EF4-FFF2-40B4-BE49-F238E27FC236}">
                <a16:creationId xmlns:a16="http://schemas.microsoft.com/office/drawing/2014/main" id="{F00FCC36-8879-E02B-48F4-D31C54AAA166}"/>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r">
              <a:lnSpc>
                <a:spcPct val="100000"/>
              </a:lnSpc>
              <a:defRPr sz="1000">
                <a:solidFill>
                  <a:schemeClr val="accent6"/>
                </a:solidFill>
              </a:defRPr>
            </a:lvl1pPr>
          </a:lstStyle>
          <a:p>
            <a:endParaRPr lang="en-US"/>
          </a:p>
        </p:txBody>
      </p:sp>
      <p:pic>
        <p:nvPicPr>
          <p:cNvPr id="5" name="NTT DATA Global Logo">
            <a:extLst>
              <a:ext uri="{FF2B5EF4-FFF2-40B4-BE49-F238E27FC236}">
                <a16:creationId xmlns:a16="http://schemas.microsoft.com/office/drawing/2014/main" id="{6696BBEF-690F-3F5E-4ABD-464267D3697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bwMode="gray">
          <a:xfrm>
            <a:off x="371475" y="320040"/>
            <a:ext cx="1959942" cy="399600"/>
          </a:xfrm>
          <a:prstGeom prst="rect">
            <a:avLst/>
          </a:prstGeom>
        </p:spPr>
      </p:pic>
      <p:sp>
        <p:nvSpPr>
          <p:cNvPr id="2" name="Info box">
            <a:extLst>
              <a:ext uri="{FF2B5EF4-FFF2-40B4-BE49-F238E27FC236}">
                <a16:creationId xmlns:a16="http://schemas.microsoft.com/office/drawing/2014/main" id="{329FBFF1-6701-C642-00EB-72165BE63795}"/>
              </a:ext>
            </a:extLst>
          </p:cNvPr>
          <p:cNvSpPr>
            <a:spLocks noGrp="1"/>
          </p:cNvSpPr>
          <p:nvPr>
            <p:ph sz="quarter" idx="18" hasCustomPrompt="1"/>
          </p:nvPr>
        </p:nvSpPr>
        <p:spPr bwMode="gray">
          <a:xfrm>
            <a:off x="371475" y="5875374"/>
            <a:ext cx="2737108"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accent6"/>
                </a:solidFill>
              </a:defRPr>
            </a:lvl1pPr>
          </a:lstStyle>
          <a:p>
            <a:pPr lvl="0"/>
            <a:r>
              <a:rPr lang="en-US" noProof="0"/>
              <a:t>Information Type:</a:t>
            </a:r>
            <a:br>
              <a:rPr lang="en-US" noProof="0"/>
            </a:br>
            <a:r>
              <a:rPr lang="en-US" noProof="0"/>
              <a:t>Company:  </a:t>
            </a:r>
            <a:br>
              <a:rPr lang="en-US" noProof="0"/>
            </a:br>
            <a:r>
              <a:rPr lang="en-US" noProof="0"/>
              <a:t>Information Owner:</a:t>
            </a:r>
          </a:p>
        </p:txBody>
      </p:sp>
    </p:spTree>
    <p:extLst>
      <p:ext uri="{BB962C8B-B14F-4D97-AF65-F5344CB8AC3E}">
        <p14:creationId xmlns:p14="http://schemas.microsoft.com/office/powerpoint/2010/main" val="3528794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_Cover_Light_No Innovation Curv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9CCA6BB-2FF1-1F79-CE75-4214597FB511}"/>
              </a:ext>
            </a:extLst>
          </p:cNvPr>
          <p:cNvSpPr>
            <a:spLocks noGrp="1"/>
          </p:cNvSpPr>
          <p:nvPr>
            <p:ph type="ctrTitle" hasCustomPrompt="1"/>
          </p:nvPr>
        </p:nvSpPr>
        <p:spPr bwMode="gray">
          <a:xfrm>
            <a:off x="380048" y="2438400"/>
            <a:ext cx="11440477" cy="1371600"/>
          </a:xfrm>
        </p:spPr>
        <p:txBody>
          <a:bodyPr vert="horz" lIns="0" tIns="45720" rIns="0" bIns="45720" rtlCol="0" anchor="b">
            <a:noAutofit/>
          </a:bodyPr>
          <a:lstStyle>
            <a:lvl1pPr>
              <a:defRPr lang="en-GB" sz="4400" b="0" i="0" dirty="0">
                <a:solidFill>
                  <a:schemeClr val="bg1"/>
                </a:solidFill>
                <a:latin typeface="+mj-lt"/>
                <a:cs typeface="Times New Roman" panose="02020603050405020304" pitchFamily="18" charset="0"/>
              </a:defRPr>
            </a:lvl1pPr>
          </a:lstStyle>
          <a:p>
            <a:pPr lvl="0">
              <a:lnSpc>
                <a:spcPct val="100000"/>
              </a:lnSpc>
            </a:pPr>
            <a:r>
              <a:rPr lang="en-US"/>
              <a:t>Click to edit Master title Style</a:t>
            </a:r>
          </a:p>
        </p:txBody>
      </p:sp>
      <p:sp>
        <p:nvSpPr>
          <p:cNvPr id="14" name="Subtitle 2">
            <a:extLst>
              <a:ext uri="{FF2B5EF4-FFF2-40B4-BE49-F238E27FC236}">
                <a16:creationId xmlns:a16="http://schemas.microsoft.com/office/drawing/2014/main" id="{FFBC9B23-4469-4B26-BEC9-4E111C2B8F4B}"/>
              </a:ext>
            </a:extLst>
          </p:cNvPr>
          <p:cNvSpPr>
            <a:spLocks noGrp="1"/>
          </p:cNvSpPr>
          <p:nvPr>
            <p:ph type="subTitle" idx="1" hasCustomPrompt="1"/>
          </p:nvPr>
        </p:nvSpPr>
        <p:spPr bwMode="gray">
          <a:xfrm>
            <a:off x="380048" y="3810000"/>
            <a:ext cx="11440477" cy="353943"/>
          </a:xfrm>
        </p:spPr>
        <p:txBody>
          <a:bodyPr wrap="square" lIns="0" tIns="45720" rIns="0">
            <a:spAutoFit/>
          </a:bodyPr>
          <a:lstStyle>
            <a:lvl1pPr>
              <a:spcBef>
                <a:spcPts val="0"/>
              </a:spcBef>
              <a:spcAft>
                <a:spcPts val="0"/>
              </a:spcAft>
              <a:defRPr lang="en-GB" sz="2000" b="0" i="0" dirty="0">
                <a:solidFill>
                  <a:schemeClr val="bg1"/>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a:t>Click to edit Master subtitle style</a:t>
            </a:r>
          </a:p>
        </p:txBody>
      </p:sp>
      <p:sp>
        <p:nvSpPr>
          <p:cNvPr id="3" name="Date Placeholder 3">
            <a:extLst>
              <a:ext uri="{FF2B5EF4-FFF2-40B4-BE49-F238E27FC236}">
                <a16:creationId xmlns:a16="http://schemas.microsoft.com/office/drawing/2014/main" id="{606E1903-FF29-7A88-0707-803367E5E51E}"/>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r">
              <a:lnSpc>
                <a:spcPct val="100000"/>
              </a:lnSpc>
              <a:defRPr sz="1000">
                <a:solidFill>
                  <a:schemeClr val="accent6"/>
                </a:solidFill>
              </a:defRPr>
            </a:lvl1pPr>
          </a:lstStyle>
          <a:p>
            <a:endParaRPr lang="en-US"/>
          </a:p>
        </p:txBody>
      </p:sp>
      <p:sp>
        <p:nvSpPr>
          <p:cNvPr id="4" name="Footer Placeholder 4">
            <a:extLst>
              <a:ext uri="{FF2B5EF4-FFF2-40B4-BE49-F238E27FC236}">
                <a16:creationId xmlns:a16="http://schemas.microsoft.com/office/drawing/2014/main" id="{EE186BE1-1DE6-82D8-B7EF-529F2205B840}"/>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chemeClr val="accent6"/>
                </a:solidFill>
              </a:defRPr>
            </a:lvl1pPr>
          </a:lstStyle>
          <a:p>
            <a:r>
              <a:rPr lang="en-US"/>
              <a:t>© </a:t>
            </a:r>
            <a:fld id="{AE5AD4D0-20D4-40E1-BBD2-F6C77C99F61E}" type="datetimeyyyy">
              <a:rPr lang="en-US" smtClean="0"/>
              <a:pPr/>
              <a:t>2026</a:t>
            </a:fld>
            <a:r>
              <a:rPr lang="en-US"/>
              <a:t> NTT DATA Business Solutions</a:t>
            </a:r>
          </a:p>
        </p:txBody>
      </p:sp>
      <p:pic>
        <p:nvPicPr>
          <p:cNvPr id="5" name="NTT DATA Global Logo">
            <a:extLst>
              <a:ext uri="{FF2B5EF4-FFF2-40B4-BE49-F238E27FC236}">
                <a16:creationId xmlns:a16="http://schemas.microsoft.com/office/drawing/2014/main" id="{2F900288-9276-0271-5B36-DA597F55D4E8}"/>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71475" y="320040"/>
            <a:ext cx="1959942" cy="399600"/>
          </a:xfrm>
          <a:prstGeom prst="rect">
            <a:avLst/>
          </a:prstGeom>
        </p:spPr>
      </p:pic>
      <p:sp>
        <p:nvSpPr>
          <p:cNvPr id="7" name="Info box">
            <a:extLst>
              <a:ext uri="{FF2B5EF4-FFF2-40B4-BE49-F238E27FC236}">
                <a16:creationId xmlns:a16="http://schemas.microsoft.com/office/drawing/2014/main" id="{1683A5FA-61CB-0385-8B2C-D15BE457EBD3}"/>
              </a:ext>
            </a:extLst>
          </p:cNvPr>
          <p:cNvSpPr>
            <a:spLocks noGrp="1"/>
          </p:cNvSpPr>
          <p:nvPr>
            <p:ph sz="quarter" idx="19" hasCustomPrompt="1"/>
          </p:nvPr>
        </p:nvSpPr>
        <p:spPr bwMode="gray">
          <a:xfrm>
            <a:off x="10176832" y="333376"/>
            <a:ext cx="1868023"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accent6"/>
                </a:solidFill>
              </a:defRPr>
            </a:lvl1pPr>
          </a:lstStyle>
          <a:p>
            <a:pPr lvl="0"/>
            <a:r>
              <a:rPr lang="en-US" noProof="0"/>
              <a:t>Information Type:</a:t>
            </a:r>
            <a:br>
              <a:rPr lang="en-US" noProof="0"/>
            </a:br>
            <a:r>
              <a:rPr lang="en-US" noProof="0"/>
              <a:t>Company:  </a:t>
            </a:r>
            <a:br>
              <a:rPr lang="en-US" noProof="0"/>
            </a:br>
            <a:r>
              <a:rPr lang="en-US" noProof="0"/>
              <a:t>Information Owner:</a:t>
            </a:r>
          </a:p>
        </p:txBody>
      </p:sp>
    </p:spTree>
    <p:extLst>
      <p:ext uri="{BB962C8B-B14F-4D97-AF65-F5344CB8AC3E}">
        <p14:creationId xmlns:p14="http://schemas.microsoft.com/office/powerpoint/2010/main" val="3185600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_Cover_Light_Image Bottom">
    <p:bg>
      <p:bgPr>
        <a:solidFill>
          <a:schemeClr val="tx1"/>
        </a:solidFill>
        <a:effectLst/>
      </p:bgPr>
    </p:bg>
    <p:spTree>
      <p:nvGrpSpPr>
        <p:cNvPr id="1" name=""/>
        <p:cNvGrpSpPr/>
        <p:nvPr/>
      </p:nvGrpSpPr>
      <p:grpSpPr>
        <a:xfrm>
          <a:off x="0" y="0"/>
          <a:ext cx="0" cy="0"/>
          <a:chOff x="0" y="0"/>
          <a:chExt cx="0" cy="0"/>
        </a:xfrm>
      </p:grpSpPr>
      <p:sp>
        <p:nvSpPr>
          <p:cNvPr id="11" name="Text Placeholder 20">
            <a:extLst>
              <a:ext uri="{FF2B5EF4-FFF2-40B4-BE49-F238E27FC236}">
                <a16:creationId xmlns:a16="http://schemas.microsoft.com/office/drawing/2014/main" id="{4C066D7D-0D2A-E525-7A09-B865124FD30F}"/>
              </a:ext>
            </a:extLst>
          </p:cNvPr>
          <p:cNvSpPr>
            <a:spLocks noGrp="1"/>
          </p:cNvSpPr>
          <p:nvPr>
            <p:ph type="body" sz="quarter" idx="17"/>
          </p:nvPr>
        </p:nvSpPr>
        <p:spPr bwMode="gray">
          <a:xfrm>
            <a:off x="0" y="3352800"/>
            <a:ext cx="12192000" cy="3505200"/>
          </a:xfrm>
          <a:prstGeom prst="rect">
            <a:avLst/>
          </a:prstGeom>
          <a:solidFill>
            <a:srgbClr val="050D24">
              <a:alpha val="57647"/>
            </a:srgbClr>
          </a:solidFill>
        </p:spPr>
        <p:txBody>
          <a:bodyPr/>
          <a:lstStyle>
            <a:lvl1pPr>
              <a:defRPr>
                <a:noFill/>
              </a:defRPr>
            </a:lvl1pPr>
            <a:lvl2pPr>
              <a:defRPr>
                <a:noFill/>
              </a:defRPr>
            </a:lvl2pPr>
            <a:lvl3pPr marL="914400" indent="0">
              <a:buNone/>
              <a:defRPr>
                <a:noFill/>
              </a:defRPr>
            </a:lvl3pPr>
            <a:lvl4pPr marL="1371600" indent="0">
              <a:buNone/>
              <a:defRPr>
                <a:noFill/>
              </a:defRPr>
            </a:lvl4pPr>
            <a:lvl5pPr marL="1828800" indent="0">
              <a:buNone/>
              <a:defRPr>
                <a:noFill/>
              </a:defRPr>
            </a:lvl5pPr>
          </a:lstStyle>
          <a:p>
            <a:pPr lvl="0"/>
            <a:r>
              <a:rPr lang="en-US"/>
              <a:t>Click to edit Master text styles</a:t>
            </a:r>
          </a:p>
        </p:txBody>
      </p:sp>
      <p:sp>
        <p:nvSpPr>
          <p:cNvPr id="6" name="Picture Placeholder 4">
            <a:extLst>
              <a:ext uri="{FF2B5EF4-FFF2-40B4-BE49-F238E27FC236}">
                <a16:creationId xmlns:a16="http://schemas.microsoft.com/office/drawing/2014/main" id="{64ED725C-5701-90B3-92A2-BAE98517DD4F}"/>
              </a:ext>
            </a:extLst>
          </p:cNvPr>
          <p:cNvSpPr>
            <a:spLocks noGrp="1"/>
          </p:cNvSpPr>
          <p:nvPr>
            <p:ph type="pic" sz="quarter" idx="13" hasCustomPrompt="1"/>
          </p:nvPr>
        </p:nvSpPr>
        <p:spPr bwMode="gray">
          <a:xfrm>
            <a:off x="0" y="3352800"/>
            <a:ext cx="12192000" cy="3509682"/>
          </a:xfrm>
          <a:prstGeom prst="rect">
            <a:avLst/>
          </a:prstGeom>
          <a:solidFill>
            <a:schemeClr val="accent6">
              <a:lumMod val="60000"/>
              <a:lumOff val="40000"/>
            </a:schemeClr>
          </a:solidFill>
        </p:spPr>
        <p:txBody>
          <a:bodyPr lIns="0" tIns="0" rIns="0" bIns="0" anchor="ctr"/>
          <a:lstStyle>
            <a:lvl1pPr marL="0" indent="0" algn="ctr">
              <a:buFontTx/>
              <a:buNone/>
              <a:defRPr sz="2400">
                <a:solidFill>
                  <a:schemeClr val="tx2"/>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a:t>
            </a:r>
            <a:br>
              <a:rPr lang="en-US"/>
            </a:br>
            <a:r>
              <a:rPr lang="en-US"/>
              <a:t>Then Reorder: Send to back</a:t>
            </a:r>
          </a:p>
        </p:txBody>
      </p:sp>
      <p:sp>
        <p:nvSpPr>
          <p:cNvPr id="9" name="SubTitle">
            <a:extLst>
              <a:ext uri="{FF2B5EF4-FFF2-40B4-BE49-F238E27FC236}">
                <a16:creationId xmlns:a16="http://schemas.microsoft.com/office/drawing/2014/main" id="{F84AF061-2BD7-B395-13B3-8F8BF417226F}"/>
              </a:ext>
            </a:extLst>
          </p:cNvPr>
          <p:cNvSpPr>
            <a:spLocks noGrp="1"/>
          </p:cNvSpPr>
          <p:nvPr>
            <p:ph type="body" sz="quarter" idx="16" hasCustomPrompt="1"/>
          </p:nvPr>
        </p:nvSpPr>
        <p:spPr bwMode="gray">
          <a:xfrm>
            <a:off x="371475" y="2050182"/>
            <a:ext cx="11449049" cy="609600"/>
          </a:xfrm>
          <a:prstGeom prst="rect">
            <a:avLst/>
          </a:prstGeom>
        </p:spPr>
        <p:txBody>
          <a:bodyPr lIns="0" rIns="0"/>
          <a:lstStyle>
            <a:lvl1pPr marL="0" indent="0">
              <a:lnSpc>
                <a:spcPct val="100000"/>
              </a:lnSpc>
              <a:spcAft>
                <a:spcPts val="0"/>
              </a:spcAft>
              <a:buFont typeface="Arial" panose="020B0604020202020204" pitchFamily="34" charset="0"/>
              <a:buNone/>
              <a:defRPr sz="2000">
                <a:solidFill>
                  <a:schemeClr val="bg1"/>
                </a:solidFill>
              </a:defRPr>
            </a:lvl1pPr>
            <a:lvl2pPr marL="457200" indent="0">
              <a:buFont typeface="Arial" panose="020B0604020202020204" pitchFamily="34" charset="0"/>
              <a:buNone/>
              <a:defRPr/>
            </a:lvl2pPr>
            <a:lvl3pPr marL="914400" indent="0">
              <a:buNone/>
              <a:defRPr/>
            </a:lvl3pPr>
            <a:lvl4pPr marL="1371600" indent="0">
              <a:buNone/>
              <a:defRPr/>
            </a:lvl4pPr>
            <a:lvl5pPr marL="1828800" indent="0">
              <a:buNone/>
              <a:defRPr/>
            </a:lvl5pPr>
          </a:lstStyle>
          <a:p>
            <a:pPr lvl="0"/>
            <a:r>
              <a:rPr lang="en-US"/>
              <a:t>Click to enter the subtitle text</a:t>
            </a:r>
          </a:p>
        </p:txBody>
      </p:sp>
      <p:sp>
        <p:nvSpPr>
          <p:cNvPr id="7" name="MainTitle">
            <a:extLst>
              <a:ext uri="{FF2B5EF4-FFF2-40B4-BE49-F238E27FC236}">
                <a16:creationId xmlns:a16="http://schemas.microsoft.com/office/drawing/2014/main" id="{6B8D68FD-3EFC-86B8-83A6-942558B1B307}"/>
              </a:ext>
            </a:extLst>
          </p:cNvPr>
          <p:cNvSpPr>
            <a:spLocks noGrp="1"/>
          </p:cNvSpPr>
          <p:nvPr>
            <p:ph type="title" hasCustomPrompt="1"/>
          </p:nvPr>
        </p:nvSpPr>
        <p:spPr bwMode="gray">
          <a:xfrm>
            <a:off x="371475" y="1412875"/>
            <a:ext cx="11449050" cy="651610"/>
          </a:xfrm>
        </p:spPr>
        <p:txBody>
          <a:bodyPr/>
          <a:lstStyle>
            <a:lvl1pPr>
              <a:defRPr sz="4400" b="0">
                <a:solidFill>
                  <a:schemeClr val="bg1"/>
                </a:solidFill>
              </a:defRPr>
            </a:lvl1pPr>
          </a:lstStyle>
          <a:p>
            <a:r>
              <a:rPr lang="en-US"/>
              <a:t>Click to edit title</a:t>
            </a:r>
          </a:p>
        </p:txBody>
      </p:sp>
      <p:sp>
        <p:nvSpPr>
          <p:cNvPr id="14" name="Innovation Curve Over">
            <a:extLst>
              <a:ext uri="{FF2B5EF4-FFF2-40B4-BE49-F238E27FC236}">
                <a16:creationId xmlns:a16="http://schemas.microsoft.com/office/drawing/2014/main" id="{0E296AC8-E4D5-3A7F-3C42-CC289AAB1E6B}"/>
              </a:ext>
              <a:ext uri="{C183D7F6-B498-43B3-948B-1728B52AA6E4}">
                <adec:decorative xmlns:adec="http://schemas.microsoft.com/office/drawing/2017/decorative" val="1"/>
              </a:ext>
            </a:extLst>
          </p:cNvPr>
          <p:cNvSpPr>
            <a:spLocks noGrp="1"/>
          </p:cNvSpPr>
          <p:nvPr>
            <p:ph type="body" sz="quarter" idx="22"/>
          </p:nvPr>
        </p:nvSpPr>
        <p:spPr bwMode="gray">
          <a:xfrm>
            <a:off x="9067800" y="3733800"/>
            <a:ext cx="2741663" cy="2743200"/>
          </a:xfrm>
          <a:prstGeom prst="rect">
            <a:avLst/>
          </a:prstGeom>
          <a:blipFill>
            <a:blip r:embed="rId2" cstate="screen">
              <a:extLst>
                <a:ext uri="{28A0092B-C50C-407E-A947-70E740481C1C}">
                  <a14:useLocalDpi xmlns:a14="http://schemas.microsoft.com/office/drawing/2010/main"/>
                </a:ext>
              </a:extLst>
            </a:blip>
            <a:stretch>
              <a:fillRect/>
            </a:stretch>
          </a:blipFill>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10" name="Date Placeholder 3">
            <a:extLst>
              <a:ext uri="{FF2B5EF4-FFF2-40B4-BE49-F238E27FC236}">
                <a16:creationId xmlns:a16="http://schemas.microsoft.com/office/drawing/2014/main" id="{C245BFAB-6256-BF35-C9F5-6D558800765A}"/>
              </a:ext>
            </a:extLst>
          </p:cNvPr>
          <p:cNvSpPr>
            <a:spLocks noGrp="1"/>
          </p:cNvSpPr>
          <p:nvPr>
            <p:ph type="dt" sz="half" idx="2"/>
          </p:nvPr>
        </p:nvSpPr>
        <p:spPr bwMode="gray">
          <a:xfrm>
            <a:off x="11026140" y="3147301"/>
            <a:ext cx="794384" cy="88901"/>
          </a:xfrm>
          <a:prstGeom prst="rect">
            <a:avLst/>
          </a:prstGeom>
          <a:ln>
            <a:noFill/>
          </a:ln>
        </p:spPr>
        <p:txBody>
          <a:bodyPr vert="horz" lIns="0" tIns="0" rIns="0" bIns="0" rtlCol="0" anchor="ctr">
            <a:noAutofit/>
          </a:bodyPr>
          <a:lstStyle>
            <a:lvl1pPr algn="r">
              <a:lnSpc>
                <a:spcPct val="100000"/>
              </a:lnSpc>
              <a:defRPr sz="1000">
                <a:solidFill>
                  <a:schemeClr val="accent6"/>
                </a:solidFill>
              </a:defRPr>
            </a:lvl1pPr>
          </a:lstStyle>
          <a:p>
            <a:endParaRPr lang="en-US"/>
          </a:p>
        </p:txBody>
      </p:sp>
      <p:sp>
        <p:nvSpPr>
          <p:cNvPr id="15" name="Footer Placeholder 4">
            <a:extLst>
              <a:ext uri="{FF2B5EF4-FFF2-40B4-BE49-F238E27FC236}">
                <a16:creationId xmlns:a16="http://schemas.microsoft.com/office/drawing/2014/main" id="{F45B6080-7233-0809-75A8-E904530DE071}"/>
              </a:ext>
            </a:extLst>
          </p:cNvPr>
          <p:cNvSpPr>
            <a:spLocks noGrp="1"/>
          </p:cNvSpPr>
          <p:nvPr>
            <p:ph type="ftr" sz="quarter" idx="3"/>
          </p:nvPr>
        </p:nvSpPr>
        <p:spPr bwMode="gray">
          <a:xfrm>
            <a:off x="371475" y="3147301"/>
            <a:ext cx="5123498" cy="88901"/>
          </a:xfrm>
          <a:prstGeom prst="rect">
            <a:avLst/>
          </a:prstGeom>
          <a:ln>
            <a:noFill/>
          </a:ln>
        </p:spPr>
        <p:txBody>
          <a:bodyPr vert="horz" lIns="0" tIns="0" rIns="0" bIns="0" rtlCol="0" anchor="ctr">
            <a:noAutofit/>
          </a:bodyPr>
          <a:lstStyle>
            <a:lvl1pPr algn="l">
              <a:lnSpc>
                <a:spcPct val="100000"/>
              </a:lnSpc>
              <a:defRPr sz="1000">
                <a:solidFill>
                  <a:schemeClr val="accent6"/>
                </a:solidFill>
              </a:defRPr>
            </a:lvl1pPr>
          </a:lstStyle>
          <a:p>
            <a:r>
              <a:rPr lang="en-US"/>
              <a:t>© </a:t>
            </a:r>
            <a:fld id="{56C83018-F8F2-4A30-A145-7E389ADDE47D}" type="datetimeyyyy">
              <a:rPr lang="en-US" smtClean="0"/>
              <a:pPr/>
              <a:t>2026</a:t>
            </a:fld>
            <a:r>
              <a:rPr lang="en-US"/>
              <a:t> NTT DATA Business Solutions</a:t>
            </a:r>
          </a:p>
        </p:txBody>
      </p:sp>
      <p:pic>
        <p:nvPicPr>
          <p:cNvPr id="4" name="NTT DATA Global Logo">
            <a:extLst>
              <a:ext uri="{FF2B5EF4-FFF2-40B4-BE49-F238E27FC236}">
                <a16:creationId xmlns:a16="http://schemas.microsoft.com/office/drawing/2014/main" id="{93955C0C-38C4-366F-0C4D-7A71C122ED79}"/>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bwMode="gray">
          <a:xfrm>
            <a:off x="371475" y="320040"/>
            <a:ext cx="1959942" cy="399600"/>
          </a:xfrm>
          <a:prstGeom prst="rect">
            <a:avLst/>
          </a:prstGeom>
        </p:spPr>
      </p:pic>
      <p:sp>
        <p:nvSpPr>
          <p:cNvPr id="5" name="Info box">
            <a:extLst>
              <a:ext uri="{FF2B5EF4-FFF2-40B4-BE49-F238E27FC236}">
                <a16:creationId xmlns:a16="http://schemas.microsoft.com/office/drawing/2014/main" id="{4219B810-9C7C-888F-0EA9-5DF76A5618C5}"/>
              </a:ext>
            </a:extLst>
          </p:cNvPr>
          <p:cNvSpPr>
            <a:spLocks noGrp="1"/>
          </p:cNvSpPr>
          <p:nvPr>
            <p:ph sz="quarter" idx="19" hasCustomPrompt="1"/>
          </p:nvPr>
        </p:nvSpPr>
        <p:spPr bwMode="gray">
          <a:xfrm>
            <a:off x="10176832" y="333376"/>
            <a:ext cx="1868023"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accent6"/>
                </a:solidFill>
              </a:defRPr>
            </a:lvl1pPr>
          </a:lstStyle>
          <a:p>
            <a:pPr lvl="0"/>
            <a:r>
              <a:rPr lang="en-US" noProof="0"/>
              <a:t>Information Type:</a:t>
            </a:r>
            <a:br>
              <a:rPr lang="en-US" noProof="0"/>
            </a:br>
            <a:r>
              <a:rPr lang="en-US" noProof="0"/>
              <a:t>Company:  </a:t>
            </a:r>
            <a:br>
              <a:rPr lang="en-US" noProof="0"/>
            </a:br>
            <a:r>
              <a:rPr lang="en-US" noProof="0"/>
              <a:t>Information Owner:</a:t>
            </a:r>
          </a:p>
        </p:txBody>
      </p:sp>
    </p:spTree>
    <p:extLst>
      <p:ext uri="{BB962C8B-B14F-4D97-AF65-F5344CB8AC3E}">
        <p14:creationId xmlns:p14="http://schemas.microsoft.com/office/powerpoint/2010/main" val="2166375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_Divider_Image Left Light">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597D1B3A-E1F6-AFF4-3A3F-A37A17CBCB29}"/>
              </a:ext>
            </a:extLst>
          </p:cNvPr>
          <p:cNvSpPr>
            <a:spLocks noGrp="1"/>
          </p:cNvSpPr>
          <p:nvPr>
            <p:ph type="title" hasCustomPrompt="1"/>
          </p:nvPr>
        </p:nvSpPr>
        <p:spPr bwMode="gray">
          <a:xfrm>
            <a:off x="4495800" y="2286000"/>
            <a:ext cx="7315200" cy="3951288"/>
          </a:xfrm>
        </p:spPr>
        <p:txBody>
          <a:bodyPr/>
          <a:lstStyle>
            <a:lvl1pPr>
              <a:defRPr sz="4800">
                <a:solidFill>
                  <a:schemeClr val="bg1"/>
                </a:solidFill>
              </a:defRPr>
            </a:lvl1pPr>
          </a:lstStyle>
          <a:p>
            <a:r>
              <a:rPr lang="en-US"/>
              <a:t>Divider Page Text</a:t>
            </a:r>
          </a:p>
        </p:txBody>
      </p:sp>
      <p:sp>
        <p:nvSpPr>
          <p:cNvPr id="15" name="Section Number">
            <a:extLst>
              <a:ext uri="{FF2B5EF4-FFF2-40B4-BE49-F238E27FC236}">
                <a16:creationId xmlns:a16="http://schemas.microsoft.com/office/drawing/2014/main" id="{353938DB-D71F-BCC9-253A-E90421933DD0}"/>
              </a:ext>
            </a:extLst>
          </p:cNvPr>
          <p:cNvSpPr>
            <a:spLocks noGrp="1"/>
          </p:cNvSpPr>
          <p:nvPr>
            <p:ph type="body" sz="quarter" idx="13" hasCustomPrompt="1"/>
          </p:nvPr>
        </p:nvSpPr>
        <p:spPr bwMode="gray">
          <a:xfrm>
            <a:off x="4495800" y="685800"/>
            <a:ext cx="7315200" cy="1447800"/>
          </a:xfrm>
          <a:prstGeom prst="rect">
            <a:avLst/>
          </a:prstGeom>
        </p:spPr>
        <p:txBody>
          <a:bodyPr lIns="0" tIns="45720" rIns="0"/>
          <a:lstStyle>
            <a:lvl1pPr>
              <a:defRPr lang="en-US" sz="9600" b="1" dirty="0" smtClean="0">
                <a:solidFill>
                  <a:schemeClr val="bg2"/>
                </a:solidFill>
              </a:defRPr>
            </a:lvl1pPr>
          </a:lstStyle>
          <a:p>
            <a:pPr lvl="0">
              <a:lnSpc>
                <a:spcPct val="100000"/>
              </a:lnSpc>
            </a:pPr>
            <a:r>
              <a:rPr lang="en-US"/>
              <a:t>#</a:t>
            </a:r>
          </a:p>
        </p:txBody>
      </p:sp>
      <p:sp>
        <p:nvSpPr>
          <p:cNvPr id="16" name="Picture Placeholder 4">
            <a:extLst>
              <a:ext uri="{FF2B5EF4-FFF2-40B4-BE49-F238E27FC236}">
                <a16:creationId xmlns:a16="http://schemas.microsoft.com/office/drawing/2014/main" id="{CBAA2EA5-06E3-8691-22FA-AE783265C861}"/>
              </a:ext>
            </a:extLst>
          </p:cNvPr>
          <p:cNvSpPr>
            <a:spLocks noGrp="1"/>
          </p:cNvSpPr>
          <p:nvPr>
            <p:ph type="pic" sz="quarter" idx="12" hasCustomPrompt="1"/>
          </p:nvPr>
        </p:nvSpPr>
        <p:spPr bwMode="gray">
          <a:xfrm>
            <a:off x="0" y="0"/>
            <a:ext cx="4038600" cy="6858000"/>
          </a:xfrm>
          <a:prstGeom prst="rect">
            <a:avLst/>
          </a:prstGeom>
          <a:solidFill>
            <a:schemeClr val="accent6"/>
          </a:solidFill>
        </p:spPr>
        <p:txBody>
          <a:bodyPr tIns="2743200"/>
          <a:lstStyle>
            <a:lvl1pPr marL="0" indent="0" algn="ctr">
              <a:buNone/>
              <a:defRPr sz="2000">
                <a:solidFill>
                  <a:schemeClr val="bg1"/>
                </a:solidFill>
              </a:defRPr>
            </a:lvl1pPr>
          </a:lstStyle>
          <a:p>
            <a:r>
              <a:rPr lang="en-US"/>
              <a:t>Click to add picture</a:t>
            </a:r>
          </a:p>
        </p:txBody>
      </p:sp>
      <p:sp>
        <p:nvSpPr>
          <p:cNvPr id="6" name="Text Placeholder 5">
            <a:extLst>
              <a:ext uri="{FF2B5EF4-FFF2-40B4-BE49-F238E27FC236}">
                <a16:creationId xmlns:a16="http://schemas.microsoft.com/office/drawing/2014/main" id="{84E201FA-14DE-26F5-5B59-34540918F7C3}"/>
              </a:ext>
            </a:extLst>
          </p:cNvPr>
          <p:cNvSpPr>
            <a:spLocks noGrp="1"/>
          </p:cNvSpPr>
          <p:nvPr>
            <p:ph type="body" sz="quarter" idx="27" hasCustomPrompt="1"/>
          </p:nvPr>
        </p:nvSpPr>
        <p:spPr bwMode="gray">
          <a:xfrm>
            <a:off x="0" y="5202000"/>
            <a:ext cx="4038600" cy="1656000"/>
          </a:xfr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solidFill>
                  <a:schemeClr val="bg1"/>
                </a:solidFill>
              </a:defRPr>
            </a:lvl1pPr>
          </a:lstStyle>
          <a:p>
            <a:pPr lvl="0"/>
            <a:r>
              <a:rPr lang="en-US"/>
              <a:t> </a:t>
            </a:r>
          </a:p>
        </p:txBody>
      </p:sp>
      <p:sp>
        <p:nvSpPr>
          <p:cNvPr id="4" name="Footer Placeholder 4">
            <a:extLst>
              <a:ext uri="{FF2B5EF4-FFF2-40B4-BE49-F238E27FC236}">
                <a16:creationId xmlns:a16="http://schemas.microsoft.com/office/drawing/2014/main" id="{07D78CB3-8E2A-426A-73F0-19178ABAAB0D}"/>
              </a:ext>
            </a:extLst>
          </p:cNvPr>
          <p:cNvSpPr>
            <a:spLocks noGrp="1"/>
          </p:cNvSpPr>
          <p:nvPr>
            <p:ph type="ftr" sz="quarter" idx="3"/>
          </p:nvPr>
        </p:nvSpPr>
        <p:spPr bwMode="gray">
          <a:xfrm>
            <a:off x="4495800" y="6563358"/>
            <a:ext cx="3202940"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71BE9290-62D0-4286-852A-07D9B5E08909}" type="datetimeyyyy">
              <a:rPr lang="en-US" smtClean="0"/>
              <a:pPr/>
              <a:t>2026</a:t>
            </a:fld>
            <a:r>
              <a:rPr lang="en-US"/>
              <a:t> NTT DATA Business Solutions</a:t>
            </a:r>
          </a:p>
        </p:txBody>
      </p:sp>
      <p:sp>
        <p:nvSpPr>
          <p:cNvPr id="5" name="Slide Number Placeholder 5">
            <a:extLst>
              <a:ext uri="{FF2B5EF4-FFF2-40B4-BE49-F238E27FC236}">
                <a16:creationId xmlns:a16="http://schemas.microsoft.com/office/drawing/2014/main" id="{90D19329-B7C0-CE48-A2F3-05D87FD03717}"/>
              </a:ext>
            </a:extLst>
          </p:cNvPr>
          <p:cNvSpPr>
            <a:spLocks noGrp="1"/>
          </p:cNvSpPr>
          <p:nvPr>
            <p:ph type="sldNum" sz="quarter" idx="4"/>
          </p:nvPr>
        </p:nvSpPr>
        <p:spPr bwMode="gray">
          <a:xfrm>
            <a:off x="7777162"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pic>
        <p:nvPicPr>
          <p:cNvPr id="2" name="Grafik 1" descr="NTT DATA Logo">
            <a:extLst>
              <a:ext uri="{FF2B5EF4-FFF2-40B4-BE49-F238E27FC236}">
                <a16:creationId xmlns:a16="http://schemas.microsoft.com/office/drawing/2014/main" id="{2BB7E7E5-3EAF-0D6A-4BE7-B4490F5A534E}"/>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75623"/>
            <a:ext cx="1288971" cy="262800"/>
          </a:xfrm>
          <a:prstGeom prst="rect">
            <a:avLst/>
          </a:prstGeom>
        </p:spPr>
      </p:pic>
    </p:spTree>
    <p:extLst>
      <p:ext uri="{BB962C8B-B14F-4D97-AF65-F5344CB8AC3E}">
        <p14:creationId xmlns:p14="http://schemas.microsoft.com/office/powerpoint/2010/main" val="4242113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_Divider_InnovationCurve on Right Light">
    <p:bg>
      <p:bgPr>
        <a:solidFill>
          <a:schemeClr val="tx1"/>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597D1B3A-E1F6-AFF4-3A3F-A37A17CBCB29}"/>
              </a:ext>
            </a:extLst>
          </p:cNvPr>
          <p:cNvSpPr>
            <a:spLocks noGrp="1"/>
          </p:cNvSpPr>
          <p:nvPr>
            <p:ph type="title" hasCustomPrompt="1"/>
          </p:nvPr>
        </p:nvSpPr>
        <p:spPr bwMode="gray">
          <a:xfrm>
            <a:off x="371475" y="2286000"/>
            <a:ext cx="7315200" cy="3886200"/>
          </a:xfrm>
        </p:spPr>
        <p:txBody>
          <a:bodyPr/>
          <a:lstStyle>
            <a:lvl1pPr>
              <a:defRPr sz="4000">
                <a:solidFill>
                  <a:schemeClr val="bg1"/>
                </a:solidFill>
              </a:defRPr>
            </a:lvl1pPr>
          </a:lstStyle>
          <a:p>
            <a:r>
              <a:rPr lang="en-US"/>
              <a:t>Divider Page</a:t>
            </a:r>
          </a:p>
        </p:txBody>
      </p:sp>
      <p:sp>
        <p:nvSpPr>
          <p:cNvPr id="15" name="Section Number">
            <a:extLst>
              <a:ext uri="{FF2B5EF4-FFF2-40B4-BE49-F238E27FC236}">
                <a16:creationId xmlns:a16="http://schemas.microsoft.com/office/drawing/2014/main" id="{353938DB-D71F-BCC9-253A-E90421933DD0}"/>
              </a:ext>
            </a:extLst>
          </p:cNvPr>
          <p:cNvSpPr>
            <a:spLocks noGrp="1"/>
          </p:cNvSpPr>
          <p:nvPr>
            <p:ph type="body" sz="quarter" idx="13" hasCustomPrompt="1"/>
          </p:nvPr>
        </p:nvSpPr>
        <p:spPr bwMode="gray">
          <a:xfrm>
            <a:off x="371475" y="685800"/>
            <a:ext cx="7315200" cy="1447800"/>
          </a:xfrm>
          <a:prstGeom prst="rect">
            <a:avLst/>
          </a:prstGeom>
        </p:spPr>
        <p:txBody>
          <a:bodyPr lIns="0" tIns="45720" rIns="0"/>
          <a:lstStyle>
            <a:lvl1pPr>
              <a:defRPr lang="en-US" sz="9600" b="1" dirty="0" smtClean="0">
                <a:solidFill>
                  <a:schemeClr val="bg2"/>
                </a:solidFill>
              </a:defRPr>
            </a:lvl1pPr>
          </a:lstStyle>
          <a:p>
            <a:pPr lvl="0">
              <a:lnSpc>
                <a:spcPct val="100000"/>
              </a:lnSpc>
            </a:pPr>
            <a:r>
              <a:rPr lang="en-US"/>
              <a:t>#</a:t>
            </a:r>
          </a:p>
        </p:txBody>
      </p:sp>
      <p:sp>
        <p:nvSpPr>
          <p:cNvPr id="4" name="Footer Placeholder 4">
            <a:extLst>
              <a:ext uri="{FF2B5EF4-FFF2-40B4-BE49-F238E27FC236}">
                <a16:creationId xmlns:a16="http://schemas.microsoft.com/office/drawing/2014/main" id="{07D78CB3-8E2A-426A-73F0-19178ABAAB0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EDF392D2-40E0-4EAB-B846-4B19B3613C64}" type="datetimeyyyy">
              <a:rPr lang="en-US" smtClean="0"/>
              <a:pPr/>
              <a:t>2026</a:t>
            </a:fld>
            <a:r>
              <a:rPr lang="en-US"/>
              <a:t> NTT DATA Business Solutions</a:t>
            </a:r>
          </a:p>
        </p:txBody>
      </p:sp>
      <p:sp>
        <p:nvSpPr>
          <p:cNvPr id="5" name="Slide Number Placeholder 5">
            <a:extLst>
              <a:ext uri="{FF2B5EF4-FFF2-40B4-BE49-F238E27FC236}">
                <a16:creationId xmlns:a16="http://schemas.microsoft.com/office/drawing/2014/main" id="{90D19329-B7C0-CE48-A2F3-05D87FD03717}"/>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pic>
        <p:nvPicPr>
          <p:cNvPr id="17" name="Picture 6">
            <a:extLst>
              <a:ext uri="{FF2B5EF4-FFF2-40B4-BE49-F238E27FC236}">
                <a16:creationId xmlns:a16="http://schemas.microsoft.com/office/drawing/2014/main" id="{8E54CF47-5670-1E36-A01C-CE6BD5FD4ECA}"/>
              </a:ext>
            </a:extLst>
          </p:cNvPr>
          <p:cNvPicPr>
            <a:picLocks noChangeAspect="1"/>
          </p:cNvPicPr>
          <p:nvPr userDrawn="1"/>
        </p:nvPicPr>
        <p:blipFill>
          <a:blip r:embed="rId2" cstate="screen">
            <a:alphaModFix amt="30000"/>
            <a:extLst>
              <a:ext uri="{28A0092B-C50C-407E-A947-70E740481C1C}">
                <a14:useLocalDpi xmlns:a14="http://schemas.microsoft.com/office/drawing/2010/main"/>
              </a:ext>
            </a:extLst>
          </a:blip>
          <a:stretch>
            <a:fillRect/>
          </a:stretch>
        </p:blipFill>
        <p:spPr bwMode="gray">
          <a:xfrm>
            <a:off x="8070773" y="2431973"/>
            <a:ext cx="3740227" cy="3740227"/>
          </a:xfrm>
          <a:prstGeom prst="rect">
            <a:avLst/>
          </a:prstGeom>
        </p:spPr>
      </p:pic>
      <p:pic>
        <p:nvPicPr>
          <p:cNvPr id="2" name="Grafik 1" descr="NTT DATA Logo">
            <a:extLst>
              <a:ext uri="{FF2B5EF4-FFF2-40B4-BE49-F238E27FC236}">
                <a16:creationId xmlns:a16="http://schemas.microsoft.com/office/drawing/2014/main" id="{85A5CA48-7C79-E822-4683-1F80C688BD5D}"/>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bwMode="gray">
          <a:xfrm>
            <a:off x="10531554" y="6466997"/>
            <a:ext cx="1288971" cy="262800"/>
          </a:xfrm>
          <a:prstGeom prst="rect">
            <a:avLst/>
          </a:prstGeom>
        </p:spPr>
      </p:pic>
    </p:spTree>
    <p:extLst>
      <p:ext uri="{BB962C8B-B14F-4D97-AF65-F5344CB8AC3E}">
        <p14:creationId xmlns:p14="http://schemas.microsoft.com/office/powerpoint/2010/main" val="34828296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_Divider_Innovation Curve Image Left Ligh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725B5FD-E0E9-1E4B-5EFE-D46E0910A6CB}"/>
              </a:ext>
            </a:extLst>
          </p:cNvPr>
          <p:cNvSpPr>
            <a:spLocks noGrp="1"/>
          </p:cNvSpPr>
          <p:nvPr>
            <p:ph type="title" hasCustomPrompt="1"/>
          </p:nvPr>
        </p:nvSpPr>
        <p:spPr bwMode="gray">
          <a:xfrm>
            <a:off x="4495800" y="2433116"/>
            <a:ext cx="7315200" cy="3739084"/>
          </a:xfrm>
        </p:spPr>
        <p:txBody>
          <a:bodyPr/>
          <a:lstStyle>
            <a:lvl1pPr>
              <a:defRPr sz="4000">
                <a:solidFill>
                  <a:schemeClr val="bg1"/>
                </a:solidFill>
              </a:defRPr>
            </a:lvl1pPr>
          </a:lstStyle>
          <a:p>
            <a:r>
              <a:rPr lang="en-US"/>
              <a:t>Divider Page</a:t>
            </a:r>
          </a:p>
        </p:txBody>
      </p:sp>
      <p:sp>
        <p:nvSpPr>
          <p:cNvPr id="12" name="Section Number">
            <a:extLst>
              <a:ext uri="{FF2B5EF4-FFF2-40B4-BE49-F238E27FC236}">
                <a16:creationId xmlns:a16="http://schemas.microsoft.com/office/drawing/2014/main" id="{4337322C-F1A6-A8D5-2662-80C365ECE1C8}"/>
              </a:ext>
            </a:extLst>
          </p:cNvPr>
          <p:cNvSpPr>
            <a:spLocks noGrp="1"/>
          </p:cNvSpPr>
          <p:nvPr>
            <p:ph type="body" sz="quarter" idx="12" hasCustomPrompt="1"/>
          </p:nvPr>
        </p:nvSpPr>
        <p:spPr bwMode="gray">
          <a:xfrm>
            <a:off x="4495800" y="685800"/>
            <a:ext cx="7315200" cy="1447800"/>
          </a:xfrm>
          <a:prstGeom prst="rect">
            <a:avLst/>
          </a:prstGeom>
        </p:spPr>
        <p:txBody>
          <a:bodyPr lIns="0" tIns="45720" rIns="0"/>
          <a:lstStyle>
            <a:lvl1pPr>
              <a:defRPr lang="en-US" sz="9600" b="1" dirty="0" smtClean="0">
                <a:solidFill>
                  <a:schemeClr val="bg2"/>
                </a:solidFill>
              </a:defRPr>
            </a:lvl1pPr>
          </a:lstStyle>
          <a:p>
            <a:pPr lvl="0">
              <a:lnSpc>
                <a:spcPct val="100000"/>
              </a:lnSpc>
            </a:pPr>
            <a:r>
              <a:rPr lang="en-US"/>
              <a:t>#</a:t>
            </a:r>
          </a:p>
        </p:txBody>
      </p:sp>
      <p:sp>
        <p:nvSpPr>
          <p:cNvPr id="13" name="Slide Number Placeholder 5">
            <a:extLst>
              <a:ext uri="{FF2B5EF4-FFF2-40B4-BE49-F238E27FC236}">
                <a16:creationId xmlns:a16="http://schemas.microsoft.com/office/drawing/2014/main" id="{5ACFAEF6-C002-CEF8-D12E-35B10EFF2EE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pic>
        <p:nvPicPr>
          <p:cNvPr id="14" name="Picture 6">
            <a:extLst>
              <a:ext uri="{FF2B5EF4-FFF2-40B4-BE49-F238E27FC236}">
                <a16:creationId xmlns:a16="http://schemas.microsoft.com/office/drawing/2014/main" id="{AE44EF5E-6648-1398-B4E7-717D749EE98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gray">
          <a:xfrm>
            <a:off x="394575" y="2447060"/>
            <a:ext cx="3718800" cy="3718800"/>
          </a:xfrm>
          <a:prstGeom prst="rect">
            <a:avLst/>
          </a:prstGeom>
        </p:spPr>
      </p:pic>
      <p:sp>
        <p:nvSpPr>
          <p:cNvPr id="15" name="Picture Placeholder 9">
            <a:extLst>
              <a:ext uri="{FF2B5EF4-FFF2-40B4-BE49-F238E27FC236}">
                <a16:creationId xmlns:a16="http://schemas.microsoft.com/office/drawing/2014/main" id="{C74CB7FF-BF38-583F-EB84-775D76F699B8}"/>
              </a:ext>
            </a:extLst>
          </p:cNvPr>
          <p:cNvSpPr>
            <a:spLocks noGrp="1"/>
          </p:cNvSpPr>
          <p:nvPr>
            <p:ph type="pic" sz="quarter" idx="17" hasCustomPrompt="1"/>
          </p:nvPr>
        </p:nvSpPr>
        <p:spPr bwMode="gray">
          <a:xfrm>
            <a:off x="371475" y="2447060"/>
            <a:ext cx="3718800" cy="3718800"/>
          </a:xfrm>
          <a:custGeom>
            <a:avLst/>
            <a:gdLst>
              <a:gd name="connsiteX0" fmla="*/ 1704548 w 5267271"/>
              <a:gd name="connsiteY0" fmla="*/ 0 h 5272719"/>
              <a:gd name="connsiteX1" fmla="*/ 3527745 w 5267271"/>
              <a:gd name="connsiteY1" fmla="*/ 1774521 h 5272719"/>
              <a:gd name="connsiteX2" fmla="*/ 5267271 w 5267271"/>
              <a:gd name="connsiteY2" fmla="*/ 5269498 h 5272719"/>
              <a:gd name="connsiteX3" fmla="*/ 3509088 w 5267271"/>
              <a:gd name="connsiteY3" fmla="*/ 5269044 h 5272719"/>
              <a:gd name="connsiteX4" fmla="*/ 1794302 w 5267271"/>
              <a:gd name="connsiteY4" fmla="*/ 1858626 h 5272719"/>
              <a:gd name="connsiteX5" fmla="*/ 1794667 w 5267271"/>
              <a:gd name="connsiteY5" fmla="*/ 5270472 h 5272719"/>
              <a:gd name="connsiteX6" fmla="*/ 0 w 5267271"/>
              <a:gd name="connsiteY6" fmla="*/ 5272719 h 5272719"/>
              <a:gd name="connsiteX7" fmla="*/ 3384 w 5267271"/>
              <a:gd name="connsiteY7" fmla="*/ 1714773 h 5272719"/>
              <a:gd name="connsiteX8" fmla="*/ 569360 w 5267271"/>
              <a:gd name="connsiteY8" fmla="*/ 333790 h 5272719"/>
              <a:gd name="connsiteX9" fmla="*/ 1704548 w 5267271"/>
              <a:gd name="connsiteY9" fmla="*/ 0 h 527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67271" h="5272719">
                <a:moveTo>
                  <a:pt x="1704548" y="0"/>
                </a:moveTo>
                <a:cubicBezTo>
                  <a:pt x="2442328" y="19929"/>
                  <a:pt x="2925708" y="438914"/>
                  <a:pt x="3527745" y="1774521"/>
                </a:cubicBezTo>
                <a:lnTo>
                  <a:pt x="5267271" y="5269498"/>
                </a:lnTo>
                <a:lnTo>
                  <a:pt x="3509088" y="5269044"/>
                </a:lnTo>
                <a:cubicBezTo>
                  <a:pt x="2932089" y="4085847"/>
                  <a:pt x="2376159" y="3052885"/>
                  <a:pt x="1794302" y="1858626"/>
                </a:cubicBezTo>
                <a:cubicBezTo>
                  <a:pt x="1800510" y="2806405"/>
                  <a:pt x="1797959" y="3550976"/>
                  <a:pt x="1794667" y="5270472"/>
                </a:cubicBezTo>
                <a:lnTo>
                  <a:pt x="0" y="5272719"/>
                </a:lnTo>
                <a:cubicBezTo>
                  <a:pt x="6041" y="3933998"/>
                  <a:pt x="-2660" y="3106972"/>
                  <a:pt x="3384" y="1714773"/>
                </a:cubicBezTo>
                <a:cubicBezTo>
                  <a:pt x="20552" y="931022"/>
                  <a:pt x="285832" y="562108"/>
                  <a:pt x="569360" y="333790"/>
                </a:cubicBezTo>
                <a:cubicBezTo>
                  <a:pt x="852888" y="105472"/>
                  <a:pt x="1272212" y="9538"/>
                  <a:pt x="1704548" y="0"/>
                </a:cubicBezTo>
                <a:close/>
              </a:path>
            </a:pathLst>
          </a:custGeom>
          <a:solidFill>
            <a:schemeClr val="accent6"/>
          </a:solidFill>
          <a:ln w="12700">
            <a:noFill/>
          </a:ln>
          <a:effectLst/>
        </p:spPr>
        <p:txBody>
          <a:bodyPr wrap="none" lIns="0" tIns="1371600" rIns="0" anchor="t">
            <a:noAutofit/>
          </a:bodyPr>
          <a:lstStyle>
            <a:lvl1pPr marL="0" indent="0" algn="ctr">
              <a:buFontTx/>
              <a:buNone/>
              <a:defRPr sz="1100">
                <a:solidFill>
                  <a:schemeClr val="bg1"/>
                </a:solidFill>
              </a:defRPr>
            </a:lvl1pPr>
          </a:lstStyle>
          <a:p>
            <a:r>
              <a:rPr lang="en-US"/>
              <a:t> </a:t>
            </a:r>
          </a:p>
        </p:txBody>
      </p:sp>
      <p:sp>
        <p:nvSpPr>
          <p:cNvPr id="6" name="Footer Placeholder 4">
            <a:extLst>
              <a:ext uri="{FF2B5EF4-FFF2-40B4-BE49-F238E27FC236}">
                <a16:creationId xmlns:a16="http://schemas.microsoft.com/office/drawing/2014/main" id="{2B94D9BD-B0EA-63BE-7EB0-C414D042F02A}"/>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5C9482E0-DEC2-42AB-91AB-197D2D13DC20}" type="datetimeyyyy">
              <a:rPr lang="en-US" smtClean="0"/>
              <a:pPr/>
              <a:t>2026</a:t>
            </a:fld>
            <a:r>
              <a:rPr lang="en-US"/>
              <a:t> NTT DATA Business Solutions</a:t>
            </a:r>
          </a:p>
        </p:txBody>
      </p:sp>
      <p:pic>
        <p:nvPicPr>
          <p:cNvPr id="3" name="Grafik 2" descr="NTT DATA Logo">
            <a:extLst>
              <a:ext uri="{FF2B5EF4-FFF2-40B4-BE49-F238E27FC236}">
                <a16:creationId xmlns:a16="http://schemas.microsoft.com/office/drawing/2014/main" id="{244AD14B-3980-C161-8C5E-CD1D2269FA62}"/>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bwMode="gray">
          <a:xfrm>
            <a:off x="10531554" y="6466997"/>
            <a:ext cx="1288971" cy="262800"/>
          </a:xfrm>
          <a:prstGeom prst="rect">
            <a:avLst/>
          </a:prstGeom>
        </p:spPr>
      </p:pic>
    </p:spTree>
    <p:extLst>
      <p:ext uri="{BB962C8B-B14F-4D97-AF65-F5344CB8AC3E}">
        <p14:creationId xmlns:p14="http://schemas.microsoft.com/office/powerpoint/2010/main" val="26518964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_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192796B4-C4F7-4470-8D8F-5C8A44413786}" type="datetimeyyyy">
              <a:rPr lang="en-US" smtClean="0"/>
              <a:pPr/>
              <a:t>2026</a:t>
            </a:fld>
            <a:r>
              <a:rPr lang="en-US"/>
              <a:t>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pic>
        <p:nvPicPr>
          <p:cNvPr id="2" name="Grafik 1" descr="NTT DATA Logo">
            <a:extLst>
              <a:ext uri="{FF2B5EF4-FFF2-40B4-BE49-F238E27FC236}">
                <a16:creationId xmlns:a16="http://schemas.microsoft.com/office/drawing/2014/main" id="{5182BA64-AC0B-E577-D566-88A2E0B60E8A}"/>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66997"/>
            <a:ext cx="1288971" cy="262800"/>
          </a:xfrm>
          <a:prstGeom prst="rect">
            <a:avLst/>
          </a:prstGeom>
        </p:spPr>
      </p:pic>
    </p:spTree>
    <p:extLst>
      <p:ext uri="{BB962C8B-B14F-4D97-AF65-F5344CB8AC3E}">
        <p14:creationId xmlns:p14="http://schemas.microsoft.com/office/powerpoint/2010/main" val="3522229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_Title and On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p:txBody>
          <a:bodyPr vert="horz"/>
          <a:lstStyle/>
          <a:p>
            <a:r>
              <a:rPr lang="en-US"/>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p:txBody>
          <a:bodyPr/>
          <a:lstStyle>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4">
            <a:extLst>
              <a:ext uri="{FF2B5EF4-FFF2-40B4-BE49-F238E27FC236}">
                <a16:creationId xmlns:a16="http://schemas.microsoft.com/office/drawing/2014/main" id="{DB4CF512-82E1-2689-F640-DDFFDD4CD971}"/>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AABB3B0E-C7E0-4094-B056-17C7EBA68B2A}" type="datetimeyyyy">
              <a:rPr lang="en-US" smtClean="0"/>
              <a:pPr/>
              <a:t>2026</a:t>
            </a:fld>
            <a:r>
              <a:rPr lang="en-US"/>
              <a:t> NTT DATA Business Solutions</a:t>
            </a:r>
          </a:p>
        </p:txBody>
      </p:sp>
      <p:sp>
        <p:nvSpPr>
          <p:cNvPr id="10" name="Slide Number Placeholder 5">
            <a:extLst>
              <a:ext uri="{FF2B5EF4-FFF2-40B4-BE49-F238E27FC236}">
                <a16:creationId xmlns:a16="http://schemas.microsoft.com/office/drawing/2014/main" id="{C19ED1C7-0FF1-008B-4E0C-83259A7B61F3}"/>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pic>
        <p:nvPicPr>
          <p:cNvPr id="4" name="Grafik 3" descr="NTT DATA Logo">
            <a:extLst>
              <a:ext uri="{FF2B5EF4-FFF2-40B4-BE49-F238E27FC236}">
                <a16:creationId xmlns:a16="http://schemas.microsoft.com/office/drawing/2014/main" id="{672AE677-DE13-CB38-400C-BB3B3D035171}"/>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66997"/>
            <a:ext cx="1288971" cy="262800"/>
          </a:xfrm>
          <a:prstGeom prst="rect">
            <a:avLst/>
          </a:prstGeom>
        </p:spPr>
      </p:pic>
    </p:spTree>
    <p:extLst>
      <p:ext uri="{BB962C8B-B14F-4D97-AF65-F5344CB8AC3E}">
        <p14:creationId xmlns:p14="http://schemas.microsoft.com/office/powerpoint/2010/main" val="1680068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C_Title and Two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p:txBody>
          <a:bodyPr vert="horz"/>
          <a:lstStyle/>
          <a:p>
            <a:r>
              <a:rPr lang="en-US"/>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5" y="1412875"/>
            <a:ext cx="5507850" cy="4824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29A13345-D8EA-438A-8BA9-E88672B7CBE9}"/>
              </a:ext>
            </a:extLst>
          </p:cNvPr>
          <p:cNvSpPr>
            <a:spLocks noGrp="1"/>
          </p:cNvSpPr>
          <p:nvPr>
            <p:ph idx="13" hasCustomPrompt="1"/>
          </p:nvPr>
        </p:nvSpPr>
        <p:spPr bwMode="gray">
          <a:xfrm>
            <a:off x="6311325" y="1412875"/>
            <a:ext cx="5507850" cy="4824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3C147E76-634B-4A63-A925-C8C8AD90899A}" type="datetimeyyyy">
              <a:rPr lang="en-US" smtClean="0"/>
              <a:pPr/>
              <a:t>2026</a:t>
            </a:fld>
            <a:r>
              <a:rPr lang="en-US"/>
              <a:t> NTT DATA Business Solutions</a:t>
            </a:r>
            <a:endParaRPr lang="pt-B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pic>
        <p:nvPicPr>
          <p:cNvPr id="4" name="Grafik 3" descr="NTT DATA Logo">
            <a:extLst>
              <a:ext uri="{FF2B5EF4-FFF2-40B4-BE49-F238E27FC236}">
                <a16:creationId xmlns:a16="http://schemas.microsoft.com/office/drawing/2014/main" id="{92D495D3-B3D2-F553-92F4-6821FF50D815}"/>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66997"/>
            <a:ext cx="1288971" cy="262800"/>
          </a:xfrm>
          <a:prstGeom prst="rect">
            <a:avLst/>
          </a:prstGeom>
        </p:spPr>
      </p:pic>
    </p:spTree>
    <p:extLst>
      <p:ext uri="{BB962C8B-B14F-4D97-AF65-F5344CB8AC3E}">
        <p14:creationId xmlns:p14="http://schemas.microsoft.com/office/powerpoint/2010/main" val="24837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_Title and Three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a:xfrm>
            <a:off x="371475" y="333375"/>
            <a:ext cx="11449050" cy="792000"/>
          </a:xfrm>
        </p:spPr>
        <p:txBody>
          <a:bodyPr vert="horz"/>
          <a:lstStyle/>
          <a:p>
            <a:r>
              <a:rPr lang="en-US"/>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5" y="1412875"/>
            <a:ext cx="3657600" cy="48244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2026 NTT DATA Business Solutions</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
        <p:nvSpPr>
          <p:cNvPr id="16" name="Content Placeholder 2">
            <a:extLst>
              <a:ext uri="{FF2B5EF4-FFF2-40B4-BE49-F238E27FC236}">
                <a16:creationId xmlns:a16="http://schemas.microsoft.com/office/drawing/2014/main" id="{326BC249-E151-BB39-D3D5-813D011EC4DE}"/>
              </a:ext>
            </a:extLst>
          </p:cNvPr>
          <p:cNvSpPr>
            <a:spLocks noGrp="1"/>
          </p:cNvSpPr>
          <p:nvPr>
            <p:ph idx="24" hasCustomPrompt="1"/>
          </p:nvPr>
        </p:nvSpPr>
        <p:spPr bwMode="gray">
          <a:xfrm>
            <a:off x="4267200" y="1412875"/>
            <a:ext cx="3657600" cy="48244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CAB7751F-4652-AD3B-A81E-E9DD7E8ECF31}"/>
              </a:ext>
            </a:extLst>
          </p:cNvPr>
          <p:cNvSpPr>
            <a:spLocks noGrp="1"/>
          </p:cNvSpPr>
          <p:nvPr>
            <p:ph idx="25" hasCustomPrompt="1"/>
          </p:nvPr>
        </p:nvSpPr>
        <p:spPr bwMode="gray">
          <a:xfrm>
            <a:off x="8162925" y="1412875"/>
            <a:ext cx="3657600" cy="48244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Grafik 3" descr="NTT DATA Logo">
            <a:extLst>
              <a:ext uri="{FF2B5EF4-FFF2-40B4-BE49-F238E27FC236}">
                <a16:creationId xmlns:a16="http://schemas.microsoft.com/office/drawing/2014/main" id="{F4899504-8FC1-82E8-E495-2A1FA2E7C67B}"/>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66997"/>
            <a:ext cx="1288971" cy="262800"/>
          </a:xfrm>
          <a:prstGeom prst="rect">
            <a:avLst/>
          </a:prstGeom>
        </p:spPr>
      </p:pic>
    </p:spTree>
    <p:extLst>
      <p:ext uri="{BB962C8B-B14F-4D97-AF65-F5344CB8AC3E}">
        <p14:creationId xmlns:p14="http://schemas.microsoft.com/office/powerpoint/2010/main" val="37820380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_Title Subtitle Bo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a:xfrm>
            <a:off x="371475" y="333375"/>
            <a:ext cx="11449050" cy="332399"/>
          </a:xfrm>
        </p:spPr>
        <p:txBody>
          <a:bodyPr vert="horz">
            <a:spAutoFit/>
          </a:bodyPr>
          <a:lstStyle/>
          <a:p>
            <a:r>
              <a:rPr lang="en-US"/>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4" y="1412875"/>
            <a:ext cx="11449049" cy="4824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A5416B4F-CB60-47BF-B943-FF9B5487882C}" type="datetimeyyyy">
              <a:rPr lang="en-US" smtClean="0"/>
              <a:pPr/>
              <a:t>2026</a:t>
            </a:fld>
            <a:r>
              <a:rPr lang="en-US"/>
              <a:t> NTT DATA Business Solutions</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
        <p:nvSpPr>
          <p:cNvPr id="4" name="Text Placeholder 6">
            <a:extLst>
              <a:ext uri="{FF2B5EF4-FFF2-40B4-BE49-F238E27FC236}">
                <a16:creationId xmlns:a16="http://schemas.microsoft.com/office/drawing/2014/main" id="{9E5DDFBC-BBD8-FCF3-FDD5-BDAF7615B10F}"/>
              </a:ext>
            </a:extLst>
          </p:cNvPr>
          <p:cNvSpPr>
            <a:spLocks noGrp="1"/>
          </p:cNvSpPr>
          <p:nvPr>
            <p:ph type="body" sz="quarter" idx="14" hasCustomPrompt="1"/>
          </p:nvPr>
        </p:nvSpPr>
        <p:spPr bwMode="gray">
          <a:xfrm>
            <a:off x="371475" y="728663"/>
            <a:ext cx="11449050" cy="288000"/>
          </a:xfrm>
        </p:spPr>
        <p:txBody>
          <a:bodyPr/>
          <a:lstStyle>
            <a:lvl1pPr>
              <a:lnSpc>
                <a:spcPct val="100000"/>
              </a:lnSpc>
              <a:spcBef>
                <a:spcPts val="0"/>
              </a:spcBef>
              <a:defRPr sz="1800">
                <a:solidFill>
                  <a:schemeClr val="accent1"/>
                </a:solidFill>
              </a:defRPr>
            </a:lvl1pPr>
            <a:lvl2pPr>
              <a:defRPr sz="2000"/>
            </a:lvl2pPr>
            <a:lvl3pPr>
              <a:defRPr sz="2000"/>
            </a:lvl3pPr>
            <a:lvl4pPr>
              <a:defRPr sz="2000"/>
            </a:lvl4pPr>
            <a:lvl5pPr>
              <a:defRPr sz="2000"/>
            </a:lvl5pPr>
          </a:lstStyle>
          <a:p>
            <a:pPr lvl="0"/>
            <a:r>
              <a:rPr lang="en-US"/>
              <a:t>Click to edit Master text styles</a:t>
            </a:r>
          </a:p>
        </p:txBody>
      </p:sp>
      <p:pic>
        <p:nvPicPr>
          <p:cNvPr id="5" name="Grafik 4" descr="NTT DATA Logo">
            <a:extLst>
              <a:ext uri="{FF2B5EF4-FFF2-40B4-BE49-F238E27FC236}">
                <a16:creationId xmlns:a16="http://schemas.microsoft.com/office/drawing/2014/main" id="{09F75B39-E90C-2362-733D-303662EC6EA7}"/>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66997"/>
            <a:ext cx="1288971" cy="262800"/>
          </a:xfrm>
          <a:prstGeom prst="rect">
            <a:avLst/>
          </a:prstGeom>
        </p:spPr>
      </p:pic>
    </p:spTree>
    <p:extLst>
      <p:ext uri="{BB962C8B-B14F-4D97-AF65-F5344CB8AC3E}">
        <p14:creationId xmlns:p14="http://schemas.microsoft.com/office/powerpoint/2010/main" val="40870824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_Blank_Light">
    <p:bg bwMode="gray">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16208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_Blank_Light with footer">
    <p:bg>
      <p:bgPr>
        <a:solidFill>
          <a:schemeClr val="tx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BB093E97-7B76-EAE6-8B05-F60EEDCE94B8}"/>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B88C2D77-769E-40EF-8BC4-8E997C1D12AC}" type="datetimeyyyy">
              <a:rPr lang="en-US" smtClean="0"/>
              <a:pPr/>
              <a:t>2026</a:t>
            </a:fld>
            <a:r>
              <a:rPr lang="en-US"/>
              <a:t> NTT DATA Business Solutions</a:t>
            </a:r>
          </a:p>
        </p:txBody>
      </p:sp>
      <p:sp>
        <p:nvSpPr>
          <p:cNvPr id="4" name="Slide Number Placeholder 5">
            <a:extLst>
              <a:ext uri="{FF2B5EF4-FFF2-40B4-BE49-F238E27FC236}">
                <a16:creationId xmlns:a16="http://schemas.microsoft.com/office/drawing/2014/main" id="{DC15EF50-5A96-90F8-F18A-9D8143A4FF0D}"/>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pic>
        <p:nvPicPr>
          <p:cNvPr id="2" name="Grafik 1" descr="NTT DATA Logo">
            <a:extLst>
              <a:ext uri="{FF2B5EF4-FFF2-40B4-BE49-F238E27FC236}">
                <a16:creationId xmlns:a16="http://schemas.microsoft.com/office/drawing/2014/main" id="{A84A5BCB-5036-D676-EC1B-3BFB2EB140F3}"/>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66997"/>
            <a:ext cx="1288971" cy="262800"/>
          </a:xfrm>
          <a:prstGeom prst="rect">
            <a:avLst/>
          </a:prstGeom>
        </p:spPr>
      </p:pic>
    </p:spTree>
    <p:extLst>
      <p:ext uri="{BB962C8B-B14F-4D97-AF65-F5344CB8AC3E}">
        <p14:creationId xmlns:p14="http://schemas.microsoft.com/office/powerpoint/2010/main" val="5457465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_Picture Full Light">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0077599-73C2-4B77-944D-C34B64F408E3}"/>
              </a:ext>
            </a:extLst>
          </p:cNvPr>
          <p:cNvSpPr>
            <a:spLocks noGrp="1"/>
          </p:cNvSpPr>
          <p:nvPr>
            <p:ph type="pic" sz="quarter" idx="13" hasCustomPrompt="1"/>
          </p:nvPr>
        </p:nvSpPr>
        <p:spPr bwMode="gray">
          <a:xfrm>
            <a:off x="0" y="0"/>
            <a:ext cx="12192000" cy="6858000"/>
          </a:xfrm>
          <a:solidFill>
            <a:schemeClr val="tx1"/>
          </a:solidFill>
        </p:spPr>
        <p:txBody>
          <a:bodyPr anchor="ctr" anchorCtr="0"/>
          <a:lstStyle>
            <a:lvl1pPr algn="ctr">
              <a:defRPr sz="2000">
                <a:solidFill>
                  <a:srgbClr val="0072BC"/>
                </a:solidFill>
              </a:defRPr>
            </a:lvl1pPr>
          </a:lstStyle>
          <a:p>
            <a:r>
              <a:rPr lang="en-US"/>
              <a:t>Click to add picture</a:t>
            </a:r>
          </a:p>
        </p:txBody>
      </p:sp>
      <p:sp>
        <p:nvSpPr>
          <p:cNvPr id="2" name="Title 1">
            <a:extLst>
              <a:ext uri="{FF2B5EF4-FFF2-40B4-BE49-F238E27FC236}">
                <a16:creationId xmlns:a16="http://schemas.microsoft.com/office/drawing/2014/main" id="{08473574-5E40-4F4B-82BD-ECFABA52E2E4}"/>
              </a:ext>
            </a:extLst>
          </p:cNvPr>
          <p:cNvSpPr>
            <a:spLocks noGrp="1"/>
          </p:cNvSpPr>
          <p:nvPr>
            <p:ph type="title" hasCustomPrompt="1"/>
          </p:nvPr>
        </p:nvSpPr>
        <p:spPr bwMode="gray"/>
        <p:txBody>
          <a:bodyPr vert="horz"/>
          <a:lstStyle/>
          <a:p>
            <a:r>
              <a:rPr lang="en-US"/>
              <a:t>Click to edit Master title style</a:t>
            </a:r>
          </a:p>
        </p:txBody>
      </p:sp>
      <p:sp>
        <p:nvSpPr>
          <p:cNvPr id="11" name="Text Placeholder 10">
            <a:extLst>
              <a:ext uri="{FF2B5EF4-FFF2-40B4-BE49-F238E27FC236}">
                <a16:creationId xmlns:a16="http://schemas.microsoft.com/office/drawing/2014/main" id="{8CCAE21C-42ED-4CFD-A1E1-FE234323EC4E}"/>
              </a:ext>
            </a:extLst>
          </p:cNvPr>
          <p:cNvSpPr>
            <a:spLocks noGrp="1"/>
          </p:cNvSpPr>
          <p:nvPr>
            <p:ph type="body" sz="quarter" idx="14" hasCustomPrompt="1"/>
          </p:nvPr>
        </p:nvSpPr>
        <p:spPr bwMode="gray">
          <a:xfrm>
            <a:off x="0" y="5194300"/>
            <a:ext cx="12192000" cy="1663700"/>
          </a:xfr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solidFill>
                  <a:schemeClr val="bg1"/>
                </a:solidFill>
              </a:defRPr>
            </a:lvl1pPr>
          </a:lstStyle>
          <a:p>
            <a:pPr lvl="0"/>
            <a:r>
              <a:rPr lang="en-US"/>
              <a:t>.</a:t>
            </a:r>
          </a:p>
        </p:txBody>
      </p:sp>
      <p:sp>
        <p:nvSpPr>
          <p:cNvPr id="13" name="Footer Placeholder 4">
            <a:extLst>
              <a:ext uri="{FF2B5EF4-FFF2-40B4-BE49-F238E27FC236}">
                <a16:creationId xmlns:a16="http://schemas.microsoft.com/office/drawing/2014/main" id="{55F7F56A-370B-17D8-1574-704076541262}"/>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2026 NTT DATA Business Solutions</a:t>
            </a:r>
          </a:p>
        </p:txBody>
      </p:sp>
      <p:sp>
        <p:nvSpPr>
          <p:cNvPr id="14" name="Slide Number Placeholder 5">
            <a:extLst>
              <a:ext uri="{FF2B5EF4-FFF2-40B4-BE49-F238E27FC236}">
                <a16:creationId xmlns:a16="http://schemas.microsoft.com/office/drawing/2014/main" id="{7E04D86C-67F3-2898-A9B9-7C78B586F28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3" name="NTT DATA Global Logo" descr="NTT DATA Global Logo">
            <a:extLst>
              <a:ext uri="{FF2B5EF4-FFF2-40B4-BE49-F238E27FC236}">
                <a16:creationId xmlns:a16="http://schemas.microsoft.com/office/drawing/2014/main" id="{AAC9A100-4458-748B-AE62-3E3DB5DF4514}"/>
              </a:ext>
            </a:extLst>
          </p:cNvPr>
          <p:cNvSpPr txBox="1">
            <a:spLocks noGrp="1" noRot="1" noChangeAspect="1" noMove="1" noResize="1" noEditPoints="1" noAdjustHandles="1" noChangeArrowheads="1" noChangeShapeType="1"/>
          </p:cNvSpPr>
          <p:nvPr userDrawn="1"/>
        </p:nvSpPr>
        <p:spPr bwMode="gray">
          <a:xfrm>
            <a:off x="10531725" y="6449437"/>
            <a:ext cx="1288800" cy="263108"/>
          </a:xfrm>
          <a:prstGeom prst="rect">
            <a:avLst/>
          </a:prstGeom>
          <a:blipFill dpi="0" rotWithShape="1">
            <a:blip r:embed="rId2"/>
            <a:srcRect/>
            <a:stretch>
              <a:fillRect/>
            </a:stretch>
          </a:blipFill>
        </p:spPr>
        <p:txBody>
          <a:bodyPr wrap="none" lIns="0" tIns="0" rIns="0" bIns="0"/>
          <a:lstStyle>
            <a:lvl1pPr marL="0" indent="0" algn="l" defTabSz="914400" rtl="0" eaLnBrk="1" latinLnBrk="0" hangingPunct="1">
              <a:lnSpc>
                <a:spcPct val="100000"/>
              </a:lnSpc>
              <a:spcBef>
                <a:spcPts val="0"/>
              </a:spcBef>
              <a:spcAft>
                <a:spcPts val="600"/>
              </a:spcAft>
              <a:buFontTx/>
              <a:buNone/>
              <a:defRPr lang="en-US" sz="200" kern="1200">
                <a:solidFill>
                  <a:schemeClr val="accent2"/>
                </a:solidFill>
                <a:latin typeface="+mn-lt"/>
                <a:ea typeface="+mn-ea"/>
                <a:cs typeface="+mn-cs"/>
              </a:defRPr>
            </a:lvl1pPr>
            <a:lvl2pPr marL="285750" indent="-285750" algn="l" defTabSz="914400" rtl="0" eaLnBrk="1" latinLnBrk="0" hangingPunct="1">
              <a:lnSpc>
                <a:spcPct val="100000"/>
              </a:lnSpc>
              <a:spcBef>
                <a:spcPts val="500"/>
              </a:spcBef>
              <a:buClr>
                <a:schemeClr val="bg1"/>
              </a:buClr>
              <a:buFont typeface="Arial" panose="020B0604020202020204" pitchFamily="34" charset="0"/>
              <a:buChar char="•"/>
              <a:defRPr lang="en-US" sz="1800" kern="1200">
                <a:noFill/>
                <a:latin typeface="+mn-lt"/>
                <a:ea typeface="+mn-ea"/>
                <a:cs typeface="+mn-cs"/>
              </a:defRPr>
            </a:lvl2pPr>
            <a:lvl3pPr marL="536575"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3pPr>
            <a:lvl4pPr marL="804863"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4pPr>
            <a:lvl5pPr marL="1077913" indent="-273050"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r>
              <a:rPr lang="en-DE"/>
              <a:t> </a:t>
            </a:r>
          </a:p>
        </p:txBody>
      </p:sp>
    </p:spTree>
    <p:extLst>
      <p:ext uri="{BB962C8B-B14F-4D97-AF65-F5344CB8AC3E}">
        <p14:creationId xmlns:p14="http://schemas.microsoft.com/office/powerpoint/2010/main" val="23229609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_Picture Right Light">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318A9578-38C1-F618-D2D6-E94DBB278B98}"/>
              </a:ext>
            </a:extLst>
          </p:cNvPr>
          <p:cNvSpPr>
            <a:spLocks noGrp="1"/>
          </p:cNvSpPr>
          <p:nvPr>
            <p:ph type="pic" sz="quarter" idx="28" hasCustomPrompt="1"/>
          </p:nvPr>
        </p:nvSpPr>
        <p:spPr bwMode="gray">
          <a:xfrm>
            <a:off x="8153400" y="0"/>
            <a:ext cx="4038600" cy="6858000"/>
          </a:xfrm>
          <a:prstGeom prst="rect">
            <a:avLst/>
          </a:prstGeom>
          <a:solidFill>
            <a:schemeClr val="accent6"/>
          </a:solidFill>
          <a:ln>
            <a:noFill/>
          </a:ln>
        </p:spPr>
        <p:txBody>
          <a:bodyPr tIns="2743200"/>
          <a:lstStyle>
            <a:lvl1pPr marL="0" indent="0" algn="ctr">
              <a:buNone/>
              <a:defRPr sz="2000">
                <a:solidFill>
                  <a:schemeClr val="tx1"/>
                </a:solidFill>
              </a:defRPr>
            </a:lvl1pPr>
          </a:lstStyle>
          <a:p>
            <a:r>
              <a:rPr lang="en-US"/>
              <a:t>Click to add picture</a:t>
            </a:r>
          </a:p>
        </p:txBody>
      </p:sp>
      <p:sp>
        <p:nvSpPr>
          <p:cNvPr id="14" name="Text Placeholder 5">
            <a:extLst>
              <a:ext uri="{FF2B5EF4-FFF2-40B4-BE49-F238E27FC236}">
                <a16:creationId xmlns:a16="http://schemas.microsoft.com/office/drawing/2014/main" id="{B6E0CB35-CBF9-AFA5-830C-F4D86F088977}"/>
              </a:ext>
            </a:extLst>
          </p:cNvPr>
          <p:cNvSpPr>
            <a:spLocks noGrp="1"/>
          </p:cNvSpPr>
          <p:nvPr>
            <p:ph type="body" sz="quarter" idx="29" hasCustomPrompt="1"/>
          </p:nvPr>
        </p:nvSpPr>
        <p:spPr bwMode="gray">
          <a:xfrm>
            <a:off x="8153400" y="5202000"/>
            <a:ext cx="4038600" cy="1656000"/>
          </a:xfrm>
          <a:gradFill>
            <a:gsLst>
              <a:gs pos="0">
                <a:schemeClr val="bg1"/>
              </a:gs>
              <a:gs pos="80000">
                <a:schemeClr val="bg1">
                  <a:alpha val="0"/>
                </a:schemeClr>
              </a:gs>
            </a:gsLst>
            <a:lin ang="16200000" scaled="1"/>
          </a:gradFill>
          <a:ln>
            <a:noFill/>
          </a:ln>
        </p:spPr>
        <p:txBody>
          <a:bodyPr vert="horz" wrap="square" lIns="0" tIns="0" rIns="0" bIns="0" rtlCol="0">
            <a:noAutofit/>
          </a:bodyPr>
          <a:lstStyle>
            <a:lvl1pPr>
              <a:defRPr lang="en-US" sz="100" dirty="0">
                <a:solidFill>
                  <a:schemeClr val="bg1"/>
                </a:solidFill>
              </a:defRPr>
            </a:lvl1pPr>
          </a:lstStyle>
          <a:p>
            <a:pPr lvl="0"/>
            <a:r>
              <a:rPr lang="en-US"/>
              <a:t> </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a:xfrm>
            <a:off x="371475" y="333375"/>
            <a:ext cx="11449050" cy="792000"/>
          </a:xfrm>
        </p:spPr>
        <p:txBody>
          <a:bodyPr vert="horz"/>
          <a:lstStyle/>
          <a:p>
            <a:r>
              <a:rPr lang="en-US"/>
              <a:t>Click to edit Master title style</a:t>
            </a:r>
          </a:p>
        </p:txBody>
      </p:sp>
      <p:sp>
        <p:nvSpPr>
          <p:cNvPr id="4" name="Footer Placeholder 4">
            <a:extLst>
              <a:ext uri="{FF2B5EF4-FFF2-40B4-BE49-F238E27FC236}">
                <a16:creationId xmlns:a16="http://schemas.microsoft.com/office/drawing/2014/main" id="{CE3B8E11-1E99-8E14-7DC2-2A5585E8FA2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B10374A0-9588-49F2-89A8-5033A4C269FC}" type="datetimeyyyy">
              <a:rPr lang="en-US" smtClean="0"/>
              <a:pPr/>
              <a:t>2026</a:t>
            </a:fld>
            <a:r>
              <a:rPr lang="en-US"/>
              <a:t> NTT DATA Business Solutions</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
        <p:nvSpPr>
          <p:cNvPr id="7" name="Textplatzhalter 6">
            <a:extLst>
              <a:ext uri="{FF2B5EF4-FFF2-40B4-BE49-F238E27FC236}">
                <a16:creationId xmlns:a16="http://schemas.microsoft.com/office/drawing/2014/main" id="{123A48BA-9053-57A9-84AD-74E47A8839EE}"/>
              </a:ext>
            </a:extLst>
          </p:cNvPr>
          <p:cNvSpPr>
            <a:spLocks noGrp="1" noRot="1" noMove="1" noResize="1" noEditPoints="1" noAdjustHandles="1" noChangeArrowheads="1" noChangeShapeType="1"/>
          </p:cNvSpPr>
          <p:nvPr>
            <p:ph type="body" sz="quarter" idx="30" hasCustomPrompt="1"/>
          </p:nvPr>
        </p:nvSpPr>
        <p:spPr bwMode="gray">
          <a:xfrm>
            <a:off x="10531725" y="6449745"/>
            <a:ext cx="1288800" cy="262800"/>
          </a:xfrm>
          <a:blipFill>
            <a:blip r:embed="rId2"/>
            <a:stretch>
              <a:fillRect/>
            </a:stretch>
          </a:blipFill>
        </p:spPr>
        <p:txBody>
          <a:bodyPr/>
          <a:lstStyle>
            <a:lvl1pPr>
              <a:defRPr/>
            </a:lvl1pPr>
          </a:lstStyle>
          <a:p>
            <a:pPr lvl="0"/>
            <a:r>
              <a:rPr lang="de-DE"/>
              <a:t> </a:t>
            </a:r>
            <a:endParaRPr lang="en-GB"/>
          </a:p>
        </p:txBody>
      </p:sp>
    </p:spTree>
    <p:extLst>
      <p:ext uri="{BB962C8B-B14F-4D97-AF65-F5344CB8AC3E}">
        <p14:creationId xmlns:p14="http://schemas.microsoft.com/office/powerpoint/2010/main" val="9610698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_Picture Left Light">
    <p:spTree>
      <p:nvGrpSpPr>
        <p:cNvPr id="1" name=""/>
        <p:cNvGrpSpPr/>
        <p:nvPr/>
      </p:nvGrpSpPr>
      <p:grpSpPr>
        <a:xfrm>
          <a:off x="0" y="0"/>
          <a:ext cx="0" cy="0"/>
          <a:chOff x="0" y="0"/>
          <a:chExt cx="0" cy="0"/>
        </a:xfrm>
      </p:grpSpPr>
      <p:sp>
        <p:nvSpPr>
          <p:cNvPr id="8" name="Picture Placeholder 4">
            <a:extLst>
              <a:ext uri="{FF2B5EF4-FFF2-40B4-BE49-F238E27FC236}">
                <a16:creationId xmlns:a16="http://schemas.microsoft.com/office/drawing/2014/main" id="{7F7A191D-6071-E779-7F2E-34886D0882B7}"/>
              </a:ext>
            </a:extLst>
          </p:cNvPr>
          <p:cNvSpPr>
            <a:spLocks noGrp="1"/>
          </p:cNvSpPr>
          <p:nvPr>
            <p:ph type="pic" sz="quarter" idx="12" hasCustomPrompt="1"/>
          </p:nvPr>
        </p:nvSpPr>
        <p:spPr bwMode="gray">
          <a:xfrm>
            <a:off x="0" y="0"/>
            <a:ext cx="4038600" cy="6858000"/>
          </a:xfrm>
          <a:prstGeom prst="rect">
            <a:avLst/>
          </a:prstGeom>
          <a:solidFill>
            <a:schemeClr val="accent6"/>
          </a:solidFill>
        </p:spPr>
        <p:txBody>
          <a:bodyPr tIns="2743200"/>
          <a:lstStyle>
            <a:lvl1pPr marL="0" indent="0" algn="ctr">
              <a:buNone/>
              <a:defRPr sz="2000">
                <a:solidFill>
                  <a:schemeClr val="tx1"/>
                </a:solidFill>
              </a:defRPr>
            </a:lvl1pPr>
          </a:lstStyle>
          <a:p>
            <a:r>
              <a:rPr lang="en-US"/>
              <a:t>Click to add picture</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a:xfrm>
            <a:off x="4495799" y="333375"/>
            <a:ext cx="7324725" cy="792000"/>
          </a:xfrm>
        </p:spPr>
        <p:txBody>
          <a:bodyPr vert="horz"/>
          <a:lstStyle/>
          <a:p>
            <a:r>
              <a:rPr lang="en-US"/>
              <a:t>Click to edit Master title style</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7777162"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
        <p:nvSpPr>
          <p:cNvPr id="11" name="Text Placeholder 5">
            <a:extLst>
              <a:ext uri="{FF2B5EF4-FFF2-40B4-BE49-F238E27FC236}">
                <a16:creationId xmlns:a16="http://schemas.microsoft.com/office/drawing/2014/main" id="{A5DF90C5-2F99-EF32-CBEA-23287BDE2447}"/>
              </a:ext>
            </a:extLst>
          </p:cNvPr>
          <p:cNvSpPr>
            <a:spLocks noGrp="1"/>
          </p:cNvSpPr>
          <p:nvPr>
            <p:ph type="body" sz="quarter" idx="27" hasCustomPrompt="1"/>
          </p:nvPr>
        </p:nvSpPr>
        <p:spPr bwMode="gray">
          <a:xfrm>
            <a:off x="0" y="5202000"/>
            <a:ext cx="4038600" cy="1656000"/>
          </a:xfr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solidFill>
                  <a:schemeClr val="bg1"/>
                </a:solidFill>
              </a:defRPr>
            </a:lvl1pPr>
          </a:lstStyle>
          <a:p>
            <a:pPr lvl="0"/>
            <a:r>
              <a:rPr lang="en-US"/>
              <a:t> </a:t>
            </a:r>
          </a:p>
        </p:txBody>
      </p:sp>
      <p:sp>
        <p:nvSpPr>
          <p:cNvPr id="9" name="Footer Placeholder 4">
            <a:extLst>
              <a:ext uri="{FF2B5EF4-FFF2-40B4-BE49-F238E27FC236}">
                <a16:creationId xmlns:a16="http://schemas.microsoft.com/office/drawing/2014/main" id="{0E1D6E42-CF16-1247-063C-E673C2660B10}"/>
              </a:ext>
            </a:extLst>
          </p:cNvPr>
          <p:cNvSpPr>
            <a:spLocks noGrp="1"/>
          </p:cNvSpPr>
          <p:nvPr>
            <p:ph type="ftr" sz="quarter" idx="3"/>
          </p:nvPr>
        </p:nvSpPr>
        <p:spPr bwMode="gray">
          <a:xfrm>
            <a:off x="4495800" y="6563358"/>
            <a:ext cx="3202940"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C37A901C-85D6-49E6-8DB8-8BC19CDF54E3}" type="datetimeyyyy">
              <a:rPr lang="en-US" smtClean="0"/>
              <a:pPr/>
              <a:t>2026</a:t>
            </a:fld>
            <a:r>
              <a:rPr lang="en-US"/>
              <a:t> NTT DATA Business Solutions</a:t>
            </a:r>
          </a:p>
        </p:txBody>
      </p:sp>
      <p:pic>
        <p:nvPicPr>
          <p:cNvPr id="2" name="Grafik 1" descr="NTT DATA Logo">
            <a:extLst>
              <a:ext uri="{FF2B5EF4-FFF2-40B4-BE49-F238E27FC236}">
                <a16:creationId xmlns:a16="http://schemas.microsoft.com/office/drawing/2014/main" id="{3C7F81EE-B786-2FB8-3729-E042CEDCA955}"/>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66997"/>
            <a:ext cx="1288971" cy="262800"/>
          </a:xfrm>
          <a:prstGeom prst="rect">
            <a:avLst/>
          </a:prstGeom>
        </p:spPr>
      </p:pic>
    </p:spTree>
    <p:extLst>
      <p:ext uri="{BB962C8B-B14F-4D97-AF65-F5344CB8AC3E}">
        <p14:creationId xmlns:p14="http://schemas.microsoft.com/office/powerpoint/2010/main" val="37796287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_Picture Bottom Light">
    <p:spTree>
      <p:nvGrpSpPr>
        <p:cNvPr id="1" name=""/>
        <p:cNvGrpSpPr/>
        <p:nvPr/>
      </p:nvGrpSpPr>
      <p:grpSpPr>
        <a:xfrm>
          <a:off x="0" y="0"/>
          <a:ext cx="0" cy="0"/>
          <a:chOff x="0" y="0"/>
          <a:chExt cx="0" cy="0"/>
        </a:xfrm>
      </p:grpSpPr>
      <p:sp>
        <p:nvSpPr>
          <p:cNvPr id="6" name="Picture Placeholder 4">
            <a:extLst>
              <a:ext uri="{FF2B5EF4-FFF2-40B4-BE49-F238E27FC236}">
                <a16:creationId xmlns:a16="http://schemas.microsoft.com/office/drawing/2014/main" id="{64ED725C-5701-90B3-92A2-BAE98517DD4F}"/>
              </a:ext>
            </a:extLst>
          </p:cNvPr>
          <p:cNvSpPr>
            <a:spLocks noGrp="1"/>
          </p:cNvSpPr>
          <p:nvPr>
            <p:ph type="pic" sz="quarter" idx="13" hasCustomPrompt="1"/>
          </p:nvPr>
        </p:nvSpPr>
        <p:spPr bwMode="gray">
          <a:xfrm>
            <a:off x="0" y="3352800"/>
            <a:ext cx="12192000" cy="3509682"/>
          </a:xfrm>
          <a:prstGeom prst="rect">
            <a:avLst/>
          </a:prstGeom>
          <a:solidFill>
            <a:schemeClr val="accent6">
              <a:lumMod val="60000"/>
              <a:lumOff val="40000"/>
            </a:schemeClr>
          </a:solidFill>
        </p:spPr>
        <p:txBody>
          <a:bodyPr lIns="0" tIns="0" rIns="0" bIns="0" anchor="ctr"/>
          <a:lstStyle>
            <a:lvl1pPr marL="0" indent="0" algn="ctr">
              <a:buFontTx/>
              <a:buNone/>
              <a:defRPr sz="2400">
                <a:solidFill>
                  <a:schemeClr val="tx2"/>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a:t>
            </a:r>
            <a:br>
              <a:rPr lang="en-US"/>
            </a:br>
            <a:r>
              <a:rPr lang="en-US"/>
              <a:t>Then Reorder: Send to back</a:t>
            </a:r>
          </a:p>
        </p:txBody>
      </p:sp>
      <p:sp>
        <p:nvSpPr>
          <p:cNvPr id="16" name="Text Placeholder 5">
            <a:extLst>
              <a:ext uri="{FF2B5EF4-FFF2-40B4-BE49-F238E27FC236}">
                <a16:creationId xmlns:a16="http://schemas.microsoft.com/office/drawing/2014/main" id="{D008BF2A-3887-409B-2567-9779543E991D}"/>
              </a:ext>
            </a:extLst>
          </p:cNvPr>
          <p:cNvSpPr>
            <a:spLocks noGrp="1"/>
          </p:cNvSpPr>
          <p:nvPr>
            <p:ph type="body" sz="quarter" idx="27" hasCustomPrompt="1"/>
          </p:nvPr>
        </p:nvSpPr>
        <p:spPr bwMode="gray">
          <a:xfrm>
            <a:off x="0" y="5202000"/>
            <a:ext cx="12192000" cy="1656000"/>
          </a:xfr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solidFill>
                  <a:schemeClr val="bg1"/>
                </a:solidFill>
              </a:defRPr>
            </a:lvl1pPr>
          </a:lstStyle>
          <a:p>
            <a:pPr lvl="0"/>
            <a:r>
              <a:rPr lang="en-US"/>
              <a:t> </a:t>
            </a:r>
          </a:p>
        </p:txBody>
      </p:sp>
      <p:sp>
        <p:nvSpPr>
          <p:cNvPr id="10" name="Footer Placeholder 4">
            <a:extLst>
              <a:ext uri="{FF2B5EF4-FFF2-40B4-BE49-F238E27FC236}">
                <a16:creationId xmlns:a16="http://schemas.microsoft.com/office/drawing/2014/main" id="{87A8D542-4123-5D52-32A8-5A10FF2E7D6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BFCE6054-0620-4EC7-B251-A83F474EBDE9}" type="datetimeyyyy">
              <a:rPr lang="en-US" smtClean="0"/>
              <a:pPr/>
              <a:t>2026</a:t>
            </a:fld>
            <a:r>
              <a:rPr lang="en-US"/>
              <a:t> NTT DATA Business Solutions</a:t>
            </a:r>
          </a:p>
        </p:txBody>
      </p:sp>
      <p:sp>
        <p:nvSpPr>
          <p:cNvPr id="15" name="Slide Number Placeholder 5">
            <a:extLst>
              <a:ext uri="{FF2B5EF4-FFF2-40B4-BE49-F238E27FC236}">
                <a16:creationId xmlns:a16="http://schemas.microsoft.com/office/drawing/2014/main" id="{3F919FBB-9A4E-7FAD-B0F2-5D660792C32E}"/>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18" name="Title 5">
            <a:extLst>
              <a:ext uri="{FF2B5EF4-FFF2-40B4-BE49-F238E27FC236}">
                <a16:creationId xmlns:a16="http://schemas.microsoft.com/office/drawing/2014/main" id="{685F5729-4D42-77C1-FCC6-A3E027B0D91F}"/>
              </a:ext>
            </a:extLst>
          </p:cNvPr>
          <p:cNvSpPr>
            <a:spLocks noGrp="1"/>
          </p:cNvSpPr>
          <p:nvPr>
            <p:ph type="title" hasCustomPrompt="1"/>
          </p:nvPr>
        </p:nvSpPr>
        <p:spPr bwMode="gray">
          <a:xfrm>
            <a:off x="371475" y="333375"/>
            <a:ext cx="11449050" cy="792000"/>
          </a:xfrm>
        </p:spPr>
        <p:txBody>
          <a:bodyPr vert="horz"/>
          <a:lstStyle/>
          <a:p>
            <a:r>
              <a:rPr lang="en-US"/>
              <a:t>Click to edit Master title style</a:t>
            </a:r>
          </a:p>
        </p:txBody>
      </p:sp>
      <p:sp>
        <p:nvSpPr>
          <p:cNvPr id="3" name="Textplatzhalter 6">
            <a:extLst>
              <a:ext uri="{FF2B5EF4-FFF2-40B4-BE49-F238E27FC236}">
                <a16:creationId xmlns:a16="http://schemas.microsoft.com/office/drawing/2014/main" id="{3332E3DA-1D9C-AE98-90B7-99F86957B3D1}"/>
              </a:ext>
            </a:extLst>
          </p:cNvPr>
          <p:cNvSpPr>
            <a:spLocks noGrp="1" noRot="1" noMove="1" noResize="1" noEditPoints="1" noAdjustHandles="1" noChangeArrowheads="1" noChangeShapeType="1"/>
          </p:cNvSpPr>
          <p:nvPr>
            <p:ph type="body" sz="quarter" idx="30" hasCustomPrompt="1"/>
          </p:nvPr>
        </p:nvSpPr>
        <p:spPr bwMode="gray">
          <a:xfrm>
            <a:off x="10531725" y="6449745"/>
            <a:ext cx="1288800" cy="262800"/>
          </a:xfrm>
          <a:blipFill>
            <a:blip r:embed="rId2"/>
            <a:stretch>
              <a:fillRect/>
            </a:stretch>
          </a:blipFill>
        </p:spPr>
        <p:txBody>
          <a:bodyPr/>
          <a:lstStyle>
            <a:lvl1pPr>
              <a:defRPr/>
            </a:lvl1pPr>
          </a:lstStyle>
          <a:p>
            <a:pPr lvl="0"/>
            <a:r>
              <a:rPr lang="de-DE"/>
              <a:t> </a:t>
            </a:r>
            <a:endParaRPr lang="en-GB"/>
          </a:p>
        </p:txBody>
      </p:sp>
    </p:spTree>
    <p:extLst>
      <p:ext uri="{BB962C8B-B14F-4D97-AF65-F5344CB8AC3E}">
        <p14:creationId xmlns:p14="http://schemas.microsoft.com/office/powerpoint/2010/main" val="18330913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_Pictures Three Ligh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799AD32-EACB-40FD-ACFA-9178E8D00357}"/>
              </a:ext>
            </a:extLst>
          </p:cNvPr>
          <p:cNvSpPr>
            <a:spLocks noGrp="1"/>
          </p:cNvSpPr>
          <p:nvPr>
            <p:ph type="pic" sz="quarter" idx="13" hasCustomPrompt="1"/>
          </p:nvPr>
        </p:nvSpPr>
        <p:spPr bwMode="gray">
          <a:xfrm>
            <a:off x="1" y="1412875"/>
            <a:ext cx="4015999" cy="2772000"/>
          </a:xfrm>
          <a:solidFill>
            <a:schemeClr val="accent6"/>
          </a:solidFill>
        </p:spPr>
        <p:txBody>
          <a:bodyPr anchor="ctr" anchorCtr="0"/>
          <a:lstStyle>
            <a:lvl1pPr algn="ctr">
              <a:defRPr sz="2000">
                <a:solidFill>
                  <a:schemeClr val="bg1"/>
                </a:solidFill>
              </a:defRPr>
            </a:lvl1pPr>
          </a:lstStyle>
          <a:p>
            <a:r>
              <a:rPr lang="en-US"/>
              <a:t>Click icon to add picture</a:t>
            </a:r>
          </a:p>
        </p:txBody>
      </p:sp>
      <p:sp>
        <p:nvSpPr>
          <p:cNvPr id="8" name="Picture Placeholder 6">
            <a:extLst>
              <a:ext uri="{FF2B5EF4-FFF2-40B4-BE49-F238E27FC236}">
                <a16:creationId xmlns:a16="http://schemas.microsoft.com/office/drawing/2014/main" id="{C73D5620-2B8C-49E1-ADF3-9ADE2BF3BA3C}"/>
              </a:ext>
            </a:extLst>
          </p:cNvPr>
          <p:cNvSpPr>
            <a:spLocks noGrp="1"/>
          </p:cNvSpPr>
          <p:nvPr>
            <p:ph type="pic" sz="quarter" idx="14" hasCustomPrompt="1"/>
          </p:nvPr>
        </p:nvSpPr>
        <p:spPr bwMode="gray">
          <a:xfrm>
            <a:off x="4088000" y="1412875"/>
            <a:ext cx="4015999" cy="2772000"/>
          </a:xfrm>
          <a:solidFill>
            <a:schemeClr val="accent6"/>
          </a:solidFill>
        </p:spPr>
        <p:txBody>
          <a:bodyPr anchor="ctr" anchorCtr="0"/>
          <a:lstStyle>
            <a:lvl1pPr algn="ctr">
              <a:defRPr sz="2000">
                <a:solidFill>
                  <a:schemeClr val="bg1"/>
                </a:solidFill>
              </a:defRPr>
            </a:lvl1pPr>
          </a:lstStyle>
          <a:p>
            <a:r>
              <a:rPr lang="en-US"/>
              <a:t>Click icon to add picture</a:t>
            </a:r>
          </a:p>
        </p:txBody>
      </p:sp>
      <p:sp>
        <p:nvSpPr>
          <p:cNvPr id="9" name="Picture Placeholder 6">
            <a:extLst>
              <a:ext uri="{FF2B5EF4-FFF2-40B4-BE49-F238E27FC236}">
                <a16:creationId xmlns:a16="http://schemas.microsoft.com/office/drawing/2014/main" id="{A31D45D1-5334-4DD5-8154-DAD52B3C3972}"/>
              </a:ext>
            </a:extLst>
          </p:cNvPr>
          <p:cNvSpPr>
            <a:spLocks noGrp="1"/>
          </p:cNvSpPr>
          <p:nvPr>
            <p:ph type="pic" sz="quarter" idx="15" hasCustomPrompt="1"/>
          </p:nvPr>
        </p:nvSpPr>
        <p:spPr bwMode="gray">
          <a:xfrm>
            <a:off x="8175999" y="1412875"/>
            <a:ext cx="4015999" cy="2772000"/>
          </a:xfrm>
          <a:solidFill>
            <a:schemeClr val="accent6"/>
          </a:solidFill>
        </p:spPr>
        <p:txBody>
          <a:bodyPr anchor="ctr" anchorCtr="0"/>
          <a:lstStyle>
            <a:lvl1pPr algn="ctr">
              <a:defRPr sz="2000">
                <a:solidFill>
                  <a:schemeClr val="bg1"/>
                </a:solidFill>
              </a:defRPr>
            </a:lvl1pPr>
          </a:lstStyle>
          <a:p>
            <a:r>
              <a:rPr lang="en-US"/>
              <a:t>Click icon to add picture</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p:txBody>
          <a:bodyPr vert="horz"/>
          <a:lstStyle/>
          <a:p>
            <a:r>
              <a:rPr lang="en-US"/>
              <a:t>Click to edit Master title style</a:t>
            </a:r>
          </a:p>
        </p:txBody>
      </p:sp>
      <p:sp>
        <p:nvSpPr>
          <p:cNvPr id="4" name="Footer Placeholder 4">
            <a:extLst>
              <a:ext uri="{FF2B5EF4-FFF2-40B4-BE49-F238E27FC236}">
                <a16:creationId xmlns:a16="http://schemas.microsoft.com/office/drawing/2014/main" id="{CE3B8E11-1E99-8E14-7DC2-2A5585E8FA2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9BDEE66D-A942-4D23-8988-8A9C42147FAB}" type="datetimeyyyy">
              <a:rPr lang="en-US" smtClean="0"/>
              <a:pPr/>
              <a:t>2026</a:t>
            </a:fld>
            <a:r>
              <a:rPr lang="en-US"/>
              <a:t> NTT DATA Business Solutions</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
        <p:nvSpPr>
          <p:cNvPr id="11" name="Textplatzhalter 13">
            <a:extLst>
              <a:ext uri="{FF2B5EF4-FFF2-40B4-BE49-F238E27FC236}">
                <a16:creationId xmlns:a16="http://schemas.microsoft.com/office/drawing/2014/main" id="{37810C3F-8126-9187-298C-78C18E4DEC1A}"/>
              </a:ext>
            </a:extLst>
          </p:cNvPr>
          <p:cNvSpPr>
            <a:spLocks noGrp="1"/>
          </p:cNvSpPr>
          <p:nvPr>
            <p:ph type="body" sz="quarter" idx="16"/>
          </p:nvPr>
        </p:nvSpPr>
        <p:spPr bwMode="gray">
          <a:xfrm>
            <a:off x="371475" y="4378960"/>
            <a:ext cx="3657600" cy="18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platzhalter 13">
            <a:extLst>
              <a:ext uri="{FF2B5EF4-FFF2-40B4-BE49-F238E27FC236}">
                <a16:creationId xmlns:a16="http://schemas.microsoft.com/office/drawing/2014/main" id="{9362F217-E245-B1E7-6E7D-C2737EF5C818}"/>
              </a:ext>
            </a:extLst>
          </p:cNvPr>
          <p:cNvSpPr>
            <a:spLocks noGrp="1"/>
          </p:cNvSpPr>
          <p:nvPr>
            <p:ph type="body" sz="quarter" idx="17"/>
          </p:nvPr>
        </p:nvSpPr>
        <p:spPr bwMode="gray">
          <a:xfrm>
            <a:off x="4267201" y="4378960"/>
            <a:ext cx="3657600" cy="18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platzhalter 13">
            <a:extLst>
              <a:ext uri="{FF2B5EF4-FFF2-40B4-BE49-F238E27FC236}">
                <a16:creationId xmlns:a16="http://schemas.microsoft.com/office/drawing/2014/main" id="{08BFE69C-6456-64E6-6838-D713604E3E3E}"/>
              </a:ext>
            </a:extLst>
          </p:cNvPr>
          <p:cNvSpPr>
            <a:spLocks noGrp="1"/>
          </p:cNvSpPr>
          <p:nvPr>
            <p:ph type="body" sz="quarter" idx="18"/>
          </p:nvPr>
        </p:nvSpPr>
        <p:spPr bwMode="gray">
          <a:xfrm>
            <a:off x="8162925" y="4378960"/>
            <a:ext cx="3657600" cy="18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Grafik 1" descr="NTT DATA Logo">
            <a:extLst>
              <a:ext uri="{FF2B5EF4-FFF2-40B4-BE49-F238E27FC236}">
                <a16:creationId xmlns:a16="http://schemas.microsoft.com/office/drawing/2014/main" id="{EE5C3873-EA9A-EDF2-2B96-1E66E7564FC0}"/>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66997"/>
            <a:ext cx="1288971" cy="262800"/>
          </a:xfrm>
          <a:prstGeom prst="rect">
            <a:avLst/>
          </a:prstGeom>
        </p:spPr>
      </p:pic>
    </p:spTree>
    <p:extLst>
      <p:ext uri="{BB962C8B-B14F-4D97-AF65-F5344CB8AC3E}">
        <p14:creationId xmlns:p14="http://schemas.microsoft.com/office/powerpoint/2010/main" val="40164461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_Picture Collection Light">
    <p:spTree>
      <p:nvGrpSpPr>
        <p:cNvPr id="1" name=""/>
        <p:cNvGrpSpPr/>
        <p:nvPr/>
      </p:nvGrpSpPr>
      <p:grpSpPr>
        <a:xfrm>
          <a:off x="0" y="0"/>
          <a:ext cx="0" cy="0"/>
          <a:chOff x="0" y="0"/>
          <a:chExt cx="0" cy="0"/>
        </a:xfrm>
      </p:grpSpPr>
      <p:sp>
        <p:nvSpPr>
          <p:cNvPr id="28" name="Picture Placeholder 25">
            <a:extLst>
              <a:ext uri="{C183D7F6-B498-43B3-948B-1728B52AA6E4}">
                <adec:decorative xmlns:adec="http://schemas.microsoft.com/office/drawing/2017/decorative" val="1"/>
              </a:ext>
            </a:extLst>
          </p:cNvPr>
          <p:cNvSpPr>
            <a:spLocks noGrp="1"/>
          </p:cNvSpPr>
          <p:nvPr>
            <p:ph type="pic" sz="quarter" idx="22" hasCustomPrompt="1"/>
          </p:nvPr>
        </p:nvSpPr>
        <p:spPr bwMode="gray">
          <a:xfrm>
            <a:off x="3884852" y="3987605"/>
            <a:ext cx="5371357" cy="2249683"/>
          </a:xfrm>
          <a:prstGeom prst="roundRect">
            <a:avLst>
              <a:gd name="adj" fmla="val 0"/>
            </a:avLst>
          </a:prstGeom>
          <a:solidFill>
            <a:schemeClr val="bg2"/>
          </a:solidFill>
          <a:ln w="3175" cmpd="sng">
            <a:noFill/>
          </a:ln>
          <a:effectLst/>
        </p:spPr>
        <p:txBody>
          <a:bodyPr vert="horz" lIns="91440" tIns="45720" rIns="91440" bIns="45720" rtlCol="0" anchor="ctr" anchorCtr="0">
            <a:normAutofit/>
          </a:bodyPr>
          <a:lstStyle>
            <a:lvl1pPr marL="0" indent="0" algn="ctr" defTabSz="1219170" rtl="0" eaLnBrk="1" latinLnBrk="0" hangingPunct="1">
              <a:lnSpc>
                <a:spcPct val="95000"/>
              </a:lnSpc>
              <a:spcBef>
                <a:spcPts val="1920"/>
              </a:spcBef>
              <a:buClr>
                <a:srgbClr val="92D050"/>
              </a:buClr>
              <a:buSzPct val="90000"/>
              <a:buFont typeface="Arial" pitchFamily="34" charset="0"/>
              <a:buNone/>
              <a:tabLst/>
              <a:defRPr lang="en-US" sz="2667" kern="1200" dirty="0">
                <a:solidFill>
                  <a:schemeClr val="tx1"/>
                </a:solidFill>
                <a:latin typeface="+mn-lt"/>
                <a:ea typeface="+mn-ea"/>
                <a:cs typeface="+mn-cs"/>
              </a:defRPr>
            </a:lvl1pPr>
          </a:lstStyle>
          <a:p>
            <a:r>
              <a:rPr lang="en-US"/>
              <a:t>Insert photo here</a:t>
            </a:r>
          </a:p>
        </p:txBody>
      </p:sp>
      <p:sp>
        <p:nvSpPr>
          <p:cNvPr id="13" name="Rounded Rectangle 12">
            <a:extLst>
              <a:ext uri="{C183D7F6-B498-43B3-948B-1728B52AA6E4}">
                <adec:decorative xmlns:adec="http://schemas.microsoft.com/office/drawing/2017/decorative" val="1"/>
              </a:ext>
            </a:extLst>
          </p:cNvPr>
          <p:cNvSpPr/>
          <p:nvPr userDrawn="1"/>
        </p:nvSpPr>
        <p:spPr bwMode="gray">
          <a:xfrm>
            <a:off x="9349318" y="2163386"/>
            <a:ext cx="2484125" cy="2675053"/>
          </a:xfrm>
          <a:prstGeom prst="roundRect">
            <a:avLst>
              <a:gd name="adj" fmla="val 0"/>
            </a:avLst>
          </a:pr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accent1"/>
              </a:solidFill>
              <a:latin typeface="+mn-lt"/>
            </a:endParaRPr>
          </a:p>
        </p:txBody>
      </p:sp>
      <p:sp>
        <p:nvSpPr>
          <p:cNvPr id="6" name="Picture Placeholder 25">
            <a:extLst>
              <a:ext uri="{C183D7F6-B498-43B3-948B-1728B52AA6E4}">
                <adec:decorative xmlns:adec="http://schemas.microsoft.com/office/drawing/2017/decorative" val="1"/>
              </a:ext>
            </a:extLst>
          </p:cNvPr>
          <p:cNvSpPr>
            <a:spLocks noGrp="1"/>
          </p:cNvSpPr>
          <p:nvPr>
            <p:ph type="pic" sz="quarter" idx="10" hasCustomPrompt="1"/>
          </p:nvPr>
        </p:nvSpPr>
        <p:spPr bwMode="gray">
          <a:xfrm>
            <a:off x="371475" y="333373"/>
            <a:ext cx="4419959" cy="3547536"/>
          </a:xfrm>
          <a:prstGeom prst="roundRect">
            <a:avLst>
              <a:gd name="adj" fmla="val 0"/>
            </a:avLst>
          </a:prstGeom>
          <a:solidFill>
            <a:schemeClr val="bg2"/>
          </a:solidFill>
          <a:ln>
            <a:noFill/>
          </a:ln>
          <a:effectLst/>
        </p:spPr>
        <p:txBody>
          <a:bodyPr vert="horz" lIns="91440" tIns="45720" rIns="91440" bIns="45720" rtlCol="0" anchor="ctr" anchorCtr="0">
            <a:normAutofit/>
          </a:bodyPr>
          <a:lstStyle>
            <a:lvl1pPr marL="0" indent="0" algn="ctr" defTabSz="1219170" rtl="0" eaLnBrk="1" latinLnBrk="0" hangingPunct="1">
              <a:lnSpc>
                <a:spcPct val="100000"/>
              </a:lnSpc>
              <a:spcBef>
                <a:spcPts val="1920"/>
              </a:spcBef>
              <a:buClr>
                <a:srgbClr val="92D050"/>
              </a:buClr>
              <a:buSzPct val="90000"/>
              <a:buFont typeface="Arial" pitchFamily="34" charset="0"/>
              <a:buNone/>
              <a:tabLst/>
              <a:defRPr lang="en-US" sz="2667" kern="1200" dirty="0">
                <a:solidFill>
                  <a:schemeClr val="tx1"/>
                </a:solidFill>
                <a:latin typeface="+mn-lt"/>
                <a:ea typeface="+mn-ea"/>
                <a:cs typeface="+mn-cs"/>
              </a:defRPr>
            </a:lvl1pPr>
          </a:lstStyle>
          <a:p>
            <a:r>
              <a:rPr lang="en-US"/>
              <a:t>Insert photo here</a:t>
            </a:r>
          </a:p>
        </p:txBody>
      </p:sp>
      <p:sp>
        <p:nvSpPr>
          <p:cNvPr id="14" name="Picture Placeholder 25">
            <a:extLst>
              <a:ext uri="{C183D7F6-B498-43B3-948B-1728B52AA6E4}">
                <adec:decorative xmlns:adec="http://schemas.microsoft.com/office/drawing/2017/decorative" val="1"/>
              </a:ext>
            </a:extLst>
          </p:cNvPr>
          <p:cNvSpPr>
            <a:spLocks noGrp="1"/>
          </p:cNvSpPr>
          <p:nvPr>
            <p:ph type="pic" sz="quarter" idx="15" hasCustomPrompt="1"/>
          </p:nvPr>
        </p:nvSpPr>
        <p:spPr bwMode="gray">
          <a:xfrm>
            <a:off x="9349318" y="2140170"/>
            <a:ext cx="2448000" cy="2680693"/>
          </a:xfrm>
          <a:prstGeom prst="roundRect">
            <a:avLst>
              <a:gd name="adj" fmla="val 0"/>
            </a:avLst>
          </a:prstGeom>
          <a:solidFill>
            <a:schemeClr val="bg2"/>
          </a:solidFill>
          <a:ln w="3175" cmpd="sng">
            <a:noFill/>
          </a:ln>
          <a:effectLst/>
        </p:spPr>
        <p:txBody>
          <a:bodyPr vert="horz" lIns="91440" tIns="45720" rIns="91440" bIns="45720" rtlCol="0" anchor="ctr" anchorCtr="0">
            <a:normAutofit/>
          </a:bodyPr>
          <a:lstStyle>
            <a:lvl1pPr marL="0" indent="0" algn="ctr" defTabSz="1219170" rtl="0" eaLnBrk="1" latinLnBrk="0" hangingPunct="1">
              <a:lnSpc>
                <a:spcPct val="100000"/>
              </a:lnSpc>
              <a:spcBef>
                <a:spcPts val="1920"/>
              </a:spcBef>
              <a:buClr>
                <a:srgbClr val="92D050"/>
              </a:buClr>
              <a:buSzPct val="90000"/>
              <a:buFont typeface="Arial" pitchFamily="34" charset="0"/>
              <a:buNone/>
              <a:tabLst/>
              <a:defRPr lang="en-US" sz="2667" kern="1200" dirty="0">
                <a:solidFill>
                  <a:schemeClr val="tx1"/>
                </a:solidFill>
                <a:latin typeface="+mn-lt"/>
                <a:ea typeface="+mn-ea"/>
                <a:cs typeface="+mn-cs"/>
              </a:defRPr>
            </a:lvl1pPr>
          </a:lstStyle>
          <a:p>
            <a:r>
              <a:rPr lang="en-US"/>
              <a:t>Insert photo here</a:t>
            </a:r>
          </a:p>
        </p:txBody>
      </p:sp>
      <p:sp>
        <p:nvSpPr>
          <p:cNvPr id="29" name="Text Placeholder 4"/>
          <p:cNvSpPr>
            <a:spLocks noGrp="1"/>
          </p:cNvSpPr>
          <p:nvPr>
            <p:ph type="body" sz="quarter" idx="23" hasCustomPrompt="1"/>
          </p:nvPr>
        </p:nvSpPr>
        <p:spPr bwMode="gray">
          <a:xfrm>
            <a:off x="371475" y="2422522"/>
            <a:ext cx="4419959" cy="1458387"/>
          </a:xfrm>
          <a:prstGeom prst="roundRect">
            <a:avLst>
              <a:gd name="adj" fmla="val 0"/>
            </a:avLst>
          </a:prstGeom>
          <a:noFill/>
          <a:ln>
            <a:noFill/>
          </a:ln>
          <a:effectLst/>
        </p:spPr>
        <p:txBody>
          <a:bodyPr anchor="t" anchorCtr="0"/>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19" name="Text Placeholder 4"/>
          <p:cNvSpPr>
            <a:spLocks noGrp="1"/>
          </p:cNvSpPr>
          <p:nvPr>
            <p:ph type="body" sz="quarter" idx="17" hasCustomPrompt="1"/>
          </p:nvPr>
        </p:nvSpPr>
        <p:spPr bwMode="gray">
          <a:xfrm>
            <a:off x="4884544" y="333375"/>
            <a:ext cx="4371666" cy="3555695"/>
          </a:xfrm>
          <a:prstGeom prst="roundRect">
            <a:avLst>
              <a:gd name="adj" fmla="val 0"/>
            </a:avLst>
          </a:prstGeom>
          <a:solidFill>
            <a:schemeClr val="bg1"/>
          </a:solidFill>
          <a:ln>
            <a:noFill/>
          </a:ln>
          <a:effectLst/>
        </p:spPr>
        <p:txBody>
          <a:bodyPr lIns="108000" anchor="ctr"/>
          <a:lstStyle>
            <a:lvl1pPr marL="0" indent="0" algn="l">
              <a:lnSpc>
                <a:spcPct val="100000"/>
              </a:lnSpc>
              <a:tabLst/>
              <a:defRPr sz="3200" b="1">
                <a:solidFill>
                  <a:schemeClr val="tx1"/>
                </a:solidFill>
                <a:effectLst/>
                <a:latin typeface="+mn-lt"/>
                <a:cs typeface="Arial"/>
              </a:defRPr>
            </a:lvl1pPr>
            <a:lvl2pPr marL="0" indent="0" algn="l">
              <a:lnSpc>
                <a:spcPct val="100000"/>
              </a:lnSpc>
              <a:defRPr>
                <a:solidFill>
                  <a:schemeClr val="tx1"/>
                </a:solidFill>
                <a:effectLst/>
                <a:latin typeface="+mn-lt"/>
                <a:cs typeface="Aria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a:p>
            <a:pPr lvl="1"/>
            <a:r>
              <a:rPr lang="en-US" altLang="ja-JP"/>
              <a:t>Second level</a:t>
            </a:r>
          </a:p>
        </p:txBody>
      </p:sp>
      <p:sp>
        <p:nvSpPr>
          <p:cNvPr id="21" name="Text Placeholder 4"/>
          <p:cNvSpPr>
            <a:spLocks noGrp="1"/>
          </p:cNvSpPr>
          <p:nvPr>
            <p:ph type="body" sz="quarter" idx="14" hasCustomPrompt="1"/>
          </p:nvPr>
        </p:nvSpPr>
        <p:spPr bwMode="gray">
          <a:xfrm>
            <a:off x="9359747" y="333375"/>
            <a:ext cx="2448000" cy="1700963"/>
          </a:xfrm>
          <a:prstGeom prst="roundRect">
            <a:avLst>
              <a:gd name="adj" fmla="val 0"/>
            </a:avLst>
          </a:prstGeom>
          <a:solidFill>
            <a:schemeClr val="accent6"/>
          </a:solidFill>
          <a:ln>
            <a:noFill/>
          </a:ln>
          <a:effectLst/>
        </p:spPr>
        <p:txBody>
          <a:bodyPr anchor="ctr"/>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26" name="Text Placeholder 4"/>
          <p:cNvSpPr>
            <a:spLocks noGrp="1"/>
          </p:cNvSpPr>
          <p:nvPr>
            <p:ph type="body" sz="quarter" idx="21" hasCustomPrompt="1"/>
          </p:nvPr>
        </p:nvSpPr>
        <p:spPr bwMode="gray">
          <a:xfrm>
            <a:off x="9349318" y="3744196"/>
            <a:ext cx="2448000" cy="1076667"/>
          </a:xfrm>
          <a:prstGeom prst="roundRect">
            <a:avLst>
              <a:gd name="adj" fmla="val 0"/>
            </a:avLst>
          </a:prstGeom>
          <a:noFill/>
          <a:ln>
            <a:noFill/>
          </a:ln>
          <a:effectLst/>
        </p:spPr>
        <p:txBody>
          <a:bodyPr anchor="t" anchorCtr="0"/>
          <a:lstStyle>
            <a:lvl1pPr algn="ctr">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24" name="Text Placeholder 4"/>
          <p:cNvSpPr>
            <a:spLocks noGrp="1"/>
          </p:cNvSpPr>
          <p:nvPr>
            <p:ph type="body" sz="quarter" idx="13" hasCustomPrompt="1"/>
          </p:nvPr>
        </p:nvSpPr>
        <p:spPr bwMode="gray">
          <a:xfrm>
            <a:off x="371475" y="3987606"/>
            <a:ext cx="3420269" cy="2249682"/>
          </a:xfrm>
          <a:prstGeom prst="roundRect">
            <a:avLst>
              <a:gd name="adj" fmla="val 0"/>
            </a:avLst>
          </a:prstGeom>
          <a:solidFill>
            <a:schemeClr val="accent6"/>
          </a:solidFill>
          <a:ln>
            <a:noFill/>
          </a:ln>
          <a:effectLst/>
        </p:spPr>
        <p:txBody>
          <a:bodyPr lIns="108000" anchor="ctr"/>
          <a:lstStyle>
            <a:lvl1pPr algn="l">
              <a:lnSpc>
                <a:spcPct val="100000"/>
              </a:lnSpc>
              <a:defRPr sz="2667" b="1">
                <a:solidFill>
                  <a:schemeClr val="tx1"/>
                </a:solidFill>
                <a:latin typeface="+mn-lt"/>
                <a:cs typeface="Arial"/>
              </a:defRPr>
            </a:lvl1pPr>
            <a:lvl2pPr algn="l">
              <a:defRPr>
                <a:solidFill>
                  <a:schemeClr val="tx2"/>
                </a:solidFill>
              </a:defRPr>
            </a:lvl2pPr>
            <a:lvl3pPr algn="l">
              <a:defRPr>
                <a:solidFill>
                  <a:schemeClr val="tx2"/>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25" name="Text Placeholder 4"/>
          <p:cNvSpPr>
            <a:spLocks noGrp="1"/>
          </p:cNvSpPr>
          <p:nvPr>
            <p:ph type="body" sz="quarter" idx="20" hasCustomPrompt="1"/>
          </p:nvPr>
        </p:nvSpPr>
        <p:spPr bwMode="gray">
          <a:xfrm>
            <a:off x="3884852" y="5399590"/>
            <a:ext cx="5371200" cy="837698"/>
          </a:xfrm>
          <a:prstGeom prst="roundRect">
            <a:avLst>
              <a:gd name="adj" fmla="val 0"/>
            </a:avLst>
          </a:prstGeom>
          <a:noFill/>
          <a:ln>
            <a:noFill/>
          </a:ln>
          <a:effectLst/>
        </p:spPr>
        <p:txBody>
          <a:bodyPr anchor="t" anchorCtr="0"/>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22" name="Text Placeholder 4"/>
          <p:cNvSpPr>
            <a:spLocks noGrp="1"/>
          </p:cNvSpPr>
          <p:nvPr>
            <p:ph type="body" sz="quarter" idx="19" hasCustomPrompt="1"/>
          </p:nvPr>
        </p:nvSpPr>
        <p:spPr bwMode="gray">
          <a:xfrm>
            <a:off x="9349318" y="4926695"/>
            <a:ext cx="2448000" cy="1310593"/>
          </a:xfrm>
          <a:prstGeom prst="roundRect">
            <a:avLst>
              <a:gd name="adj" fmla="val 0"/>
            </a:avLst>
          </a:prstGeom>
          <a:solidFill>
            <a:schemeClr val="bg2"/>
          </a:solidFill>
          <a:ln>
            <a:noFill/>
          </a:ln>
          <a:effectLst/>
        </p:spPr>
        <p:txBody>
          <a:bodyPr anchor="ctr"/>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5" name="TextBox 4">
            <a:extLst>
              <a:ext uri="{FF2B5EF4-FFF2-40B4-BE49-F238E27FC236}">
                <a16:creationId xmlns:a16="http://schemas.microsoft.com/office/drawing/2014/main" id="{AFBA9505-91C7-B9FF-4651-787D86C3BED1}"/>
              </a:ext>
            </a:extLst>
          </p:cNvPr>
          <p:cNvSpPr txBox="1"/>
          <p:nvPr userDrawn="1"/>
        </p:nvSpPr>
        <p:spPr bwMode="gray">
          <a:xfrm>
            <a:off x="3685309" y="-803564"/>
            <a:ext cx="0" cy="0"/>
          </a:xfrm>
          <a:prstGeom prst="rect">
            <a:avLst/>
          </a:prstGeom>
          <a:noFill/>
        </p:spPr>
        <p:txBody>
          <a:bodyPr wrap="none" rtlCol="0">
            <a:noAutofit/>
          </a:bodyPr>
          <a:lstStyle/>
          <a:p>
            <a:pPr algn="l"/>
            <a:endParaRPr lang="en-US">
              <a:solidFill>
                <a:srgbClr val="FFFFFF"/>
              </a:solidFill>
            </a:endParaRPr>
          </a:p>
        </p:txBody>
      </p:sp>
      <p:sp>
        <p:nvSpPr>
          <p:cNvPr id="8" name="Footer Placeholder 4">
            <a:extLst>
              <a:ext uri="{FF2B5EF4-FFF2-40B4-BE49-F238E27FC236}">
                <a16:creationId xmlns:a16="http://schemas.microsoft.com/office/drawing/2014/main" id="{59C35B40-A84A-00D6-5FD3-6FD80F61E86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F9396429-A480-4379-AC8D-D62673221764}" type="datetimeyyyy">
              <a:rPr lang="en-US" smtClean="0"/>
              <a:pPr/>
              <a:t>2026</a:t>
            </a:fld>
            <a:r>
              <a:rPr lang="en-US"/>
              <a:t> NTT DATA Business Solutions</a:t>
            </a:r>
          </a:p>
        </p:txBody>
      </p:sp>
      <p:sp>
        <p:nvSpPr>
          <p:cNvPr id="9" name="Slide Number Placeholder 5">
            <a:extLst>
              <a:ext uri="{FF2B5EF4-FFF2-40B4-BE49-F238E27FC236}">
                <a16:creationId xmlns:a16="http://schemas.microsoft.com/office/drawing/2014/main" id="{BFC1EFC3-6CA1-181A-9D7F-24D4581B2107}"/>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pic>
        <p:nvPicPr>
          <p:cNvPr id="2" name="Grafik 1" descr="NTT DATA Logo">
            <a:extLst>
              <a:ext uri="{FF2B5EF4-FFF2-40B4-BE49-F238E27FC236}">
                <a16:creationId xmlns:a16="http://schemas.microsoft.com/office/drawing/2014/main" id="{606C5735-0DE1-D835-F22E-85B5242ECC6B}"/>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66997"/>
            <a:ext cx="1288971" cy="262800"/>
          </a:xfrm>
          <a:prstGeom prst="rect">
            <a:avLst/>
          </a:prstGeom>
        </p:spPr>
      </p:pic>
    </p:spTree>
    <p:extLst>
      <p:ext uri="{BB962C8B-B14F-4D97-AF65-F5344CB8AC3E}">
        <p14:creationId xmlns:p14="http://schemas.microsoft.com/office/powerpoint/2010/main" val="31657593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_Contact_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35A113EA-7070-4043-8632-2E74A3B33FF7}" type="datetimeyyyy">
              <a:rPr lang="en-US" smtClean="0"/>
              <a:pPr/>
              <a:t>2026</a:t>
            </a:fld>
            <a:r>
              <a:rPr lang="en-US"/>
              <a:t>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
        <p:nvSpPr>
          <p:cNvPr id="2" name="Bild">
            <a:extLst>
              <a:ext uri="{FF2B5EF4-FFF2-40B4-BE49-F238E27FC236}">
                <a16:creationId xmlns:a16="http://schemas.microsoft.com/office/drawing/2014/main" id="{9948B5AA-38C9-B8A3-3B71-91B71CEE405B}"/>
              </a:ext>
            </a:extLst>
          </p:cNvPr>
          <p:cNvSpPr>
            <a:spLocks noGrp="1"/>
          </p:cNvSpPr>
          <p:nvPr>
            <p:ph type="pic" sz="quarter" idx="18"/>
          </p:nvPr>
        </p:nvSpPr>
        <p:spPr bwMode="gray">
          <a:xfrm>
            <a:off x="2267270" y="2011950"/>
            <a:ext cx="3488705" cy="3488400"/>
          </a:xfrm>
          <a:prstGeom prst="ellipse">
            <a:avLst/>
          </a:prstGeom>
          <a:solidFill>
            <a:schemeClr val="accent6"/>
          </a:solidFill>
        </p:spPr>
        <p:txBody>
          <a:bodyPr lIns="144000" tIns="144000" rIns="144000" bIns="144000"/>
          <a:lstStyle>
            <a:lvl1pPr marL="0" indent="0">
              <a:buNone/>
              <a:defRPr sz="1400"/>
            </a:lvl1pPr>
          </a:lstStyle>
          <a:p>
            <a:r>
              <a:rPr lang="en-US" noProof="0"/>
              <a:t>Click icon to add picture</a:t>
            </a:r>
            <a:endParaRPr lang="de-DE" noProof="0"/>
          </a:p>
        </p:txBody>
      </p:sp>
      <p:sp>
        <p:nvSpPr>
          <p:cNvPr id="3" name="Textplatzhalter 19">
            <a:extLst>
              <a:ext uri="{FF2B5EF4-FFF2-40B4-BE49-F238E27FC236}">
                <a16:creationId xmlns:a16="http://schemas.microsoft.com/office/drawing/2014/main" id="{FA68653F-43DC-95F4-8019-D687C49DF208}"/>
              </a:ext>
            </a:extLst>
          </p:cNvPr>
          <p:cNvSpPr>
            <a:spLocks noGrp="1"/>
          </p:cNvSpPr>
          <p:nvPr>
            <p:ph type="body" sz="quarter" idx="20" hasCustomPrompt="1"/>
          </p:nvPr>
        </p:nvSpPr>
        <p:spPr bwMode="gray">
          <a:xfrm>
            <a:off x="6426199" y="2972822"/>
            <a:ext cx="5394325" cy="256154"/>
          </a:xfrm>
        </p:spPr>
        <p:txBody>
          <a:bodyPr/>
          <a:lstStyle>
            <a:lvl1pPr marL="0" indent="0">
              <a:buNone/>
              <a:defRPr sz="2000">
                <a:solidFill>
                  <a:schemeClr val="bg1"/>
                </a:solidFill>
              </a:defRPr>
            </a:lvl1pPr>
          </a:lstStyle>
          <a:p>
            <a:pPr lvl="0"/>
            <a:r>
              <a:rPr lang="de-DE"/>
              <a:t>Position</a:t>
            </a:r>
          </a:p>
        </p:txBody>
      </p:sp>
      <p:sp>
        <p:nvSpPr>
          <p:cNvPr id="4" name="Textplatzhalter 19">
            <a:extLst>
              <a:ext uri="{FF2B5EF4-FFF2-40B4-BE49-F238E27FC236}">
                <a16:creationId xmlns:a16="http://schemas.microsoft.com/office/drawing/2014/main" id="{EF2ADD26-2918-0B9D-FD8C-C82739487398}"/>
              </a:ext>
            </a:extLst>
          </p:cNvPr>
          <p:cNvSpPr>
            <a:spLocks noGrp="1"/>
          </p:cNvSpPr>
          <p:nvPr>
            <p:ph type="body" sz="quarter" idx="24" hasCustomPrompt="1"/>
          </p:nvPr>
        </p:nvSpPr>
        <p:spPr bwMode="gray">
          <a:xfrm>
            <a:off x="6426199" y="3246666"/>
            <a:ext cx="5394325" cy="256154"/>
          </a:xfrm>
        </p:spPr>
        <p:txBody>
          <a:bodyPr/>
          <a:lstStyle>
            <a:lvl1pPr marL="0" indent="0">
              <a:buNone/>
              <a:defRPr sz="2000">
                <a:solidFill>
                  <a:schemeClr val="bg1"/>
                </a:solidFill>
              </a:defRPr>
            </a:lvl1pPr>
          </a:lstStyle>
          <a:p>
            <a:pPr lvl="0"/>
            <a:r>
              <a:rPr lang="de-DE" err="1"/>
              <a:t>Section</a:t>
            </a:r>
            <a:endParaRPr lang="de-DE"/>
          </a:p>
        </p:txBody>
      </p:sp>
      <p:sp>
        <p:nvSpPr>
          <p:cNvPr id="5" name="Textplatzhalter 19">
            <a:extLst>
              <a:ext uri="{FF2B5EF4-FFF2-40B4-BE49-F238E27FC236}">
                <a16:creationId xmlns:a16="http://schemas.microsoft.com/office/drawing/2014/main" id="{9EC91858-6461-F85C-95CE-7518EFFFDC02}"/>
              </a:ext>
            </a:extLst>
          </p:cNvPr>
          <p:cNvSpPr>
            <a:spLocks noGrp="1"/>
          </p:cNvSpPr>
          <p:nvPr>
            <p:ph type="body" sz="quarter" idx="25" hasCustomPrompt="1"/>
          </p:nvPr>
        </p:nvSpPr>
        <p:spPr bwMode="gray">
          <a:xfrm>
            <a:off x="6426199" y="2589435"/>
            <a:ext cx="5394325" cy="368078"/>
          </a:xfrm>
        </p:spPr>
        <p:txBody>
          <a:bodyPr/>
          <a:lstStyle>
            <a:lvl1pPr marL="0" indent="0">
              <a:buNone/>
              <a:defRPr sz="2800" b="1">
                <a:solidFill>
                  <a:schemeClr val="accent1"/>
                </a:solidFill>
                <a:latin typeface="+mn-lt"/>
              </a:defRPr>
            </a:lvl1pPr>
          </a:lstStyle>
          <a:p>
            <a:pPr lvl="0"/>
            <a:r>
              <a:rPr lang="de-DE"/>
              <a:t>John </a:t>
            </a:r>
            <a:r>
              <a:rPr lang="de-DE" err="1"/>
              <a:t>Doe</a:t>
            </a:r>
            <a:endParaRPr lang="de-DE"/>
          </a:p>
        </p:txBody>
      </p:sp>
      <p:sp>
        <p:nvSpPr>
          <p:cNvPr id="7" name="Textplatzhalter 19">
            <a:extLst>
              <a:ext uri="{FF2B5EF4-FFF2-40B4-BE49-F238E27FC236}">
                <a16:creationId xmlns:a16="http://schemas.microsoft.com/office/drawing/2014/main" id="{7DD02888-CBDA-F97C-A43C-E0268623CAF4}"/>
              </a:ext>
            </a:extLst>
          </p:cNvPr>
          <p:cNvSpPr>
            <a:spLocks noGrp="1"/>
          </p:cNvSpPr>
          <p:nvPr>
            <p:ph type="body" sz="quarter" idx="26" hasCustomPrompt="1"/>
          </p:nvPr>
        </p:nvSpPr>
        <p:spPr bwMode="gray">
          <a:xfrm>
            <a:off x="6426199" y="4178440"/>
            <a:ext cx="5394325" cy="187184"/>
          </a:xfrm>
        </p:spPr>
        <p:txBody>
          <a:bodyPr/>
          <a:lstStyle>
            <a:lvl1pPr marL="0" indent="0">
              <a:buNone/>
              <a:defRPr sz="1600">
                <a:solidFill>
                  <a:schemeClr val="bg1"/>
                </a:solidFill>
              </a:defRPr>
            </a:lvl1pPr>
          </a:lstStyle>
          <a:p>
            <a:pPr lvl="0"/>
            <a:r>
              <a:rPr lang="de-DE"/>
              <a:t>Web</a:t>
            </a:r>
          </a:p>
        </p:txBody>
      </p:sp>
      <p:sp>
        <p:nvSpPr>
          <p:cNvPr id="8" name="Textplatzhalter 19">
            <a:extLst>
              <a:ext uri="{FF2B5EF4-FFF2-40B4-BE49-F238E27FC236}">
                <a16:creationId xmlns:a16="http://schemas.microsoft.com/office/drawing/2014/main" id="{8D088A0B-0BA4-2E4D-A19C-6319AF5B53ED}"/>
              </a:ext>
            </a:extLst>
          </p:cNvPr>
          <p:cNvSpPr>
            <a:spLocks noGrp="1"/>
          </p:cNvSpPr>
          <p:nvPr>
            <p:ph type="body" sz="quarter" idx="27" hasCustomPrompt="1"/>
          </p:nvPr>
        </p:nvSpPr>
        <p:spPr bwMode="gray">
          <a:xfrm>
            <a:off x="6426199" y="4397515"/>
            <a:ext cx="5394325" cy="187184"/>
          </a:xfrm>
        </p:spPr>
        <p:txBody>
          <a:bodyPr/>
          <a:lstStyle>
            <a:lvl1pPr marL="0" indent="0">
              <a:buNone/>
              <a:defRPr sz="1600">
                <a:solidFill>
                  <a:schemeClr val="bg1"/>
                </a:solidFill>
              </a:defRPr>
            </a:lvl1pPr>
          </a:lstStyle>
          <a:p>
            <a:pPr lvl="0"/>
            <a:r>
              <a:rPr lang="de-DE"/>
              <a:t>E-Mail</a:t>
            </a:r>
          </a:p>
        </p:txBody>
      </p:sp>
      <p:sp>
        <p:nvSpPr>
          <p:cNvPr id="9" name="Textplatzhalter 19">
            <a:extLst>
              <a:ext uri="{FF2B5EF4-FFF2-40B4-BE49-F238E27FC236}">
                <a16:creationId xmlns:a16="http://schemas.microsoft.com/office/drawing/2014/main" id="{1EEE35C9-767B-D99D-39BB-49CBA3F84283}"/>
              </a:ext>
            </a:extLst>
          </p:cNvPr>
          <p:cNvSpPr>
            <a:spLocks noGrp="1"/>
          </p:cNvSpPr>
          <p:nvPr>
            <p:ph type="body" sz="quarter" idx="28" hasCustomPrompt="1"/>
          </p:nvPr>
        </p:nvSpPr>
        <p:spPr bwMode="gray">
          <a:xfrm>
            <a:off x="6426199" y="4616591"/>
            <a:ext cx="5394325" cy="187184"/>
          </a:xfrm>
        </p:spPr>
        <p:txBody>
          <a:bodyPr/>
          <a:lstStyle>
            <a:lvl1pPr marL="0" indent="0">
              <a:buNone/>
              <a:defRPr sz="1600">
                <a:solidFill>
                  <a:schemeClr val="bg1"/>
                </a:solidFill>
              </a:defRPr>
            </a:lvl1pPr>
          </a:lstStyle>
          <a:p>
            <a:pPr lvl="0"/>
            <a:r>
              <a:rPr lang="de-DE"/>
              <a:t>Phone</a:t>
            </a:r>
          </a:p>
        </p:txBody>
      </p:sp>
      <p:cxnSp>
        <p:nvCxnSpPr>
          <p:cNvPr id="12" name="Gerader Verbinder 11">
            <a:extLst>
              <a:ext uri="{FF2B5EF4-FFF2-40B4-BE49-F238E27FC236}">
                <a16:creationId xmlns:a16="http://schemas.microsoft.com/office/drawing/2014/main" id="{1D833AD2-88EE-469C-7682-57A4D65529E7}"/>
              </a:ext>
            </a:extLst>
          </p:cNvPr>
          <p:cNvCxnSpPr>
            <a:cxnSpLocks/>
          </p:cNvCxnSpPr>
          <p:nvPr userDrawn="1"/>
        </p:nvCxnSpPr>
        <p:spPr bwMode="gray">
          <a:xfrm flipH="1">
            <a:off x="6426199" y="384063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3" name="Grafik 12" descr="NTT DATA Logo">
            <a:extLst>
              <a:ext uri="{FF2B5EF4-FFF2-40B4-BE49-F238E27FC236}">
                <a16:creationId xmlns:a16="http://schemas.microsoft.com/office/drawing/2014/main" id="{3CA5F31C-F5BF-2134-5216-2B15EFDE73C8}"/>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66997"/>
            <a:ext cx="1288971" cy="262800"/>
          </a:xfrm>
          <a:prstGeom prst="rect">
            <a:avLst/>
          </a:prstGeom>
        </p:spPr>
      </p:pic>
    </p:spTree>
    <p:extLst>
      <p:ext uri="{BB962C8B-B14F-4D97-AF65-F5344CB8AC3E}">
        <p14:creationId xmlns:p14="http://schemas.microsoft.com/office/powerpoint/2010/main" val="31972637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_Contact_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DD6564D6-910B-4CB5-A86E-CED67E932BEE}" type="datetimeyyyy">
              <a:rPr lang="en-US" smtClean="0"/>
              <a:pPr/>
              <a:t>2026</a:t>
            </a:fld>
            <a:r>
              <a:rPr lang="en-US"/>
              <a:t>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
        <p:nvSpPr>
          <p:cNvPr id="12" name="Bild">
            <a:extLst>
              <a:ext uri="{FF2B5EF4-FFF2-40B4-BE49-F238E27FC236}">
                <a16:creationId xmlns:a16="http://schemas.microsoft.com/office/drawing/2014/main" id="{28FFDF24-CEC1-8F04-920F-C95EB4279D4E}"/>
              </a:ext>
            </a:extLst>
          </p:cNvPr>
          <p:cNvSpPr>
            <a:spLocks noGrp="1"/>
          </p:cNvSpPr>
          <p:nvPr>
            <p:ph type="pic" sz="quarter" idx="18"/>
          </p:nvPr>
        </p:nvSpPr>
        <p:spPr bwMode="gray">
          <a:xfrm>
            <a:off x="2889419"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en-US" noProof="0"/>
              <a:t>Click icon to add picture</a:t>
            </a:r>
            <a:endParaRPr lang="de-DE" noProof="0"/>
          </a:p>
        </p:txBody>
      </p:sp>
      <p:sp>
        <p:nvSpPr>
          <p:cNvPr id="14" name="Textplatzhalter 19">
            <a:extLst>
              <a:ext uri="{FF2B5EF4-FFF2-40B4-BE49-F238E27FC236}">
                <a16:creationId xmlns:a16="http://schemas.microsoft.com/office/drawing/2014/main" id="{1B7E1544-D47A-3A30-5A4C-E95205A3B5B4}"/>
              </a:ext>
            </a:extLst>
          </p:cNvPr>
          <p:cNvSpPr>
            <a:spLocks noGrp="1"/>
          </p:cNvSpPr>
          <p:nvPr>
            <p:ph type="body" sz="quarter" idx="20" hasCustomPrompt="1"/>
          </p:nvPr>
        </p:nvSpPr>
        <p:spPr bwMode="gray">
          <a:xfrm>
            <a:off x="2713041" y="4463802"/>
            <a:ext cx="2511148" cy="199671"/>
          </a:xfrm>
        </p:spPr>
        <p:txBody>
          <a:bodyPr/>
          <a:lstStyle>
            <a:lvl1pPr marL="0" indent="0" algn="ctr">
              <a:buNone/>
              <a:defRPr sz="1600">
                <a:solidFill>
                  <a:schemeClr val="bg1"/>
                </a:solidFill>
              </a:defRPr>
            </a:lvl1pPr>
          </a:lstStyle>
          <a:p>
            <a:pPr lvl="0"/>
            <a:r>
              <a:rPr lang="de-DE"/>
              <a:t>Position</a:t>
            </a:r>
          </a:p>
        </p:txBody>
      </p:sp>
      <p:sp>
        <p:nvSpPr>
          <p:cNvPr id="15" name="Textplatzhalter 19">
            <a:extLst>
              <a:ext uri="{FF2B5EF4-FFF2-40B4-BE49-F238E27FC236}">
                <a16:creationId xmlns:a16="http://schemas.microsoft.com/office/drawing/2014/main" id="{9076DBF6-D36A-6E5A-3EFD-C4C38456B80D}"/>
              </a:ext>
            </a:extLst>
          </p:cNvPr>
          <p:cNvSpPr>
            <a:spLocks noGrp="1"/>
          </p:cNvSpPr>
          <p:nvPr>
            <p:ph type="body" sz="quarter" idx="24" hasCustomPrompt="1"/>
          </p:nvPr>
        </p:nvSpPr>
        <p:spPr bwMode="gray">
          <a:xfrm>
            <a:off x="2713041" y="4686846"/>
            <a:ext cx="2511148" cy="199671"/>
          </a:xfrm>
        </p:spPr>
        <p:txBody>
          <a:bodyPr/>
          <a:lstStyle>
            <a:lvl1pPr marL="0" indent="0" algn="ctr">
              <a:buNone/>
              <a:defRPr sz="1600">
                <a:solidFill>
                  <a:schemeClr val="bg1"/>
                </a:solidFill>
              </a:defRPr>
            </a:lvl1pPr>
          </a:lstStyle>
          <a:p>
            <a:pPr lvl="0"/>
            <a:r>
              <a:rPr lang="de-DE" err="1"/>
              <a:t>Section</a:t>
            </a:r>
            <a:endParaRPr lang="de-DE"/>
          </a:p>
        </p:txBody>
      </p:sp>
      <p:sp>
        <p:nvSpPr>
          <p:cNvPr id="16" name="Textplatzhalter 19">
            <a:extLst>
              <a:ext uri="{FF2B5EF4-FFF2-40B4-BE49-F238E27FC236}">
                <a16:creationId xmlns:a16="http://schemas.microsoft.com/office/drawing/2014/main" id="{70474D20-DAC8-4E03-D93A-5E336E2DBC3D}"/>
              </a:ext>
            </a:extLst>
          </p:cNvPr>
          <p:cNvSpPr>
            <a:spLocks noGrp="1"/>
          </p:cNvSpPr>
          <p:nvPr>
            <p:ph type="body" sz="quarter" idx="25" hasCustomPrompt="1"/>
          </p:nvPr>
        </p:nvSpPr>
        <p:spPr bwMode="gray">
          <a:xfrm>
            <a:off x="2713041"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17" name="Textplatzhalter 19">
            <a:extLst>
              <a:ext uri="{FF2B5EF4-FFF2-40B4-BE49-F238E27FC236}">
                <a16:creationId xmlns:a16="http://schemas.microsoft.com/office/drawing/2014/main" id="{7DF1E395-B606-BCBA-6897-2E0A34464E4A}"/>
              </a:ext>
            </a:extLst>
          </p:cNvPr>
          <p:cNvSpPr>
            <a:spLocks noGrp="1"/>
          </p:cNvSpPr>
          <p:nvPr>
            <p:ph type="body" sz="quarter" idx="26" hasCustomPrompt="1"/>
          </p:nvPr>
        </p:nvSpPr>
        <p:spPr bwMode="gray">
          <a:xfrm>
            <a:off x="2713041" y="5401450"/>
            <a:ext cx="2511148" cy="145909"/>
          </a:xfrm>
        </p:spPr>
        <p:txBody>
          <a:bodyPr/>
          <a:lstStyle>
            <a:lvl1pPr marL="0" indent="0" algn="ctr">
              <a:buNone/>
              <a:defRPr sz="1200">
                <a:solidFill>
                  <a:schemeClr val="bg1"/>
                </a:solidFill>
              </a:defRPr>
            </a:lvl1pPr>
          </a:lstStyle>
          <a:p>
            <a:pPr lvl="0"/>
            <a:r>
              <a:rPr lang="de-DE"/>
              <a:t>Web</a:t>
            </a:r>
          </a:p>
        </p:txBody>
      </p:sp>
      <p:sp>
        <p:nvSpPr>
          <p:cNvPr id="18" name="Textplatzhalter 19">
            <a:extLst>
              <a:ext uri="{FF2B5EF4-FFF2-40B4-BE49-F238E27FC236}">
                <a16:creationId xmlns:a16="http://schemas.microsoft.com/office/drawing/2014/main" id="{8B685D0D-BA9D-5ED6-0996-C304842E3E01}"/>
              </a:ext>
            </a:extLst>
          </p:cNvPr>
          <p:cNvSpPr>
            <a:spLocks noGrp="1"/>
          </p:cNvSpPr>
          <p:nvPr>
            <p:ph type="body" sz="quarter" idx="27" hasCustomPrompt="1"/>
          </p:nvPr>
        </p:nvSpPr>
        <p:spPr bwMode="gray">
          <a:xfrm>
            <a:off x="2713041" y="5566551"/>
            <a:ext cx="2511148" cy="145909"/>
          </a:xfrm>
        </p:spPr>
        <p:txBody>
          <a:bodyPr/>
          <a:lstStyle>
            <a:lvl1pPr marL="0" indent="0" algn="ctr">
              <a:buNone/>
              <a:defRPr sz="1200">
                <a:solidFill>
                  <a:schemeClr val="bg1"/>
                </a:solidFill>
              </a:defRPr>
            </a:lvl1pPr>
          </a:lstStyle>
          <a:p>
            <a:pPr lvl="0"/>
            <a:r>
              <a:rPr lang="de-DE"/>
              <a:t>E-Mail</a:t>
            </a:r>
          </a:p>
        </p:txBody>
      </p:sp>
      <p:sp>
        <p:nvSpPr>
          <p:cNvPr id="19" name="Textplatzhalter 19">
            <a:extLst>
              <a:ext uri="{FF2B5EF4-FFF2-40B4-BE49-F238E27FC236}">
                <a16:creationId xmlns:a16="http://schemas.microsoft.com/office/drawing/2014/main" id="{C4594950-DD09-2E36-A783-CF3B1013F6CA}"/>
              </a:ext>
            </a:extLst>
          </p:cNvPr>
          <p:cNvSpPr>
            <a:spLocks noGrp="1"/>
          </p:cNvSpPr>
          <p:nvPr>
            <p:ph type="body" sz="quarter" idx="28" hasCustomPrompt="1"/>
          </p:nvPr>
        </p:nvSpPr>
        <p:spPr bwMode="gray">
          <a:xfrm>
            <a:off x="2713041" y="5731651"/>
            <a:ext cx="2511148" cy="145909"/>
          </a:xfrm>
        </p:spPr>
        <p:txBody>
          <a:bodyPr/>
          <a:lstStyle>
            <a:lvl1pPr marL="0" indent="0" algn="ctr">
              <a:buNone/>
              <a:defRPr sz="1200">
                <a:solidFill>
                  <a:schemeClr val="bg1"/>
                </a:solidFill>
              </a:defRPr>
            </a:lvl1pPr>
          </a:lstStyle>
          <a:p>
            <a:pPr lvl="0"/>
            <a:r>
              <a:rPr lang="de-DE"/>
              <a:t>Phone</a:t>
            </a:r>
          </a:p>
        </p:txBody>
      </p:sp>
      <p:sp>
        <p:nvSpPr>
          <p:cNvPr id="20" name="Bild">
            <a:extLst>
              <a:ext uri="{FF2B5EF4-FFF2-40B4-BE49-F238E27FC236}">
                <a16:creationId xmlns:a16="http://schemas.microsoft.com/office/drawing/2014/main" id="{F36317AB-AE94-D498-F8F6-3450467715D9}"/>
              </a:ext>
            </a:extLst>
          </p:cNvPr>
          <p:cNvSpPr>
            <a:spLocks noGrp="1"/>
          </p:cNvSpPr>
          <p:nvPr>
            <p:ph type="pic" sz="quarter" idx="37"/>
          </p:nvPr>
        </p:nvSpPr>
        <p:spPr bwMode="gray">
          <a:xfrm>
            <a:off x="7144188"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en-US" noProof="0"/>
              <a:t>Click icon to add picture</a:t>
            </a:r>
            <a:endParaRPr lang="de-DE" noProof="0"/>
          </a:p>
        </p:txBody>
      </p:sp>
      <p:sp>
        <p:nvSpPr>
          <p:cNvPr id="21" name="Textplatzhalter 19">
            <a:extLst>
              <a:ext uri="{FF2B5EF4-FFF2-40B4-BE49-F238E27FC236}">
                <a16:creationId xmlns:a16="http://schemas.microsoft.com/office/drawing/2014/main" id="{F01F2DA8-007D-3C82-B8BA-4DF26F5CD2A5}"/>
              </a:ext>
            </a:extLst>
          </p:cNvPr>
          <p:cNvSpPr>
            <a:spLocks noGrp="1"/>
          </p:cNvSpPr>
          <p:nvPr>
            <p:ph type="body" sz="quarter" idx="50" hasCustomPrompt="1"/>
          </p:nvPr>
        </p:nvSpPr>
        <p:spPr bwMode="gray">
          <a:xfrm>
            <a:off x="6967810" y="4463802"/>
            <a:ext cx="2511148" cy="199671"/>
          </a:xfrm>
        </p:spPr>
        <p:txBody>
          <a:bodyPr/>
          <a:lstStyle>
            <a:lvl1pPr marL="0" indent="0" algn="ctr">
              <a:buNone/>
              <a:defRPr sz="1600">
                <a:solidFill>
                  <a:schemeClr val="bg1"/>
                </a:solidFill>
              </a:defRPr>
            </a:lvl1pPr>
          </a:lstStyle>
          <a:p>
            <a:pPr lvl="0"/>
            <a:r>
              <a:rPr lang="de-DE"/>
              <a:t>Position</a:t>
            </a:r>
          </a:p>
        </p:txBody>
      </p:sp>
      <p:sp>
        <p:nvSpPr>
          <p:cNvPr id="22" name="Textplatzhalter 19">
            <a:extLst>
              <a:ext uri="{FF2B5EF4-FFF2-40B4-BE49-F238E27FC236}">
                <a16:creationId xmlns:a16="http://schemas.microsoft.com/office/drawing/2014/main" id="{B2142F0D-3C5A-85B4-5E2A-8D0308F9D41E}"/>
              </a:ext>
            </a:extLst>
          </p:cNvPr>
          <p:cNvSpPr>
            <a:spLocks noGrp="1"/>
          </p:cNvSpPr>
          <p:nvPr>
            <p:ph type="body" sz="quarter" idx="51" hasCustomPrompt="1"/>
          </p:nvPr>
        </p:nvSpPr>
        <p:spPr bwMode="gray">
          <a:xfrm>
            <a:off x="6967810" y="4686846"/>
            <a:ext cx="2511148" cy="199671"/>
          </a:xfrm>
        </p:spPr>
        <p:txBody>
          <a:bodyPr/>
          <a:lstStyle>
            <a:lvl1pPr marL="0" indent="0" algn="ctr">
              <a:buNone/>
              <a:defRPr sz="1600">
                <a:solidFill>
                  <a:schemeClr val="bg1"/>
                </a:solidFill>
              </a:defRPr>
            </a:lvl1pPr>
          </a:lstStyle>
          <a:p>
            <a:pPr lvl="0"/>
            <a:r>
              <a:rPr lang="de-DE" err="1"/>
              <a:t>Section</a:t>
            </a:r>
            <a:endParaRPr lang="de-DE"/>
          </a:p>
        </p:txBody>
      </p:sp>
      <p:sp>
        <p:nvSpPr>
          <p:cNvPr id="23" name="Textplatzhalter 19">
            <a:extLst>
              <a:ext uri="{FF2B5EF4-FFF2-40B4-BE49-F238E27FC236}">
                <a16:creationId xmlns:a16="http://schemas.microsoft.com/office/drawing/2014/main" id="{6AD99CAC-851D-F368-5CAF-F0E29A293444}"/>
              </a:ext>
            </a:extLst>
          </p:cNvPr>
          <p:cNvSpPr>
            <a:spLocks noGrp="1"/>
          </p:cNvSpPr>
          <p:nvPr>
            <p:ph type="body" sz="quarter" idx="52" hasCustomPrompt="1"/>
          </p:nvPr>
        </p:nvSpPr>
        <p:spPr bwMode="gray">
          <a:xfrm>
            <a:off x="6967810"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24" name="Textplatzhalter 19">
            <a:extLst>
              <a:ext uri="{FF2B5EF4-FFF2-40B4-BE49-F238E27FC236}">
                <a16:creationId xmlns:a16="http://schemas.microsoft.com/office/drawing/2014/main" id="{D6B1D9BE-B0D3-503A-B043-9F88ED11D6A0}"/>
              </a:ext>
            </a:extLst>
          </p:cNvPr>
          <p:cNvSpPr>
            <a:spLocks noGrp="1"/>
          </p:cNvSpPr>
          <p:nvPr>
            <p:ph type="body" sz="quarter" idx="53" hasCustomPrompt="1"/>
          </p:nvPr>
        </p:nvSpPr>
        <p:spPr bwMode="gray">
          <a:xfrm>
            <a:off x="6967810" y="5401450"/>
            <a:ext cx="2511148" cy="145909"/>
          </a:xfrm>
        </p:spPr>
        <p:txBody>
          <a:bodyPr/>
          <a:lstStyle>
            <a:lvl1pPr marL="0" indent="0" algn="ctr">
              <a:buNone/>
              <a:defRPr sz="1200">
                <a:solidFill>
                  <a:schemeClr val="bg1"/>
                </a:solidFill>
              </a:defRPr>
            </a:lvl1pPr>
          </a:lstStyle>
          <a:p>
            <a:pPr lvl="0"/>
            <a:r>
              <a:rPr lang="de-DE"/>
              <a:t>Web</a:t>
            </a:r>
          </a:p>
        </p:txBody>
      </p:sp>
      <p:sp>
        <p:nvSpPr>
          <p:cNvPr id="25" name="Textplatzhalter 19">
            <a:extLst>
              <a:ext uri="{FF2B5EF4-FFF2-40B4-BE49-F238E27FC236}">
                <a16:creationId xmlns:a16="http://schemas.microsoft.com/office/drawing/2014/main" id="{2802FA9B-84F3-7129-C6F5-215B812BAD2F}"/>
              </a:ext>
            </a:extLst>
          </p:cNvPr>
          <p:cNvSpPr>
            <a:spLocks noGrp="1"/>
          </p:cNvSpPr>
          <p:nvPr>
            <p:ph type="body" sz="quarter" idx="54" hasCustomPrompt="1"/>
          </p:nvPr>
        </p:nvSpPr>
        <p:spPr bwMode="gray">
          <a:xfrm>
            <a:off x="6967810" y="5566551"/>
            <a:ext cx="2511148" cy="145909"/>
          </a:xfrm>
        </p:spPr>
        <p:txBody>
          <a:bodyPr/>
          <a:lstStyle>
            <a:lvl1pPr marL="0" indent="0" algn="ctr">
              <a:buNone/>
              <a:defRPr sz="1200">
                <a:solidFill>
                  <a:schemeClr val="bg1"/>
                </a:solidFill>
              </a:defRPr>
            </a:lvl1pPr>
          </a:lstStyle>
          <a:p>
            <a:pPr lvl="0"/>
            <a:r>
              <a:rPr lang="de-DE"/>
              <a:t>E-Mail</a:t>
            </a:r>
          </a:p>
        </p:txBody>
      </p:sp>
      <p:sp>
        <p:nvSpPr>
          <p:cNvPr id="26" name="Textplatzhalter 19">
            <a:extLst>
              <a:ext uri="{FF2B5EF4-FFF2-40B4-BE49-F238E27FC236}">
                <a16:creationId xmlns:a16="http://schemas.microsoft.com/office/drawing/2014/main" id="{BB21797B-8CFE-485B-E4ED-DD6453B0EE71}"/>
              </a:ext>
            </a:extLst>
          </p:cNvPr>
          <p:cNvSpPr>
            <a:spLocks noGrp="1"/>
          </p:cNvSpPr>
          <p:nvPr>
            <p:ph type="body" sz="quarter" idx="55" hasCustomPrompt="1"/>
          </p:nvPr>
        </p:nvSpPr>
        <p:spPr bwMode="gray">
          <a:xfrm>
            <a:off x="6967810" y="5731651"/>
            <a:ext cx="2511148" cy="145909"/>
          </a:xfrm>
        </p:spPr>
        <p:txBody>
          <a:bodyPr/>
          <a:lstStyle>
            <a:lvl1pPr marL="0" indent="0" algn="ctr">
              <a:buNone/>
              <a:defRPr sz="1200">
                <a:solidFill>
                  <a:schemeClr val="bg1"/>
                </a:solidFill>
              </a:defRPr>
            </a:lvl1pPr>
          </a:lstStyle>
          <a:p>
            <a:pPr lvl="0"/>
            <a:r>
              <a:rPr lang="de-DE"/>
              <a:t>Phone</a:t>
            </a:r>
          </a:p>
        </p:txBody>
      </p:sp>
      <p:cxnSp>
        <p:nvCxnSpPr>
          <p:cNvPr id="28" name="Gerader Verbinder 27">
            <a:extLst>
              <a:ext uri="{FF2B5EF4-FFF2-40B4-BE49-F238E27FC236}">
                <a16:creationId xmlns:a16="http://schemas.microsoft.com/office/drawing/2014/main" id="{36BB2330-FD87-F1F5-420C-96EEFA7D5EEE}"/>
              </a:ext>
            </a:extLst>
          </p:cNvPr>
          <p:cNvCxnSpPr>
            <a:cxnSpLocks/>
          </p:cNvCxnSpPr>
          <p:nvPr userDrawn="1"/>
        </p:nvCxnSpPr>
        <p:spPr bwMode="gray">
          <a:xfrm flipH="1">
            <a:off x="3703185"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 name="Gerader Verbinder 1">
            <a:extLst>
              <a:ext uri="{FF2B5EF4-FFF2-40B4-BE49-F238E27FC236}">
                <a16:creationId xmlns:a16="http://schemas.microsoft.com/office/drawing/2014/main" id="{0ED6F201-F5A5-9A94-DF70-734B4C585AED}"/>
              </a:ext>
            </a:extLst>
          </p:cNvPr>
          <p:cNvCxnSpPr>
            <a:cxnSpLocks/>
          </p:cNvCxnSpPr>
          <p:nvPr userDrawn="1"/>
        </p:nvCxnSpPr>
        <p:spPr bwMode="gray">
          <a:xfrm flipH="1">
            <a:off x="7957954"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 name="Grafik 2" descr="NTT DATA Logo">
            <a:extLst>
              <a:ext uri="{FF2B5EF4-FFF2-40B4-BE49-F238E27FC236}">
                <a16:creationId xmlns:a16="http://schemas.microsoft.com/office/drawing/2014/main" id="{3471706D-A8B7-5E19-B529-966C15192C3B}"/>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66997"/>
            <a:ext cx="1288971" cy="262800"/>
          </a:xfrm>
          <a:prstGeom prst="rect">
            <a:avLst/>
          </a:prstGeom>
        </p:spPr>
      </p:pic>
    </p:spTree>
    <p:extLst>
      <p:ext uri="{BB962C8B-B14F-4D97-AF65-F5344CB8AC3E}">
        <p14:creationId xmlns:p14="http://schemas.microsoft.com/office/powerpoint/2010/main" val="41300437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_Contact_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8E907605-6A7C-4297-9EA0-F0AC6D846A91}" type="datetimeyyyy">
              <a:rPr lang="en-US" smtClean="0"/>
              <a:pPr/>
              <a:t>2026</a:t>
            </a:fld>
            <a:r>
              <a:rPr lang="en-US"/>
              <a:t>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
        <p:nvSpPr>
          <p:cNvPr id="2" name="Bild">
            <a:extLst>
              <a:ext uri="{FF2B5EF4-FFF2-40B4-BE49-F238E27FC236}">
                <a16:creationId xmlns:a16="http://schemas.microsoft.com/office/drawing/2014/main" id="{39AEFD9F-70E6-5C57-9436-1749177EF001}"/>
              </a:ext>
            </a:extLst>
          </p:cNvPr>
          <p:cNvSpPr>
            <a:spLocks noGrp="1"/>
          </p:cNvSpPr>
          <p:nvPr>
            <p:ph type="pic" sz="quarter" idx="18"/>
          </p:nvPr>
        </p:nvSpPr>
        <p:spPr bwMode="gray">
          <a:xfrm>
            <a:off x="1502898"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en-US" noProof="0"/>
              <a:t>Click icon to add picture</a:t>
            </a:r>
            <a:endParaRPr lang="de-DE" noProof="0"/>
          </a:p>
        </p:txBody>
      </p:sp>
      <p:sp>
        <p:nvSpPr>
          <p:cNvPr id="4" name="Textplatzhalter 19">
            <a:extLst>
              <a:ext uri="{FF2B5EF4-FFF2-40B4-BE49-F238E27FC236}">
                <a16:creationId xmlns:a16="http://schemas.microsoft.com/office/drawing/2014/main" id="{7C1C95DB-5597-0591-2531-E1B3711EA916}"/>
              </a:ext>
            </a:extLst>
          </p:cNvPr>
          <p:cNvSpPr>
            <a:spLocks noGrp="1"/>
          </p:cNvSpPr>
          <p:nvPr>
            <p:ph type="body" sz="quarter" idx="20" hasCustomPrompt="1"/>
          </p:nvPr>
        </p:nvSpPr>
        <p:spPr bwMode="gray">
          <a:xfrm>
            <a:off x="1326520" y="4463802"/>
            <a:ext cx="2511148" cy="199671"/>
          </a:xfrm>
        </p:spPr>
        <p:txBody>
          <a:bodyPr/>
          <a:lstStyle>
            <a:lvl1pPr marL="0" indent="0" algn="ctr">
              <a:buNone/>
              <a:defRPr sz="1600">
                <a:solidFill>
                  <a:schemeClr val="bg1"/>
                </a:solidFill>
              </a:defRPr>
            </a:lvl1pPr>
          </a:lstStyle>
          <a:p>
            <a:pPr lvl="0"/>
            <a:r>
              <a:rPr lang="de-DE"/>
              <a:t>Position</a:t>
            </a:r>
          </a:p>
        </p:txBody>
      </p:sp>
      <p:sp>
        <p:nvSpPr>
          <p:cNvPr id="5" name="Textplatzhalter 19">
            <a:extLst>
              <a:ext uri="{FF2B5EF4-FFF2-40B4-BE49-F238E27FC236}">
                <a16:creationId xmlns:a16="http://schemas.microsoft.com/office/drawing/2014/main" id="{B3ABC7FD-E9DD-2056-C2DD-E029D9AA2E54}"/>
              </a:ext>
            </a:extLst>
          </p:cNvPr>
          <p:cNvSpPr>
            <a:spLocks noGrp="1"/>
          </p:cNvSpPr>
          <p:nvPr>
            <p:ph type="body" sz="quarter" idx="24" hasCustomPrompt="1"/>
          </p:nvPr>
        </p:nvSpPr>
        <p:spPr bwMode="gray">
          <a:xfrm>
            <a:off x="1326520" y="4686846"/>
            <a:ext cx="2511148" cy="199671"/>
          </a:xfrm>
        </p:spPr>
        <p:txBody>
          <a:bodyPr/>
          <a:lstStyle>
            <a:lvl1pPr marL="0" indent="0" algn="ctr">
              <a:buNone/>
              <a:defRPr sz="1600">
                <a:solidFill>
                  <a:schemeClr val="bg1"/>
                </a:solidFill>
              </a:defRPr>
            </a:lvl1pPr>
          </a:lstStyle>
          <a:p>
            <a:pPr lvl="0"/>
            <a:r>
              <a:rPr lang="de-DE" err="1"/>
              <a:t>Section</a:t>
            </a:r>
            <a:endParaRPr lang="de-DE"/>
          </a:p>
        </p:txBody>
      </p:sp>
      <p:sp>
        <p:nvSpPr>
          <p:cNvPr id="7" name="Textplatzhalter 19">
            <a:extLst>
              <a:ext uri="{FF2B5EF4-FFF2-40B4-BE49-F238E27FC236}">
                <a16:creationId xmlns:a16="http://schemas.microsoft.com/office/drawing/2014/main" id="{FE51A178-72AA-A0DC-0AA4-A9E969630EC2}"/>
              </a:ext>
            </a:extLst>
          </p:cNvPr>
          <p:cNvSpPr>
            <a:spLocks noGrp="1"/>
          </p:cNvSpPr>
          <p:nvPr>
            <p:ph type="body" sz="quarter" idx="25" hasCustomPrompt="1"/>
          </p:nvPr>
        </p:nvSpPr>
        <p:spPr bwMode="gray">
          <a:xfrm>
            <a:off x="1326520"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8" name="Textplatzhalter 19">
            <a:extLst>
              <a:ext uri="{FF2B5EF4-FFF2-40B4-BE49-F238E27FC236}">
                <a16:creationId xmlns:a16="http://schemas.microsoft.com/office/drawing/2014/main" id="{BCC91446-93DE-E095-F1D5-359F929FBF33}"/>
              </a:ext>
            </a:extLst>
          </p:cNvPr>
          <p:cNvSpPr>
            <a:spLocks noGrp="1"/>
          </p:cNvSpPr>
          <p:nvPr>
            <p:ph type="body" sz="quarter" idx="26" hasCustomPrompt="1"/>
          </p:nvPr>
        </p:nvSpPr>
        <p:spPr bwMode="gray">
          <a:xfrm>
            <a:off x="1326520" y="5401450"/>
            <a:ext cx="2511148" cy="145909"/>
          </a:xfrm>
        </p:spPr>
        <p:txBody>
          <a:bodyPr/>
          <a:lstStyle>
            <a:lvl1pPr marL="0" indent="0" algn="ctr">
              <a:buNone/>
              <a:defRPr sz="1200">
                <a:solidFill>
                  <a:schemeClr val="bg1"/>
                </a:solidFill>
              </a:defRPr>
            </a:lvl1pPr>
          </a:lstStyle>
          <a:p>
            <a:pPr lvl="0"/>
            <a:r>
              <a:rPr lang="de-DE"/>
              <a:t>Web</a:t>
            </a:r>
          </a:p>
        </p:txBody>
      </p:sp>
      <p:sp>
        <p:nvSpPr>
          <p:cNvPr id="9" name="Textplatzhalter 19">
            <a:extLst>
              <a:ext uri="{FF2B5EF4-FFF2-40B4-BE49-F238E27FC236}">
                <a16:creationId xmlns:a16="http://schemas.microsoft.com/office/drawing/2014/main" id="{3C0201BE-12D7-CB4E-1E31-0B52B5F8D25D}"/>
              </a:ext>
            </a:extLst>
          </p:cNvPr>
          <p:cNvSpPr>
            <a:spLocks noGrp="1"/>
          </p:cNvSpPr>
          <p:nvPr>
            <p:ph type="body" sz="quarter" idx="27" hasCustomPrompt="1"/>
          </p:nvPr>
        </p:nvSpPr>
        <p:spPr bwMode="gray">
          <a:xfrm>
            <a:off x="1326520" y="5566551"/>
            <a:ext cx="2511148" cy="145909"/>
          </a:xfrm>
        </p:spPr>
        <p:txBody>
          <a:bodyPr/>
          <a:lstStyle>
            <a:lvl1pPr marL="0" indent="0" algn="ctr">
              <a:buNone/>
              <a:defRPr sz="1200">
                <a:solidFill>
                  <a:schemeClr val="bg1"/>
                </a:solidFill>
              </a:defRPr>
            </a:lvl1pPr>
          </a:lstStyle>
          <a:p>
            <a:pPr lvl="0"/>
            <a:r>
              <a:rPr lang="de-DE"/>
              <a:t>E-Mail</a:t>
            </a:r>
          </a:p>
        </p:txBody>
      </p:sp>
      <p:sp>
        <p:nvSpPr>
          <p:cNvPr id="13" name="Textplatzhalter 19">
            <a:extLst>
              <a:ext uri="{FF2B5EF4-FFF2-40B4-BE49-F238E27FC236}">
                <a16:creationId xmlns:a16="http://schemas.microsoft.com/office/drawing/2014/main" id="{E8AAF35B-5ABC-EA43-39C8-033629111AA6}"/>
              </a:ext>
            </a:extLst>
          </p:cNvPr>
          <p:cNvSpPr>
            <a:spLocks noGrp="1"/>
          </p:cNvSpPr>
          <p:nvPr>
            <p:ph type="body" sz="quarter" idx="28" hasCustomPrompt="1"/>
          </p:nvPr>
        </p:nvSpPr>
        <p:spPr bwMode="gray">
          <a:xfrm>
            <a:off x="1326520" y="5731651"/>
            <a:ext cx="2511148" cy="145909"/>
          </a:xfrm>
        </p:spPr>
        <p:txBody>
          <a:bodyPr/>
          <a:lstStyle>
            <a:lvl1pPr marL="0" indent="0" algn="ctr">
              <a:buNone/>
              <a:defRPr sz="1200">
                <a:solidFill>
                  <a:schemeClr val="bg1"/>
                </a:solidFill>
              </a:defRPr>
            </a:lvl1pPr>
          </a:lstStyle>
          <a:p>
            <a:pPr lvl="0"/>
            <a:r>
              <a:rPr lang="de-DE"/>
              <a:t>Phone</a:t>
            </a:r>
          </a:p>
        </p:txBody>
      </p:sp>
      <p:sp>
        <p:nvSpPr>
          <p:cNvPr id="27" name="Bild">
            <a:extLst>
              <a:ext uri="{FF2B5EF4-FFF2-40B4-BE49-F238E27FC236}">
                <a16:creationId xmlns:a16="http://schemas.microsoft.com/office/drawing/2014/main" id="{DD7FE38A-51E1-4E43-BB57-1664A248CB82}"/>
              </a:ext>
            </a:extLst>
          </p:cNvPr>
          <p:cNvSpPr>
            <a:spLocks noGrp="1"/>
          </p:cNvSpPr>
          <p:nvPr>
            <p:ph type="pic" sz="quarter" idx="29"/>
          </p:nvPr>
        </p:nvSpPr>
        <p:spPr bwMode="gray">
          <a:xfrm>
            <a:off x="5016397"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en-US" noProof="0"/>
              <a:t>Click icon to add picture</a:t>
            </a:r>
            <a:endParaRPr lang="de-DE" noProof="0"/>
          </a:p>
        </p:txBody>
      </p:sp>
      <p:sp>
        <p:nvSpPr>
          <p:cNvPr id="28" name="Bild">
            <a:extLst>
              <a:ext uri="{FF2B5EF4-FFF2-40B4-BE49-F238E27FC236}">
                <a16:creationId xmlns:a16="http://schemas.microsoft.com/office/drawing/2014/main" id="{51BA8FB0-222A-0F16-0114-3BB853F45628}"/>
              </a:ext>
            </a:extLst>
          </p:cNvPr>
          <p:cNvSpPr>
            <a:spLocks noGrp="1"/>
          </p:cNvSpPr>
          <p:nvPr>
            <p:ph type="pic" sz="quarter" idx="37"/>
          </p:nvPr>
        </p:nvSpPr>
        <p:spPr bwMode="gray">
          <a:xfrm>
            <a:off x="8529896"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en-US" noProof="0"/>
              <a:t>Click icon to add picture</a:t>
            </a:r>
            <a:endParaRPr lang="de-DE" noProof="0"/>
          </a:p>
        </p:txBody>
      </p:sp>
      <p:sp>
        <p:nvSpPr>
          <p:cNvPr id="29" name="Textplatzhalter 19">
            <a:extLst>
              <a:ext uri="{FF2B5EF4-FFF2-40B4-BE49-F238E27FC236}">
                <a16:creationId xmlns:a16="http://schemas.microsoft.com/office/drawing/2014/main" id="{2FC1F118-28C7-4937-8FA8-52653C8B7B85}"/>
              </a:ext>
            </a:extLst>
          </p:cNvPr>
          <p:cNvSpPr>
            <a:spLocks noGrp="1"/>
          </p:cNvSpPr>
          <p:nvPr>
            <p:ph type="body" sz="quarter" idx="44" hasCustomPrompt="1"/>
          </p:nvPr>
        </p:nvSpPr>
        <p:spPr bwMode="gray">
          <a:xfrm>
            <a:off x="4840019" y="4463802"/>
            <a:ext cx="2511148" cy="199671"/>
          </a:xfrm>
        </p:spPr>
        <p:txBody>
          <a:bodyPr/>
          <a:lstStyle>
            <a:lvl1pPr marL="0" indent="0" algn="ctr">
              <a:buNone/>
              <a:defRPr sz="1600">
                <a:solidFill>
                  <a:schemeClr val="bg1"/>
                </a:solidFill>
              </a:defRPr>
            </a:lvl1pPr>
          </a:lstStyle>
          <a:p>
            <a:pPr lvl="0"/>
            <a:r>
              <a:rPr lang="de-DE"/>
              <a:t>Position</a:t>
            </a:r>
          </a:p>
        </p:txBody>
      </p:sp>
      <p:sp>
        <p:nvSpPr>
          <p:cNvPr id="30" name="Textplatzhalter 19">
            <a:extLst>
              <a:ext uri="{FF2B5EF4-FFF2-40B4-BE49-F238E27FC236}">
                <a16:creationId xmlns:a16="http://schemas.microsoft.com/office/drawing/2014/main" id="{9956C4FB-FC8C-0A01-8FBD-746ACAC51DFA}"/>
              </a:ext>
            </a:extLst>
          </p:cNvPr>
          <p:cNvSpPr>
            <a:spLocks noGrp="1"/>
          </p:cNvSpPr>
          <p:nvPr>
            <p:ph type="body" sz="quarter" idx="45" hasCustomPrompt="1"/>
          </p:nvPr>
        </p:nvSpPr>
        <p:spPr bwMode="gray">
          <a:xfrm>
            <a:off x="4840019" y="4686846"/>
            <a:ext cx="2511148" cy="199671"/>
          </a:xfrm>
        </p:spPr>
        <p:txBody>
          <a:bodyPr/>
          <a:lstStyle>
            <a:lvl1pPr marL="0" indent="0" algn="ctr">
              <a:buNone/>
              <a:defRPr sz="1600">
                <a:solidFill>
                  <a:schemeClr val="bg1"/>
                </a:solidFill>
              </a:defRPr>
            </a:lvl1pPr>
          </a:lstStyle>
          <a:p>
            <a:pPr lvl="0"/>
            <a:r>
              <a:rPr lang="de-DE" err="1"/>
              <a:t>Section</a:t>
            </a:r>
            <a:endParaRPr lang="de-DE"/>
          </a:p>
        </p:txBody>
      </p:sp>
      <p:sp>
        <p:nvSpPr>
          <p:cNvPr id="31" name="Textplatzhalter 19">
            <a:extLst>
              <a:ext uri="{FF2B5EF4-FFF2-40B4-BE49-F238E27FC236}">
                <a16:creationId xmlns:a16="http://schemas.microsoft.com/office/drawing/2014/main" id="{970BB876-E1DE-3E78-7E09-2CAA27FA90F2}"/>
              </a:ext>
            </a:extLst>
          </p:cNvPr>
          <p:cNvSpPr>
            <a:spLocks noGrp="1"/>
          </p:cNvSpPr>
          <p:nvPr>
            <p:ph type="body" sz="quarter" idx="46" hasCustomPrompt="1"/>
          </p:nvPr>
        </p:nvSpPr>
        <p:spPr bwMode="gray">
          <a:xfrm>
            <a:off x="4840019"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32" name="Textplatzhalter 19">
            <a:extLst>
              <a:ext uri="{FF2B5EF4-FFF2-40B4-BE49-F238E27FC236}">
                <a16:creationId xmlns:a16="http://schemas.microsoft.com/office/drawing/2014/main" id="{D9A2957C-6E58-625D-F432-838F79B9CE77}"/>
              </a:ext>
            </a:extLst>
          </p:cNvPr>
          <p:cNvSpPr>
            <a:spLocks noGrp="1"/>
          </p:cNvSpPr>
          <p:nvPr>
            <p:ph type="body" sz="quarter" idx="47" hasCustomPrompt="1"/>
          </p:nvPr>
        </p:nvSpPr>
        <p:spPr bwMode="gray">
          <a:xfrm>
            <a:off x="4840019" y="5401450"/>
            <a:ext cx="2511148" cy="145909"/>
          </a:xfrm>
        </p:spPr>
        <p:txBody>
          <a:bodyPr/>
          <a:lstStyle>
            <a:lvl1pPr marL="0" indent="0" algn="ctr">
              <a:buNone/>
              <a:defRPr sz="1200">
                <a:solidFill>
                  <a:schemeClr val="bg1"/>
                </a:solidFill>
              </a:defRPr>
            </a:lvl1pPr>
          </a:lstStyle>
          <a:p>
            <a:pPr lvl="0"/>
            <a:r>
              <a:rPr lang="de-DE"/>
              <a:t>Web</a:t>
            </a:r>
          </a:p>
        </p:txBody>
      </p:sp>
      <p:sp>
        <p:nvSpPr>
          <p:cNvPr id="33" name="Textplatzhalter 19">
            <a:extLst>
              <a:ext uri="{FF2B5EF4-FFF2-40B4-BE49-F238E27FC236}">
                <a16:creationId xmlns:a16="http://schemas.microsoft.com/office/drawing/2014/main" id="{74BEB116-9F3B-9EFD-DC83-6B0730E8AD65}"/>
              </a:ext>
            </a:extLst>
          </p:cNvPr>
          <p:cNvSpPr>
            <a:spLocks noGrp="1"/>
          </p:cNvSpPr>
          <p:nvPr>
            <p:ph type="body" sz="quarter" idx="48" hasCustomPrompt="1"/>
          </p:nvPr>
        </p:nvSpPr>
        <p:spPr bwMode="gray">
          <a:xfrm>
            <a:off x="4840019" y="5566551"/>
            <a:ext cx="2511148" cy="145909"/>
          </a:xfrm>
        </p:spPr>
        <p:txBody>
          <a:bodyPr/>
          <a:lstStyle>
            <a:lvl1pPr marL="0" indent="0" algn="ctr">
              <a:buNone/>
              <a:defRPr sz="1200">
                <a:solidFill>
                  <a:schemeClr val="bg1"/>
                </a:solidFill>
              </a:defRPr>
            </a:lvl1pPr>
          </a:lstStyle>
          <a:p>
            <a:pPr lvl="0"/>
            <a:r>
              <a:rPr lang="de-DE"/>
              <a:t>E-Mail</a:t>
            </a:r>
          </a:p>
        </p:txBody>
      </p:sp>
      <p:sp>
        <p:nvSpPr>
          <p:cNvPr id="34" name="Textplatzhalter 19">
            <a:extLst>
              <a:ext uri="{FF2B5EF4-FFF2-40B4-BE49-F238E27FC236}">
                <a16:creationId xmlns:a16="http://schemas.microsoft.com/office/drawing/2014/main" id="{4CB43218-24DA-32A8-D5BE-9A424D0A36C5}"/>
              </a:ext>
            </a:extLst>
          </p:cNvPr>
          <p:cNvSpPr>
            <a:spLocks noGrp="1"/>
          </p:cNvSpPr>
          <p:nvPr>
            <p:ph type="body" sz="quarter" idx="49" hasCustomPrompt="1"/>
          </p:nvPr>
        </p:nvSpPr>
        <p:spPr bwMode="gray">
          <a:xfrm>
            <a:off x="4840019" y="5731651"/>
            <a:ext cx="2511148" cy="145909"/>
          </a:xfrm>
        </p:spPr>
        <p:txBody>
          <a:bodyPr/>
          <a:lstStyle>
            <a:lvl1pPr marL="0" indent="0" algn="ctr">
              <a:buNone/>
              <a:defRPr sz="1200">
                <a:solidFill>
                  <a:schemeClr val="bg1"/>
                </a:solidFill>
              </a:defRPr>
            </a:lvl1pPr>
          </a:lstStyle>
          <a:p>
            <a:pPr lvl="0"/>
            <a:r>
              <a:rPr lang="de-DE"/>
              <a:t>Phone</a:t>
            </a:r>
          </a:p>
        </p:txBody>
      </p:sp>
      <p:sp>
        <p:nvSpPr>
          <p:cNvPr id="35" name="Textplatzhalter 19">
            <a:extLst>
              <a:ext uri="{FF2B5EF4-FFF2-40B4-BE49-F238E27FC236}">
                <a16:creationId xmlns:a16="http://schemas.microsoft.com/office/drawing/2014/main" id="{E81E8992-8200-DACF-50F0-649AF690BCC1}"/>
              </a:ext>
            </a:extLst>
          </p:cNvPr>
          <p:cNvSpPr>
            <a:spLocks noGrp="1"/>
          </p:cNvSpPr>
          <p:nvPr>
            <p:ph type="body" sz="quarter" idx="50" hasCustomPrompt="1"/>
          </p:nvPr>
        </p:nvSpPr>
        <p:spPr bwMode="gray">
          <a:xfrm>
            <a:off x="8353518" y="4463802"/>
            <a:ext cx="2511148" cy="199671"/>
          </a:xfrm>
        </p:spPr>
        <p:txBody>
          <a:bodyPr/>
          <a:lstStyle>
            <a:lvl1pPr marL="0" indent="0" algn="ctr">
              <a:buNone/>
              <a:defRPr sz="1600">
                <a:solidFill>
                  <a:schemeClr val="bg1"/>
                </a:solidFill>
              </a:defRPr>
            </a:lvl1pPr>
          </a:lstStyle>
          <a:p>
            <a:pPr lvl="0"/>
            <a:r>
              <a:rPr lang="de-DE"/>
              <a:t>Position</a:t>
            </a:r>
          </a:p>
        </p:txBody>
      </p:sp>
      <p:sp>
        <p:nvSpPr>
          <p:cNvPr id="36" name="Textplatzhalter 19">
            <a:extLst>
              <a:ext uri="{FF2B5EF4-FFF2-40B4-BE49-F238E27FC236}">
                <a16:creationId xmlns:a16="http://schemas.microsoft.com/office/drawing/2014/main" id="{FE10506F-CB8E-5C2C-268B-4C764467679E}"/>
              </a:ext>
            </a:extLst>
          </p:cNvPr>
          <p:cNvSpPr>
            <a:spLocks noGrp="1"/>
          </p:cNvSpPr>
          <p:nvPr>
            <p:ph type="body" sz="quarter" idx="51" hasCustomPrompt="1"/>
          </p:nvPr>
        </p:nvSpPr>
        <p:spPr bwMode="gray">
          <a:xfrm>
            <a:off x="8353518" y="4686846"/>
            <a:ext cx="2511148" cy="199671"/>
          </a:xfrm>
        </p:spPr>
        <p:txBody>
          <a:bodyPr/>
          <a:lstStyle>
            <a:lvl1pPr marL="0" indent="0" algn="ctr">
              <a:buNone/>
              <a:defRPr sz="1600">
                <a:solidFill>
                  <a:schemeClr val="bg1"/>
                </a:solidFill>
              </a:defRPr>
            </a:lvl1pPr>
          </a:lstStyle>
          <a:p>
            <a:pPr lvl="0"/>
            <a:r>
              <a:rPr lang="de-DE" err="1"/>
              <a:t>Section</a:t>
            </a:r>
            <a:endParaRPr lang="de-DE"/>
          </a:p>
        </p:txBody>
      </p:sp>
      <p:sp>
        <p:nvSpPr>
          <p:cNvPr id="37" name="Textplatzhalter 19">
            <a:extLst>
              <a:ext uri="{FF2B5EF4-FFF2-40B4-BE49-F238E27FC236}">
                <a16:creationId xmlns:a16="http://schemas.microsoft.com/office/drawing/2014/main" id="{A71613BB-31C5-D570-5383-46C9D241237C}"/>
              </a:ext>
            </a:extLst>
          </p:cNvPr>
          <p:cNvSpPr>
            <a:spLocks noGrp="1"/>
          </p:cNvSpPr>
          <p:nvPr>
            <p:ph type="body" sz="quarter" idx="52" hasCustomPrompt="1"/>
          </p:nvPr>
        </p:nvSpPr>
        <p:spPr bwMode="gray">
          <a:xfrm>
            <a:off x="8353518"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38" name="Textplatzhalter 19">
            <a:extLst>
              <a:ext uri="{FF2B5EF4-FFF2-40B4-BE49-F238E27FC236}">
                <a16:creationId xmlns:a16="http://schemas.microsoft.com/office/drawing/2014/main" id="{12B33152-4061-29D7-B525-D62B4334363A}"/>
              </a:ext>
            </a:extLst>
          </p:cNvPr>
          <p:cNvSpPr>
            <a:spLocks noGrp="1"/>
          </p:cNvSpPr>
          <p:nvPr>
            <p:ph type="body" sz="quarter" idx="53" hasCustomPrompt="1"/>
          </p:nvPr>
        </p:nvSpPr>
        <p:spPr bwMode="gray">
          <a:xfrm>
            <a:off x="8353518" y="5401450"/>
            <a:ext cx="2511148" cy="145909"/>
          </a:xfrm>
        </p:spPr>
        <p:txBody>
          <a:bodyPr/>
          <a:lstStyle>
            <a:lvl1pPr marL="0" indent="0" algn="ctr">
              <a:buNone/>
              <a:defRPr sz="1200">
                <a:solidFill>
                  <a:schemeClr val="bg1"/>
                </a:solidFill>
              </a:defRPr>
            </a:lvl1pPr>
          </a:lstStyle>
          <a:p>
            <a:pPr lvl="0"/>
            <a:r>
              <a:rPr lang="de-DE"/>
              <a:t>Web</a:t>
            </a:r>
          </a:p>
        </p:txBody>
      </p:sp>
      <p:sp>
        <p:nvSpPr>
          <p:cNvPr id="39" name="Textplatzhalter 19">
            <a:extLst>
              <a:ext uri="{FF2B5EF4-FFF2-40B4-BE49-F238E27FC236}">
                <a16:creationId xmlns:a16="http://schemas.microsoft.com/office/drawing/2014/main" id="{37EE4F2D-7C8F-4CB3-34E5-18895BF5B401}"/>
              </a:ext>
            </a:extLst>
          </p:cNvPr>
          <p:cNvSpPr>
            <a:spLocks noGrp="1"/>
          </p:cNvSpPr>
          <p:nvPr>
            <p:ph type="body" sz="quarter" idx="54" hasCustomPrompt="1"/>
          </p:nvPr>
        </p:nvSpPr>
        <p:spPr bwMode="gray">
          <a:xfrm>
            <a:off x="8353518" y="5566551"/>
            <a:ext cx="2511148" cy="145909"/>
          </a:xfrm>
        </p:spPr>
        <p:txBody>
          <a:bodyPr/>
          <a:lstStyle>
            <a:lvl1pPr marL="0" indent="0" algn="ctr">
              <a:buNone/>
              <a:defRPr sz="1200">
                <a:solidFill>
                  <a:schemeClr val="bg1"/>
                </a:solidFill>
              </a:defRPr>
            </a:lvl1pPr>
          </a:lstStyle>
          <a:p>
            <a:pPr lvl="0"/>
            <a:r>
              <a:rPr lang="de-DE"/>
              <a:t>E-Mail</a:t>
            </a:r>
          </a:p>
        </p:txBody>
      </p:sp>
      <p:sp>
        <p:nvSpPr>
          <p:cNvPr id="40" name="Textplatzhalter 19">
            <a:extLst>
              <a:ext uri="{FF2B5EF4-FFF2-40B4-BE49-F238E27FC236}">
                <a16:creationId xmlns:a16="http://schemas.microsoft.com/office/drawing/2014/main" id="{A171BA9E-108C-6597-2BE9-C9463EA96A99}"/>
              </a:ext>
            </a:extLst>
          </p:cNvPr>
          <p:cNvSpPr>
            <a:spLocks noGrp="1"/>
          </p:cNvSpPr>
          <p:nvPr>
            <p:ph type="body" sz="quarter" idx="55" hasCustomPrompt="1"/>
          </p:nvPr>
        </p:nvSpPr>
        <p:spPr bwMode="gray">
          <a:xfrm>
            <a:off x="8353518" y="5731651"/>
            <a:ext cx="2511148" cy="145909"/>
          </a:xfrm>
        </p:spPr>
        <p:txBody>
          <a:bodyPr/>
          <a:lstStyle>
            <a:lvl1pPr marL="0" indent="0" algn="ctr">
              <a:buNone/>
              <a:defRPr sz="1200">
                <a:solidFill>
                  <a:schemeClr val="bg1"/>
                </a:solidFill>
              </a:defRPr>
            </a:lvl1pPr>
          </a:lstStyle>
          <a:p>
            <a:pPr lvl="0"/>
            <a:r>
              <a:rPr lang="de-DE"/>
              <a:t>Phone</a:t>
            </a:r>
          </a:p>
        </p:txBody>
      </p:sp>
      <p:cxnSp>
        <p:nvCxnSpPr>
          <p:cNvPr id="3" name="Gerader Verbinder 2">
            <a:extLst>
              <a:ext uri="{FF2B5EF4-FFF2-40B4-BE49-F238E27FC236}">
                <a16:creationId xmlns:a16="http://schemas.microsoft.com/office/drawing/2014/main" id="{D7355B3D-D952-564D-F6B5-38C981C2232A}"/>
              </a:ext>
            </a:extLst>
          </p:cNvPr>
          <p:cNvCxnSpPr>
            <a:cxnSpLocks/>
          </p:cNvCxnSpPr>
          <p:nvPr userDrawn="1"/>
        </p:nvCxnSpPr>
        <p:spPr bwMode="gray">
          <a:xfrm flipH="1">
            <a:off x="9343662"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4AD9BFD0-8B33-C4F2-26EA-F781EC378742}"/>
              </a:ext>
            </a:extLst>
          </p:cNvPr>
          <p:cNvCxnSpPr>
            <a:cxnSpLocks/>
          </p:cNvCxnSpPr>
          <p:nvPr userDrawn="1"/>
        </p:nvCxnSpPr>
        <p:spPr bwMode="gray">
          <a:xfrm flipH="1">
            <a:off x="5830163"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96B9A061-2542-A110-021C-60C378C2E63B}"/>
              </a:ext>
            </a:extLst>
          </p:cNvPr>
          <p:cNvCxnSpPr>
            <a:cxnSpLocks/>
          </p:cNvCxnSpPr>
          <p:nvPr userDrawn="1"/>
        </p:nvCxnSpPr>
        <p:spPr bwMode="gray">
          <a:xfrm flipH="1">
            <a:off x="2316664"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5" name="Grafik 14" descr="NTT DATA Logo">
            <a:extLst>
              <a:ext uri="{FF2B5EF4-FFF2-40B4-BE49-F238E27FC236}">
                <a16:creationId xmlns:a16="http://schemas.microsoft.com/office/drawing/2014/main" id="{9BE7D961-DA80-5A82-4947-59D636E68B9A}"/>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66997"/>
            <a:ext cx="1288971" cy="262800"/>
          </a:xfrm>
          <a:prstGeom prst="rect">
            <a:avLst/>
          </a:prstGeom>
        </p:spPr>
      </p:pic>
    </p:spTree>
    <p:extLst>
      <p:ext uri="{BB962C8B-B14F-4D97-AF65-F5344CB8AC3E}">
        <p14:creationId xmlns:p14="http://schemas.microsoft.com/office/powerpoint/2010/main" val="39348514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_Contact_4">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accent6"/>
                </a:solidFill>
              </a:defRPr>
            </a:lvl1pPr>
          </a:lstStyle>
          <a:p>
            <a:r>
              <a:rPr lang="en-US"/>
              <a:t>© </a:t>
            </a:r>
            <a:fld id="{0CDBEC1D-DF2D-4080-B448-33A8A7F069A3}" type="datetimeyyyy">
              <a:rPr lang="en-US" smtClean="0"/>
              <a:pPr/>
              <a:t>2026</a:t>
            </a:fld>
            <a:r>
              <a:rPr lang="en-US"/>
              <a:t>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
        <p:nvSpPr>
          <p:cNvPr id="3" name="Bild">
            <a:extLst>
              <a:ext uri="{FF2B5EF4-FFF2-40B4-BE49-F238E27FC236}">
                <a16:creationId xmlns:a16="http://schemas.microsoft.com/office/drawing/2014/main" id="{2A5B58F7-6571-4DC4-52C5-89B52F0B8122}"/>
              </a:ext>
            </a:extLst>
          </p:cNvPr>
          <p:cNvSpPr>
            <a:spLocks noGrp="1"/>
          </p:cNvSpPr>
          <p:nvPr>
            <p:ph type="pic" sz="quarter" idx="18"/>
          </p:nvPr>
        </p:nvSpPr>
        <p:spPr bwMode="gray">
          <a:xfrm>
            <a:off x="849755"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en-US" noProof="0"/>
              <a:t>Click icon to add picture</a:t>
            </a:r>
            <a:endParaRPr lang="de-DE" noProof="0"/>
          </a:p>
        </p:txBody>
      </p:sp>
      <p:sp>
        <p:nvSpPr>
          <p:cNvPr id="14" name="Textplatzhalter 19">
            <a:extLst>
              <a:ext uri="{FF2B5EF4-FFF2-40B4-BE49-F238E27FC236}">
                <a16:creationId xmlns:a16="http://schemas.microsoft.com/office/drawing/2014/main" id="{1BC2DEA3-6146-E2B7-B8EF-0A098B405B6F}"/>
              </a:ext>
            </a:extLst>
          </p:cNvPr>
          <p:cNvSpPr>
            <a:spLocks noGrp="1"/>
          </p:cNvSpPr>
          <p:nvPr>
            <p:ph type="body" sz="quarter" idx="20" hasCustomPrompt="1"/>
          </p:nvPr>
        </p:nvSpPr>
        <p:spPr bwMode="gray">
          <a:xfrm>
            <a:off x="673377" y="4463802"/>
            <a:ext cx="2511148" cy="199671"/>
          </a:xfrm>
        </p:spPr>
        <p:txBody>
          <a:bodyPr/>
          <a:lstStyle>
            <a:lvl1pPr marL="0" indent="0" algn="ctr">
              <a:buNone/>
              <a:defRPr sz="1600">
                <a:solidFill>
                  <a:schemeClr val="bg1"/>
                </a:solidFill>
              </a:defRPr>
            </a:lvl1pPr>
          </a:lstStyle>
          <a:p>
            <a:pPr lvl="0"/>
            <a:r>
              <a:rPr lang="de-DE"/>
              <a:t>Position</a:t>
            </a:r>
          </a:p>
        </p:txBody>
      </p:sp>
      <p:sp>
        <p:nvSpPr>
          <p:cNvPr id="15" name="Textplatzhalter 19">
            <a:extLst>
              <a:ext uri="{FF2B5EF4-FFF2-40B4-BE49-F238E27FC236}">
                <a16:creationId xmlns:a16="http://schemas.microsoft.com/office/drawing/2014/main" id="{B8E80BF5-8647-E0C4-2C30-BE556DB9B8A2}"/>
              </a:ext>
            </a:extLst>
          </p:cNvPr>
          <p:cNvSpPr>
            <a:spLocks noGrp="1"/>
          </p:cNvSpPr>
          <p:nvPr>
            <p:ph type="body" sz="quarter" idx="24" hasCustomPrompt="1"/>
          </p:nvPr>
        </p:nvSpPr>
        <p:spPr bwMode="gray">
          <a:xfrm>
            <a:off x="673377" y="4686846"/>
            <a:ext cx="2511148" cy="199671"/>
          </a:xfrm>
        </p:spPr>
        <p:txBody>
          <a:bodyPr/>
          <a:lstStyle>
            <a:lvl1pPr marL="0" indent="0" algn="ctr">
              <a:buNone/>
              <a:defRPr sz="1600">
                <a:solidFill>
                  <a:schemeClr val="bg1"/>
                </a:solidFill>
              </a:defRPr>
            </a:lvl1pPr>
          </a:lstStyle>
          <a:p>
            <a:pPr lvl="0"/>
            <a:r>
              <a:rPr lang="de-DE" err="1"/>
              <a:t>Section</a:t>
            </a:r>
            <a:endParaRPr lang="de-DE"/>
          </a:p>
        </p:txBody>
      </p:sp>
      <p:sp>
        <p:nvSpPr>
          <p:cNvPr id="16" name="Textplatzhalter 19">
            <a:extLst>
              <a:ext uri="{FF2B5EF4-FFF2-40B4-BE49-F238E27FC236}">
                <a16:creationId xmlns:a16="http://schemas.microsoft.com/office/drawing/2014/main" id="{358C96F8-4CBF-4103-655D-C3EEC238DEE1}"/>
              </a:ext>
            </a:extLst>
          </p:cNvPr>
          <p:cNvSpPr>
            <a:spLocks noGrp="1"/>
          </p:cNvSpPr>
          <p:nvPr>
            <p:ph type="body" sz="quarter" idx="25" hasCustomPrompt="1"/>
          </p:nvPr>
        </p:nvSpPr>
        <p:spPr bwMode="gray">
          <a:xfrm>
            <a:off x="673377"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17" name="Textplatzhalter 19">
            <a:extLst>
              <a:ext uri="{FF2B5EF4-FFF2-40B4-BE49-F238E27FC236}">
                <a16:creationId xmlns:a16="http://schemas.microsoft.com/office/drawing/2014/main" id="{9FB3B7BA-84AB-767A-6945-047A5BC05E76}"/>
              </a:ext>
            </a:extLst>
          </p:cNvPr>
          <p:cNvSpPr>
            <a:spLocks noGrp="1"/>
          </p:cNvSpPr>
          <p:nvPr>
            <p:ph type="body" sz="quarter" idx="26" hasCustomPrompt="1"/>
          </p:nvPr>
        </p:nvSpPr>
        <p:spPr bwMode="gray">
          <a:xfrm>
            <a:off x="673377" y="5401450"/>
            <a:ext cx="2511148" cy="145909"/>
          </a:xfrm>
        </p:spPr>
        <p:txBody>
          <a:bodyPr/>
          <a:lstStyle>
            <a:lvl1pPr marL="0" indent="0" algn="ctr">
              <a:buNone/>
              <a:defRPr sz="1200">
                <a:solidFill>
                  <a:schemeClr val="bg1"/>
                </a:solidFill>
              </a:defRPr>
            </a:lvl1pPr>
          </a:lstStyle>
          <a:p>
            <a:pPr lvl="0"/>
            <a:r>
              <a:rPr lang="de-DE"/>
              <a:t>Web</a:t>
            </a:r>
          </a:p>
        </p:txBody>
      </p:sp>
      <p:sp>
        <p:nvSpPr>
          <p:cNvPr id="18" name="Textplatzhalter 19">
            <a:extLst>
              <a:ext uri="{FF2B5EF4-FFF2-40B4-BE49-F238E27FC236}">
                <a16:creationId xmlns:a16="http://schemas.microsoft.com/office/drawing/2014/main" id="{5B477043-CC96-8DC5-1C2C-C3700FC5F86F}"/>
              </a:ext>
            </a:extLst>
          </p:cNvPr>
          <p:cNvSpPr>
            <a:spLocks noGrp="1"/>
          </p:cNvSpPr>
          <p:nvPr>
            <p:ph type="body" sz="quarter" idx="27" hasCustomPrompt="1"/>
          </p:nvPr>
        </p:nvSpPr>
        <p:spPr bwMode="gray">
          <a:xfrm>
            <a:off x="673377" y="5566551"/>
            <a:ext cx="2511148" cy="145909"/>
          </a:xfrm>
        </p:spPr>
        <p:txBody>
          <a:bodyPr/>
          <a:lstStyle>
            <a:lvl1pPr marL="0" indent="0" algn="ctr">
              <a:buNone/>
              <a:defRPr sz="1200">
                <a:solidFill>
                  <a:schemeClr val="bg1"/>
                </a:solidFill>
              </a:defRPr>
            </a:lvl1pPr>
          </a:lstStyle>
          <a:p>
            <a:pPr lvl="0"/>
            <a:r>
              <a:rPr lang="de-DE"/>
              <a:t>E-Mail</a:t>
            </a:r>
          </a:p>
        </p:txBody>
      </p:sp>
      <p:sp>
        <p:nvSpPr>
          <p:cNvPr id="19" name="Textplatzhalter 19">
            <a:extLst>
              <a:ext uri="{FF2B5EF4-FFF2-40B4-BE49-F238E27FC236}">
                <a16:creationId xmlns:a16="http://schemas.microsoft.com/office/drawing/2014/main" id="{14E53D44-2EB1-DE97-3776-CB86868FFB3C}"/>
              </a:ext>
            </a:extLst>
          </p:cNvPr>
          <p:cNvSpPr>
            <a:spLocks noGrp="1"/>
          </p:cNvSpPr>
          <p:nvPr>
            <p:ph type="body" sz="quarter" idx="28" hasCustomPrompt="1"/>
          </p:nvPr>
        </p:nvSpPr>
        <p:spPr bwMode="gray">
          <a:xfrm>
            <a:off x="673377" y="5731651"/>
            <a:ext cx="2511148" cy="145909"/>
          </a:xfrm>
        </p:spPr>
        <p:txBody>
          <a:bodyPr/>
          <a:lstStyle>
            <a:lvl1pPr marL="0" indent="0" algn="ctr">
              <a:buNone/>
              <a:defRPr sz="1200">
                <a:solidFill>
                  <a:schemeClr val="bg1"/>
                </a:solidFill>
              </a:defRPr>
            </a:lvl1pPr>
          </a:lstStyle>
          <a:p>
            <a:pPr lvl="0"/>
            <a:r>
              <a:rPr lang="de-DE"/>
              <a:t>Phone</a:t>
            </a:r>
          </a:p>
        </p:txBody>
      </p:sp>
      <p:sp>
        <p:nvSpPr>
          <p:cNvPr id="20" name="Bild">
            <a:extLst>
              <a:ext uri="{FF2B5EF4-FFF2-40B4-BE49-F238E27FC236}">
                <a16:creationId xmlns:a16="http://schemas.microsoft.com/office/drawing/2014/main" id="{679554FC-C9C0-481C-A95E-C08D8D61BD9D}"/>
              </a:ext>
            </a:extLst>
          </p:cNvPr>
          <p:cNvSpPr>
            <a:spLocks noGrp="1"/>
          </p:cNvSpPr>
          <p:nvPr>
            <p:ph type="pic" sz="quarter" idx="29"/>
          </p:nvPr>
        </p:nvSpPr>
        <p:spPr bwMode="gray">
          <a:xfrm>
            <a:off x="6405279"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en-US" noProof="0"/>
              <a:t>Click icon to add picture</a:t>
            </a:r>
            <a:endParaRPr lang="de-DE" noProof="0"/>
          </a:p>
        </p:txBody>
      </p:sp>
      <p:sp>
        <p:nvSpPr>
          <p:cNvPr id="21" name="Bild">
            <a:extLst>
              <a:ext uri="{FF2B5EF4-FFF2-40B4-BE49-F238E27FC236}">
                <a16:creationId xmlns:a16="http://schemas.microsoft.com/office/drawing/2014/main" id="{E5FC9244-6206-AE10-AE4D-CEABAC3D8DE5}"/>
              </a:ext>
            </a:extLst>
          </p:cNvPr>
          <p:cNvSpPr>
            <a:spLocks noGrp="1"/>
          </p:cNvSpPr>
          <p:nvPr>
            <p:ph type="pic" sz="quarter" idx="36"/>
          </p:nvPr>
        </p:nvSpPr>
        <p:spPr bwMode="gray">
          <a:xfrm>
            <a:off x="3627517"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en-US" noProof="0"/>
              <a:t>Click icon to add picture</a:t>
            </a:r>
            <a:endParaRPr lang="de-DE" noProof="0"/>
          </a:p>
        </p:txBody>
      </p:sp>
      <p:sp>
        <p:nvSpPr>
          <p:cNvPr id="22" name="Bild">
            <a:extLst>
              <a:ext uri="{FF2B5EF4-FFF2-40B4-BE49-F238E27FC236}">
                <a16:creationId xmlns:a16="http://schemas.microsoft.com/office/drawing/2014/main" id="{43603E40-2CF2-F812-F348-AD05E8CED302}"/>
              </a:ext>
            </a:extLst>
          </p:cNvPr>
          <p:cNvSpPr>
            <a:spLocks noGrp="1"/>
          </p:cNvSpPr>
          <p:nvPr>
            <p:ph type="pic" sz="quarter" idx="37"/>
          </p:nvPr>
        </p:nvSpPr>
        <p:spPr bwMode="gray">
          <a:xfrm>
            <a:off x="9183040"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en-US" noProof="0"/>
              <a:t>Click icon to add picture</a:t>
            </a:r>
            <a:endParaRPr lang="de-DE" noProof="0"/>
          </a:p>
        </p:txBody>
      </p:sp>
      <p:sp>
        <p:nvSpPr>
          <p:cNvPr id="23" name="Textplatzhalter 19">
            <a:extLst>
              <a:ext uri="{FF2B5EF4-FFF2-40B4-BE49-F238E27FC236}">
                <a16:creationId xmlns:a16="http://schemas.microsoft.com/office/drawing/2014/main" id="{6A54E0CE-F3C1-3C72-6B0B-2E3525AE191B}"/>
              </a:ext>
            </a:extLst>
          </p:cNvPr>
          <p:cNvSpPr>
            <a:spLocks noGrp="1"/>
          </p:cNvSpPr>
          <p:nvPr>
            <p:ph type="body" sz="quarter" idx="38" hasCustomPrompt="1"/>
          </p:nvPr>
        </p:nvSpPr>
        <p:spPr bwMode="gray">
          <a:xfrm>
            <a:off x="3451139" y="4463802"/>
            <a:ext cx="2511148" cy="199671"/>
          </a:xfrm>
        </p:spPr>
        <p:txBody>
          <a:bodyPr/>
          <a:lstStyle>
            <a:lvl1pPr marL="0" indent="0" algn="ctr">
              <a:buNone/>
              <a:defRPr sz="1600">
                <a:solidFill>
                  <a:schemeClr val="bg1"/>
                </a:solidFill>
              </a:defRPr>
            </a:lvl1pPr>
          </a:lstStyle>
          <a:p>
            <a:pPr lvl="0"/>
            <a:r>
              <a:rPr lang="de-DE"/>
              <a:t>Position</a:t>
            </a:r>
          </a:p>
        </p:txBody>
      </p:sp>
      <p:sp>
        <p:nvSpPr>
          <p:cNvPr id="24" name="Textplatzhalter 19">
            <a:extLst>
              <a:ext uri="{FF2B5EF4-FFF2-40B4-BE49-F238E27FC236}">
                <a16:creationId xmlns:a16="http://schemas.microsoft.com/office/drawing/2014/main" id="{91E2F9BC-0D27-4B03-A91F-BA3418D3F143}"/>
              </a:ext>
            </a:extLst>
          </p:cNvPr>
          <p:cNvSpPr>
            <a:spLocks noGrp="1"/>
          </p:cNvSpPr>
          <p:nvPr>
            <p:ph type="body" sz="quarter" idx="39" hasCustomPrompt="1"/>
          </p:nvPr>
        </p:nvSpPr>
        <p:spPr bwMode="gray">
          <a:xfrm>
            <a:off x="3451139" y="4686846"/>
            <a:ext cx="2511148" cy="199671"/>
          </a:xfrm>
        </p:spPr>
        <p:txBody>
          <a:bodyPr/>
          <a:lstStyle>
            <a:lvl1pPr marL="0" indent="0" algn="ctr">
              <a:buNone/>
              <a:defRPr sz="1600">
                <a:solidFill>
                  <a:schemeClr val="bg1"/>
                </a:solidFill>
              </a:defRPr>
            </a:lvl1pPr>
          </a:lstStyle>
          <a:p>
            <a:pPr lvl="0"/>
            <a:r>
              <a:rPr lang="de-DE" err="1"/>
              <a:t>Section</a:t>
            </a:r>
            <a:endParaRPr lang="de-DE"/>
          </a:p>
        </p:txBody>
      </p:sp>
      <p:sp>
        <p:nvSpPr>
          <p:cNvPr id="25" name="Textplatzhalter 19">
            <a:extLst>
              <a:ext uri="{FF2B5EF4-FFF2-40B4-BE49-F238E27FC236}">
                <a16:creationId xmlns:a16="http://schemas.microsoft.com/office/drawing/2014/main" id="{B19C57C2-CEFF-904C-F57F-98CB3CB83ED6}"/>
              </a:ext>
            </a:extLst>
          </p:cNvPr>
          <p:cNvSpPr>
            <a:spLocks noGrp="1"/>
          </p:cNvSpPr>
          <p:nvPr>
            <p:ph type="body" sz="quarter" idx="40" hasCustomPrompt="1"/>
          </p:nvPr>
        </p:nvSpPr>
        <p:spPr bwMode="gray">
          <a:xfrm>
            <a:off x="3451139"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26" name="Textplatzhalter 19">
            <a:extLst>
              <a:ext uri="{FF2B5EF4-FFF2-40B4-BE49-F238E27FC236}">
                <a16:creationId xmlns:a16="http://schemas.microsoft.com/office/drawing/2014/main" id="{D4A631FC-276C-6317-C57C-DBF382524413}"/>
              </a:ext>
            </a:extLst>
          </p:cNvPr>
          <p:cNvSpPr>
            <a:spLocks noGrp="1"/>
          </p:cNvSpPr>
          <p:nvPr>
            <p:ph type="body" sz="quarter" idx="41" hasCustomPrompt="1"/>
          </p:nvPr>
        </p:nvSpPr>
        <p:spPr bwMode="gray">
          <a:xfrm>
            <a:off x="3451139" y="5401450"/>
            <a:ext cx="2511148" cy="145909"/>
          </a:xfrm>
        </p:spPr>
        <p:txBody>
          <a:bodyPr/>
          <a:lstStyle>
            <a:lvl1pPr marL="0" indent="0" algn="ctr">
              <a:buNone/>
              <a:defRPr sz="1200">
                <a:solidFill>
                  <a:schemeClr val="bg1"/>
                </a:solidFill>
              </a:defRPr>
            </a:lvl1pPr>
          </a:lstStyle>
          <a:p>
            <a:pPr lvl="0"/>
            <a:r>
              <a:rPr lang="de-DE"/>
              <a:t>Web</a:t>
            </a:r>
          </a:p>
        </p:txBody>
      </p:sp>
      <p:sp>
        <p:nvSpPr>
          <p:cNvPr id="41" name="Textplatzhalter 19">
            <a:extLst>
              <a:ext uri="{FF2B5EF4-FFF2-40B4-BE49-F238E27FC236}">
                <a16:creationId xmlns:a16="http://schemas.microsoft.com/office/drawing/2014/main" id="{5C5A3CF2-D46D-F6E8-1B26-D5561C1E7AD7}"/>
              </a:ext>
            </a:extLst>
          </p:cNvPr>
          <p:cNvSpPr>
            <a:spLocks noGrp="1"/>
          </p:cNvSpPr>
          <p:nvPr>
            <p:ph type="body" sz="quarter" idx="42" hasCustomPrompt="1"/>
          </p:nvPr>
        </p:nvSpPr>
        <p:spPr bwMode="gray">
          <a:xfrm>
            <a:off x="3451139" y="5566551"/>
            <a:ext cx="2511148" cy="145909"/>
          </a:xfrm>
        </p:spPr>
        <p:txBody>
          <a:bodyPr/>
          <a:lstStyle>
            <a:lvl1pPr marL="0" indent="0" algn="ctr">
              <a:buNone/>
              <a:defRPr sz="1200">
                <a:solidFill>
                  <a:schemeClr val="bg1"/>
                </a:solidFill>
              </a:defRPr>
            </a:lvl1pPr>
          </a:lstStyle>
          <a:p>
            <a:pPr lvl="0"/>
            <a:r>
              <a:rPr lang="de-DE"/>
              <a:t>E-Mail</a:t>
            </a:r>
          </a:p>
        </p:txBody>
      </p:sp>
      <p:sp>
        <p:nvSpPr>
          <p:cNvPr id="42" name="Textplatzhalter 19">
            <a:extLst>
              <a:ext uri="{FF2B5EF4-FFF2-40B4-BE49-F238E27FC236}">
                <a16:creationId xmlns:a16="http://schemas.microsoft.com/office/drawing/2014/main" id="{67F71007-B96D-0098-ECE9-140939362478}"/>
              </a:ext>
            </a:extLst>
          </p:cNvPr>
          <p:cNvSpPr>
            <a:spLocks noGrp="1"/>
          </p:cNvSpPr>
          <p:nvPr>
            <p:ph type="body" sz="quarter" idx="43" hasCustomPrompt="1"/>
          </p:nvPr>
        </p:nvSpPr>
        <p:spPr bwMode="gray">
          <a:xfrm>
            <a:off x="3451139" y="5731651"/>
            <a:ext cx="2511148" cy="145909"/>
          </a:xfrm>
        </p:spPr>
        <p:txBody>
          <a:bodyPr/>
          <a:lstStyle>
            <a:lvl1pPr marL="0" indent="0" algn="ctr">
              <a:buNone/>
              <a:defRPr sz="1200">
                <a:solidFill>
                  <a:schemeClr val="bg1"/>
                </a:solidFill>
              </a:defRPr>
            </a:lvl1pPr>
          </a:lstStyle>
          <a:p>
            <a:pPr lvl="0"/>
            <a:r>
              <a:rPr lang="de-DE"/>
              <a:t>Phone</a:t>
            </a:r>
          </a:p>
        </p:txBody>
      </p:sp>
      <p:sp>
        <p:nvSpPr>
          <p:cNvPr id="43" name="Textplatzhalter 19">
            <a:extLst>
              <a:ext uri="{FF2B5EF4-FFF2-40B4-BE49-F238E27FC236}">
                <a16:creationId xmlns:a16="http://schemas.microsoft.com/office/drawing/2014/main" id="{0E48DE33-97F5-F8DA-6613-F0B97BE8F4B6}"/>
              </a:ext>
            </a:extLst>
          </p:cNvPr>
          <p:cNvSpPr>
            <a:spLocks noGrp="1"/>
          </p:cNvSpPr>
          <p:nvPr>
            <p:ph type="body" sz="quarter" idx="44" hasCustomPrompt="1"/>
          </p:nvPr>
        </p:nvSpPr>
        <p:spPr bwMode="gray">
          <a:xfrm>
            <a:off x="6228901" y="4463802"/>
            <a:ext cx="2511148" cy="199671"/>
          </a:xfrm>
        </p:spPr>
        <p:txBody>
          <a:bodyPr/>
          <a:lstStyle>
            <a:lvl1pPr marL="0" indent="0" algn="ctr">
              <a:buNone/>
              <a:defRPr sz="1600">
                <a:solidFill>
                  <a:schemeClr val="bg1"/>
                </a:solidFill>
              </a:defRPr>
            </a:lvl1pPr>
          </a:lstStyle>
          <a:p>
            <a:pPr lvl="0"/>
            <a:r>
              <a:rPr lang="de-DE"/>
              <a:t>Position</a:t>
            </a:r>
          </a:p>
        </p:txBody>
      </p:sp>
      <p:sp>
        <p:nvSpPr>
          <p:cNvPr id="44" name="Textplatzhalter 19">
            <a:extLst>
              <a:ext uri="{FF2B5EF4-FFF2-40B4-BE49-F238E27FC236}">
                <a16:creationId xmlns:a16="http://schemas.microsoft.com/office/drawing/2014/main" id="{8845C0FD-9FB9-7487-76A8-6BE7FD80151C}"/>
              </a:ext>
            </a:extLst>
          </p:cNvPr>
          <p:cNvSpPr>
            <a:spLocks noGrp="1"/>
          </p:cNvSpPr>
          <p:nvPr>
            <p:ph type="body" sz="quarter" idx="45" hasCustomPrompt="1"/>
          </p:nvPr>
        </p:nvSpPr>
        <p:spPr bwMode="gray">
          <a:xfrm>
            <a:off x="6228901" y="4686846"/>
            <a:ext cx="2511148" cy="199671"/>
          </a:xfrm>
        </p:spPr>
        <p:txBody>
          <a:bodyPr/>
          <a:lstStyle>
            <a:lvl1pPr marL="0" indent="0" algn="ctr">
              <a:buNone/>
              <a:defRPr sz="1600">
                <a:solidFill>
                  <a:schemeClr val="bg1"/>
                </a:solidFill>
              </a:defRPr>
            </a:lvl1pPr>
          </a:lstStyle>
          <a:p>
            <a:pPr lvl="0"/>
            <a:r>
              <a:rPr lang="de-DE" err="1"/>
              <a:t>Section</a:t>
            </a:r>
            <a:endParaRPr lang="de-DE"/>
          </a:p>
        </p:txBody>
      </p:sp>
      <p:sp>
        <p:nvSpPr>
          <p:cNvPr id="45" name="Textplatzhalter 19">
            <a:extLst>
              <a:ext uri="{FF2B5EF4-FFF2-40B4-BE49-F238E27FC236}">
                <a16:creationId xmlns:a16="http://schemas.microsoft.com/office/drawing/2014/main" id="{6AA843EA-66C9-C7F9-45EC-A18E7D27C2A1}"/>
              </a:ext>
            </a:extLst>
          </p:cNvPr>
          <p:cNvSpPr>
            <a:spLocks noGrp="1"/>
          </p:cNvSpPr>
          <p:nvPr>
            <p:ph type="body" sz="quarter" idx="46" hasCustomPrompt="1"/>
          </p:nvPr>
        </p:nvSpPr>
        <p:spPr bwMode="gray">
          <a:xfrm>
            <a:off x="6228901"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46" name="Textplatzhalter 19">
            <a:extLst>
              <a:ext uri="{FF2B5EF4-FFF2-40B4-BE49-F238E27FC236}">
                <a16:creationId xmlns:a16="http://schemas.microsoft.com/office/drawing/2014/main" id="{2FB8C341-EEED-B1B1-4144-6806EC67046F}"/>
              </a:ext>
            </a:extLst>
          </p:cNvPr>
          <p:cNvSpPr>
            <a:spLocks noGrp="1"/>
          </p:cNvSpPr>
          <p:nvPr>
            <p:ph type="body" sz="quarter" idx="47" hasCustomPrompt="1"/>
          </p:nvPr>
        </p:nvSpPr>
        <p:spPr bwMode="gray">
          <a:xfrm>
            <a:off x="6228901" y="5401450"/>
            <a:ext cx="2511148" cy="145909"/>
          </a:xfrm>
        </p:spPr>
        <p:txBody>
          <a:bodyPr/>
          <a:lstStyle>
            <a:lvl1pPr marL="0" indent="0" algn="ctr">
              <a:buNone/>
              <a:defRPr sz="1200">
                <a:solidFill>
                  <a:schemeClr val="bg1"/>
                </a:solidFill>
              </a:defRPr>
            </a:lvl1pPr>
          </a:lstStyle>
          <a:p>
            <a:pPr lvl="0"/>
            <a:r>
              <a:rPr lang="de-DE"/>
              <a:t>Web</a:t>
            </a:r>
          </a:p>
        </p:txBody>
      </p:sp>
      <p:sp>
        <p:nvSpPr>
          <p:cNvPr id="47" name="Textplatzhalter 19">
            <a:extLst>
              <a:ext uri="{FF2B5EF4-FFF2-40B4-BE49-F238E27FC236}">
                <a16:creationId xmlns:a16="http://schemas.microsoft.com/office/drawing/2014/main" id="{47AF57AA-E604-29E8-C184-EAC74301823B}"/>
              </a:ext>
            </a:extLst>
          </p:cNvPr>
          <p:cNvSpPr>
            <a:spLocks noGrp="1"/>
          </p:cNvSpPr>
          <p:nvPr>
            <p:ph type="body" sz="quarter" idx="48" hasCustomPrompt="1"/>
          </p:nvPr>
        </p:nvSpPr>
        <p:spPr bwMode="gray">
          <a:xfrm>
            <a:off x="6228901" y="5566551"/>
            <a:ext cx="2511148" cy="145909"/>
          </a:xfrm>
        </p:spPr>
        <p:txBody>
          <a:bodyPr/>
          <a:lstStyle>
            <a:lvl1pPr marL="0" indent="0" algn="ctr">
              <a:buNone/>
              <a:defRPr sz="1200">
                <a:solidFill>
                  <a:schemeClr val="bg1"/>
                </a:solidFill>
              </a:defRPr>
            </a:lvl1pPr>
          </a:lstStyle>
          <a:p>
            <a:pPr lvl="0"/>
            <a:r>
              <a:rPr lang="de-DE"/>
              <a:t>E-Mail</a:t>
            </a:r>
          </a:p>
        </p:txBody>
      </p:sp>
      <p:sp>
        <p:nvSpPr>
          <p:cNvPr id="48" name="Textplatzhalter 19">
            <a:extLst>
              <a:ext uri="{FF2B5EF4-FFF2-40B4-BE49-F238E27FC236}">
                <a16:creationId xmlns:a16="http://schemas.microsoft.com/office/drawing/2014/main" id="{CF9B4E59-0310-6D96-2553-D144860A5CE5}"/>
              </a:ext>
            </a:extLst>
          </p:cNvPr>
          <p:cNvSpPr>
            <a:spLocks noGrp="1"/>
          </p:cNvSpPr>
          <p:nvPr>
            <p:ph type="body" sz="quarter" idx="49" hasCustomPrompt="1"/>
          </p:nvPr>
        </p:nvSpPr>
        <p:spPr bwMode="gray">
          <a:xfrm>
            <a:off x="6228901" y="5731651"/>
            <a:ext cx="2511148" cy="145909"/>
          </a:xfrm>
        </p:spPr>
        <p:txBody>
          <a:bodyPr/>
          <a:lstStyle>
            <a:lvl1pPr marL="0" indent="0" algn="ctr">
              <a:buNone/>
              <a:defRPr sz="1200">
                <a:solidFill>
                  <a:schemeClr val="bg1"/>
                </a:solidFill>
              </a:defRPr>
            </a:lvl1pPr>
          </a:lstStyle>
          <a:p>
            <a:pPr lvl="0"/>
            <a:r>
              <a:rPr lang="de-DE"/>
              <a:t>Phone</a:t>
            </a:r>
          </a:p>
        </p:txBody>
      </p:sp>
      <p:sp>
        <p:nvSpPr>
          <p:cNvPr id="49" name="Textplatzhalter 19">
            <a:extLst>
              <a:ext uri="{FF2B5EF4-FFF2-40B4-BE49-F238E27FC236}">
                <a16:creationId xmlns:a16="http://schemas.microsoft.com/office/drawing/2014/main" id="{CF1502FD-D684-00B7-9E51-E9FE8ADB1B1C}"/>
              </a:ext>
            </a:extLst>
          </p:cNvPr>
          <p:cNvSpPr>
            <a:spLocks noGrp="1"/>
          </p:cNvSpPr>
          <p:nvPr>
            <p:ph type="body" sz="quarter" idx="50" hasCustomPrompt="1"/>
          </p:nvPr>
        </p:nvSpPr>
        <p:spPr bwMode="gray">
          <a:xfrm>
            <a:off x="9006662" y="4463802"/>
            <a:ext cx="2511148" cy="199671"/>
          </a:xfrm>
        </p:spPr>
        <p:txBody>
          <a:bodyPr/>
          <a:lstStyle>
            <a:lvl1pPr marL="0" indent="0" algn="ctr">
              <a:buNone/>
              <a:defRPr sz="1600">
                <a:solidFill>
                  <a:schemeClr val="bg1"/>
                </a:solidFill>
              </a:defRPr>
            </a:lvl1pPr>
          </a:lstStyle>
          <a:p>
            <a:pPr lvl="0"/>
            <a:r>
              <a:rPr lang="de-DE"/>
              <a:t>Position</a:t>
            </a:r>
          </a:p>
        </p:txBody>
      </p:sp>
      <p:sp>
        <p:nvSpPr>
          <p:cNvPr id="50" name="Textplatzhalter 19">
            <a:extLst>
              <a:ext uri="{FF2B5EF4-FFF2-40B4-BE49-F238E27FC236}">
                <a16:creationId xmlns:a16="http://schemas.microsoft.com/office/drawing/2014/main" id="{1596965F-0530-28D7-8AF3-E511601A9C23}"/>
              </a:ext>
            </a:extLst>
          </p:cNvPr>
          <p:cNvSpPr>
            <a:spLocks noGrp="1"/>
          </p:cNvSpPr>
          <p:nvPr>
            <p:ph type="body" sz="quarter" idx="51" hasCustomPrompt="1"/>
          </p:nvPr>
        </p:nvSpPr>
        <p:spPr bwMode="gray">
          <a:xfrm>
            <a:off x="9006662" y="4686846"/>
            <a:ext cx="2511148" cy="199671"/>
          </a:xfrm>
        </p:spPr>
        <p:txBody>
          <a:bodyPr/>
          <a:lstStyle>
            <a:lvl1pPr marL="0" indent="0" algn="ctr">
              <a:buNone/>
              <a:defRPr sz="1600">
                <a:solidFill>
                  <a:schemeClr val="bg1"/>
                </a:solidFill>
              </a:defRPr>
            </a:lvl1pPr>
          </a:lstStyle>
          <a:p>
            <a:pPr lvl="0"/>
            <a:r>
              <a:rPr lang="de-DE" err="1"/>
              <a:t>Section</a:t>
            </a:r>
            <a:endParaRPr lang="de-DE"/>
          </a:p>
        </p:txBody>
      </p:sp>
      <p:sp>
        <p:nvSpPr>
          <p:cNvPr id="51" name="Textplatzhalter 19">
            <a:extLst>
              <a:ext uri="{FF2B5EF4-FFF2-40B4-BE49-F238E27FC236}">
                <a16:creationId xmlns:a16="http://schemas.microsoft.com/office/drawing/2014/main" id="{1E71F1B8-36E5-A354-55CB-E901006317A1}"/>
              </a:ext>
            </a:extLst>
          </p:cNvPr>
          <p:cNvSpPr>
            <a:spLocks noGrp="1"/>
          </p:cNvSpPr>
          <p:nvPr>
            <p:ph type="body" sz="quarter" idx="52" hasCustomPrompt="1"/>
          </p:nvPr>
        </p:nvSpPr>
        <p:spPr bwMode="gray">
          <a:xfrm>
            <a:off x="9006662"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52" name="Textplatzhalter 19">
            <a:extLst>
              <a:ext uri="{FF2B5EF4-FFF2-40B4-BE49-F238E27FC236}">
                <a16:creationId xmlns:a16="http://schemas.microsoft.com/office/drawing/2014/main" id="{FE15675C-3EC1-F9A4-94F4-BCE068E0CC3D}"/>
              </a:ext>
            </a:extLst>
          </p:cNvPr>
          <p:cNvSpPr>
            <a:spLocks noGrp="1"/>
          </p:cNvSpPr>
          <p:nvPr>
            <p:ph type="body" sz="quarter" idx="53" hasCustomPrompt="1"/>
          </p:nvPr>
        </p:nvSpPr>
        <p:spPr bwMode="gray">
          <a:xfrm>
            <a:off x="9006662" y="5401450"/>
            <a:ext cx="2511148" cy="145909"/>
          </a:xfrm>
        </p:spPr>
        <p:txBody>
          <a:bodyPr/>
          <a:lstStyle>
            <a:lvl1pPr marL="0" indent="0" algn="ctr">
              <a:buNone/>
              <a:defRPr sz="1200">
                <a:solidFill>
                  <a:schemeClr val="bg1"/>
                </a:solidFill>
              </a:defRPr>
            </a:lvl1pPr>
          </a:lstStyle>
          <a:p>
            <a:pPr lvl="0"/>
            <a:r>
              <a:rPr lang="de-DE"/>
              <a:t>Web</a:t>
            </a:r>
          </a:p>
        </p:txBody>
      </p:sp>
      <p:sp>
        <p:nvSpPr>
          <p:cNvPr id="53" name="Textplatzhalter 19">
            <a:extLst>
              <a:ext uri="{FF2B5EF4-FFF2-40B4-BE49-F238E27FC236}">
                <a16:creationId xmlns:a16="http://schemas.microsoft.com/office/drawing/2014/main" id="{1A7EEACF-9147-9705-A666-5D2C04D784FB}"/>
              </a:ext>
            </a:extLst>
          </p:cNvPr>
          <p:cNvSpPr>
            <a:spLocks noGrp="1"/>
          </p:cNvSpPr>
          <p:nvPr>
            <p:ph type="body" sz="quarter" idx="54" hasCustomPrompt="1"/>
          </p:nvPr>
        </p:nvSpPr>
        <p:spPr bwMode="gray">
          <a:xfrm>
            <a:off x="9006662" y="5566551"/>
            <a:ext cx="2511148" cy="145909"/>
          </a:xfrm>
        </p:spPr>
        <p:txBody>
          <a:bodyPr/>
          <a:lstStyle>
            <a:lvl1pPr marL="0" indent="0" algn="ctr">
              <a:buNone/>
              <a:defRPr sz="1200">
                <a:solidFill>
                  <a:schemeClr val="bg1"/>
                </a:solidFill>
              </a:defRPr>
            </a:lvl1pPr>
          </a:lstStyle>
          <a:p>
            <a:pPr lvl="0"/>
            <a:r>
              <a:rPr lang="de-DE"/>
              <a:t>E-Mail</a:t>
            </a:r>
          </a:p>
        </p:txBody>
      </p:sp>
      <p:sp>
        <p:nvSpPr>
          <p:cNvPr id="54" name="Textplatzhalter 19">
            <a:extLst>
              <a:ext uri="{FF2B5EF4-FFF2-40B4-BE49-F238E27FC236}">
                <a16:creationId xmlns:a16="http://schemas.microsoft.com/office/drawing/2014/main" id="{1DA0D8FD-3459-9438-20CF-47A634A12C7D}"/>
              </a:ext>
            </a:extLst>
          </p:cNvPr>
          <p:cNvSpPr>
            <a:spLocks noGrp="1"/>
          </p:cNvSpPr>
          <p:nvPr>
            <p:ph type="body" sz="quarter" idx="55" hasCustomPrompt="1"/>
          </p:nvPr>
        </p:nvSpPr>
        <p:spPr bwMode="gray">
          <a:xfrm>
            <a:off x="9006662" y="5731651"/>
            <a:ext cx="2511148" cy="145909"/>
          </a:xfrm>
        </p:spPr>
        <p:txBody>
          <a:bodyPr/>
          <a:lstStyle>
            <a:lvl1pPr marL="0" indent="0" algn="ctr">
              <a:buNone/>
              <a:defRPr sz="1200">
                <a:solidFill>
                  <a:schemeClr val="bg1"/>
                </a:solidFill>
              </a:defRPr>
            </a:lvl1pPr>
          </a:lstStyle>
          <a:p>
            <a:pPr lvl="0"/>
            <a:r>
              <a:rPr lang="de-DE"/>
              <a:t>Phone</a:t>
            </a:r>
          </a:p>
        </p:txBody>
      </p:sp>
      <p:cxnSp>
        <p:nvCxnSpPr>
          <p:cNvPr id="2" name="Gerader Verbinder 1">
            <a:extLst>
              <a:ext uri="{FF2B5EF4-FFF2-40B4-BE49-F238E27FC236}">
                <a16:creationId xmlns:a16="http://schemas.microsoft.com/office/drawing/2014/main" id="{F71352BF-4D2F-D352-E8E5-FC8E96936F08}"/>
              </a:ext>
            </a:extLst>
          </p:cNvPr>
          <p:cNvCxnSpPr>
            <a:cxnSpLocks/>
          </p:cNvCxnSpPr>
          <p:nvPr userDrawn="1"/>
        </p:nvCxnSpPr>
        <p:spPr bwMode="gray">
          <a:xfrm flipH="1">
            <a:off x="4441283"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 name="Gerader Verbinder 3">
            <a:extLst>
              <a:ext uri="{FF2B5EF4-FFF2-40B4-BE49-F238E27FC236}">
                <a16:creationId xmlns:a16="http://schemas.microsoft.com/office/drawing/2014/main" id="{BE78E666-91DF-A384-7FF9-6B46FF0AB3B3}"/>
              </a:ext>
            </a:extLst>
          </p:cNvPr>
          <p:cNvCxnSpPr>
            <a:cxnSpLocks/>
          </p:cNvCxnSpPr>
          <p:nvPr userDrawn="1"/>
        </p:nvCxnSpPr>
        <p:spPr bwMode="gray">
          <a:xfrm flipH="1">
            <a:off x="1663521"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 name="Gerader Verbinder 4">
            <a:extLst>
              <a:ext uri="{FF2B5EF4-FFF2-40B4-BE49-F238E27FC236}">
                <a16:creationId xmlns:a16="http://schemas.microsoft.com/office/drawing/2014/main" id="{3F9AE90A-3D19-C42F-D463-9F70B664F524}"/>
              </a:ext>
            </a:extLst>
          </p:cNvPr>
          <p:cNvCxnSpPr>
            <a:cxnSpLocks/>
          </p:cNvCxnSpPr>
          <p:nvPr userDrawn="1"/>
        </p:nvCxnSpPr>
        <p:spPr bwMode="gray">
          <a:xfrm flipH="1">
            <a:off x="7219045"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 name="Gerader Verbinder 6">
            <a:extLst>
              <a:ext uri="{FF2B5EF4-FFF2-40B4-BE49-F238E27FC236}">
                <a16:creationId xmlns:a16="http://schemas.microsoft.com/office/drawing/2014/main" id="{31BB3CEE-CB0F-A50B-C004-4CF41520D8AC}"/>
              </a:ext>
            </a:extLst>
          </p:cNvPr>
          <p:cNvCxnSpPr>
            <a:cxnSpLocks/>
          </p:cNvCxnSpPr>
          <p:nvPr userDrawn="1"/>
        </p:nvCxnSpPr>
        <p:spPr bwMode="gray">
          <a:xfrm flipH="1">
            <a:off x="9996806"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8" name="Grafik 7" descr="NTT DATA Logo">
            <a:extLst>
              <a:ext uri="{FF2B5EF4-FFF2-40B4-BE49-F238E27FC236}">
                <a16:creationId xmlns:a16="http://schemas.microsoft.com/office/drawing/2014/main" id="{9D048711-65BD-8E39-E959-7A18411DEC75}"/>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66997"/>
            <a:ext cx="1288971" cy="262800"/>
          </a:xfrm>
          <a:prstGeom prst="rect">
            <a:avLst/>
          </a:prstGeom>
        </p:spPr>
      </p:pic>
    </p:spTree>
    <p:extLst>
      <p:ext uri="{BB962C8B-B14F-4D97-AF65-F5344CB8AC3E}">
        <p14:creationId xmlns:p14="http://schemas.microsoft.com/office/powerpoint/2010/main" val="10733104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_Closing Slide White Light">
    <p:spTree>
      <p:nvGrpSpPr>
        <p:cNvPr id="1" name=""/>
        <p:cNvGrpSpPr/>
        <p:nvPr/>
      </p:nvGrpSpPr>
      <p:grpSpPr>
        <a:xfrm>
          <a:off x="0" y="0"/>
          <a:ext cx="0" cy="0"/>
          <a:chOff x="0" y="0"/>
          <a:chExt cx="0" cy="0"/>
        </a:xfrm>
      </p:grpSpPr>
      <p:pic>
        <p:nvPicPr>
          <p:cNvPr id="3" name="NTT DATA Global Logo">
            <a:extLst>
              <a:ext uri="{FF2B5EF4-FFF2-40B4-BE49-F238E27FC236}">
                <a16:creationId xmlns:a16="http://schemas.microsoft.com/office/drawing/2014/main" id="{01F40004-0B55-0534-B49E-3160E9FA2E10}"/>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403287" y="2880000"/>
            <a:ext cx="5385427" cy="1098000"/>
          </a:xfrm>
          <a:prstGeom prst="rect">
            <a:avLst/>
          </a:prstGeom>
        </p:spPr>
      </p:pic>
    </p:spTree>
    <p:extLst>
      <p:ext uri="{BB962C8B-B14F-4D97-AF65-F5344CB8AC3E}">
        <p14:creationId xmlns:p14="http://schemas.microsoft.com/office/powerpoint/2010/main" val="8831969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_Closing Slide Future Blue with Picture Light">
    <p:bg>
      <p:bgPr>
        <a:solidFill>
          <a:schemeClr val="bg2"/>
        </a:solidFill>
        <a:effectLst/>
      </p:bgPr>
    </p:bg>
    <p:spTree>
      <p:nvGrpSpPr>
        <p:cNvPr id="1" name=""/>
        <p:cNvGrpSpPr/>
        <p:nvPr/>
      </p:nvGrpSpPr>
      <p:grpSpPr>
        <a:xfrm>
          <a:off x="0" y="0"/>
          <a:ext cx="0" cy="0"/>
          <a:chOff x="0" y="0"/>
          <a:chExt cx="0" cy="0"/>
        </a:xfrm>
      </p:grpSpPr>
      <p:sp>
        <p:nvSpPr>
          <p:cNvPr id="2" name="NTT DATA Global Logo" descr="NTT DATA Global Logo">
            <a:extLst>
              <a:ext uri="{FF2B5EF4-FFF2-40B4-BE49-F238E27FC236}">
                <a16:creationId xmlns:a16="http://schemas.microsoft.com/office/drawing/2014/main" id="{98CC4E28-4615-54DE-9A23-19AE8504C324}"/>
              </a:ext>
            </a:extLst>
          </p:cNvPr>
          <p:cNvSpPr>
            <a:spLocks noGrp="1" noChangeAspect="1"/>
          </p:cNvSpPr>
          <p:nvPr>
            <p:ph type="body" sz="quarter" idx="17" hasCustomPrompt="1"/>
          </p:nvPr>
        </p:nvSpPr>
        <p:spPr bwMode="gray">
          <a:xfrm>
            <a:off x="3403200" y="2879266"/>
            <a:ext cx="5385600" cy="1099468"/>
          </a:xfrm>
          <a:prstGeom prst="rect">
            <a:avLst/>
          </a:prstGeom>
          <a:blipFill dpi="0" rotWithShape="1">
            <a:blip r:embed="rId2"/>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a:t> </a:t>
            </a:r>
          </a:p>
        </p:txBody>
      </p:sp>
      <p:sp>
        <p:nvSpPr>
          <p:cNvPr id="3" name="Picture Placeholder 4">
            <a:extLst>
              <a:ext uri="{FF2B5EF4-FFF2-40B4-BE49-F238E27FC236}">
                <a16:creationId xmlns:a16="http://schemas.microsoft.com/office/drawing/2014/main" id="{FB17ABEB-CE11-6DFE-1EDF-82662ED8C955}"/>
              </a:ext>
            </a:extLst>
          </p:cNvPr>
          <p:cNvSpPr>
            <a:spLocks noGrp="1"/>
          </p:cNvSpPr>
          <p:nvPr>
            <p:ph type="pic" sz="quarter" idx="13" hasCustomPrompt="1"/>
          </p:nvPr>
        </p:nvSpPr>
        <p:spPr bwMode="gray">
          <a:xfrm>
            <a:off x="0" y="0"/>
            <a:ext cx="12192000" cy="6860241"/>
          </a:xfrm>
          <a:prstGeom prst="rect">
            <a:avLst/>
          </a:prstGeom>
          <a:noFill/>
        </p:spPr>
        <p:txBody>
          <a:bodyPr tIns="2743200" bIns="0" anchor="ctr"/>
          <a:lstStyle>
            <a:lvl1pPr marL="0" indent="0" algn="ctr">
              <a:buFontTx/>
              <a:buNone/>
              <a:defRPr sz="2400">
                <a:solidFill>
                  <a:schemeClr val="tx1"/>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 Then reorder: Send to back</a:t>
            </a:r>
          </a:p>
        </p:txBody>
      </p:sp>
    </p:spTree>
    <p:extLst>
      <p:ext uri="{BB962C8B-B14F-4D97-AF65-F5344CB8AC3E}">
        <p14:creationId xmlns:p14="http://schemas.microsoft.com/office/powerpoint/2010/main" val="21695862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_Cover_Full Image, Full Innovation Curve">
    <p:bg>
      <p:bgPr>
        <a:solidFill>
          <a:schemeClr val="bg1"/>
        </a:solidFill>
        <a:effectLst/>
      </p:bgPr>
    </p:bg>
    <p:spTree>
      <p:nvGrpSpPr>
        <p:cNvPr id="1" name=""/>
        <p:cNvGrpSpPr/>
        <p:nvPr/>
      </p:nvGrpSpPr>
      <p:grpSpPr>
        <a:xfrm>
          <a:off x="0" y="0"/>
          <a:ext cx="0" cy="0"/>
          <a:chOff x="0" y="0"/>
          <a:chExt cx="0" cy="0"/>
        </a:xfrm>
      </p:grpSpPr>
      <p:sp>
        <p:nvSpPr>
          <p:cNvPr id="6" name="Smart Navy SemiTrans Overlay">
            <a:extLst>
              <a:ext uri="{FF2B5EF4-FFF2-40B4-BE49-F238E27FC236}">
                <a16:creationId xmlns:a16="http://schemas.microsoft.com/office/drawing/2014/main" id="{39BA9756-44A4-AC93-1405-84B020B6F46B}"/>
              </a:ext>
            </a:extLst>
          </p:cNvPr>
          <p:cNvSpPr>
            <a:spLocks noGrp="1"/>
          </p:cNvSpPr>
          <p:nvPr>
            <p:ph type="body" sz="quarter" idx="16" hasCustomPrompt="1"/>
          </p:nvPr>
        </p:nvSpPr>
        <p:spPr bwMode="gray">
          <a:xfrm>
            <a:off x="0" y="0"/>
            <a:ext cx="12192000" cy="6857999"/>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noProof="0"/>
              <a:t> </a:t>
            </a:r>
          </a:p>
        </p:txBody>
      </p:sp>
      <p:sp>
        <p:nvSpPr>
          <p:cNvPr id="8" name="Footer Placeholder 4">
            <a:extLst>
              <a:ext uri="{FF2B5EF4-FFF2-40B4-BE49-F238E27FC236}">
                <a16:creationId xmlns:a16="http://schemas.microsoft.com/office/drawing/2014/main" id="{5E9A5FE8-62E3-0D2E-834A-D1F1B8269B75}"/>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chemeClr val="tx1"/>
                </a:solidFill>
              </a:defRPr>
            </a:lvl1pPr>
          </a:lstStyle>
          <a:p>
            <a:r>
              <a:rPr lang="en-US"/>
              <a:t>© </a:t>
            </a:r>
            <a:fld id="{75ED45EB-D3D8-4D7D-8E36-58101285DD3F}" type="datetimeyyyy">
              <a:rPr lang="en-US" smtClean="0"/>
              <a:pPr/>
              <a:t>2026</a:t>
            </a:fld>
            <a:r>
              <a:rPr lang="en-US"/>
              <a:t> NTT DATA Business Solutions</a:t>
            </a:r>
          </a:p>
        </p:txBody>
      </p:sp>
      <p:sp>
        <p:nvSpPr>
          <p:cNvPr id="3" name="Innovation Curve">
            <a:extLst>
              <a:ext uri="{FF2B5EF4-FFF2-40B4-BE49-F238E27FC236}">
                <a16:creationId xmlns:a16="http://schemas.microsoft.com/office/drawing/2014/main" id="{18332D96-F8AA-AD1E-863A-6EA58DA26D4A}"/>
              </a:ext>
            </a:extLst>
          </p:cNvPr>
          <p:cNvSpPr>
            <a:spLocks noGrp="1"/>
          </p:cNvSpPr>
          <p:nvPr>
            <p:ph type="body" sz="quarter" idx="21" hasCustomPrompt="1"/>
          </p:nvPr>
        </p:nvSpPr>
        <p:spPr bwMode="gray">
          <a:xfrm>
            <a:off x="5365655" y="0"/>
            <a:ext cx="6835842" cy="6858000"/>
          </a:xfrm>
          <a:blipFill>
            <a:blip r:embed="rId2"/>
            <a:stretch>
              <a:fillRect/>
            </a:stretch>
          </a:blipFill>
        </p:spPr>
        <p:txBody>
          <a:bodyPr/>
          <a:lstStyle>
            <a:lvl1pPr>
              <a:defRPr sz="200"/>
            </a:lvl1pPr>
          </a:lstStyle>
          <a:p>
            <a:pPr lvl="0"/>
            <a:r>
              <a:rPr lang="de-DE"/>
              <a:t>. </a:t>
            </a:r>
          </a:p>
        </p:txBody>
      </p:sp>
      <p:sp>
        <p:nvSpPr>
          <p:cNvPr id="7" name="Cover Photo Placeholder">
            <a:extLst>
              <a:ext uri="{FF2B5EF4-FFF2-40B4-BE49-F238E27FC236}">
                <a16:creationId xmlns:a16="http://schemas.microsoft.com/office/drawing/2014/main" id="{47AACDBA-727E-B7AC-B9F8-A809F3406830}"/>
              </a:ext>
              <a:ext uri="{C183D7F6-B498-43B3-948B-1728B52AA6E4}">
                <adec:decorative xmlns:adec="http://schemas.microsoft.com/office/drawing/2017/decorative" val="1"/>
              </a:ext>
            </a:extLst>
          </p:cNvPr>
          <p:cNvSpPr>
            <a:spLocks noGrp="1"/>
          </p:cNvSpPr>
          <p:nvPr>
            <p:ph type="pic" sz="quarter" idx="13" hasCustomPrompt="1"/>
          </p:nvPr>
        </p:nvSpPr>
        <p:spPr bwMode="gray">
          <a:xfrm>
            <a:off x="9498" y="0"/>
            <a:ext cx="12191999" cy="6860241"/>
          </a:xfrm>
          <a:prstGeom prst="rect">
            <a:avLst/>
          </a:prstGeom>
          <a:noFill/>
        </p:spPr>
        <p:txBody>
          <a:bodyPr tIns="2743200" bIns="0" anchor="ctr"/>
          <a:lstStyle>
            <a:lvl1pPr marL="0" indent="0" algn="ctr">
              <a:buFontTx/>
              <a:buNone/>
              <a:defRPr sz="2400">
                <a:solidFill>
                  <a:srgbClr val="FF7A00"/>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noProof="0"/>
              <a:t>Click to add image. Then Reorder: Send to back </a:t>
            </a:r>
          </a:p>
        </p:txBody>
      </p:sp>
      <p:sp>
        <p:nvSpPr>
          <p:cNvPr id="2" name="Info box">
            <a:extLst>
              <a:ext uri="{FF2B5EF4-FFF2-40B4-BE49-F238E27FC236}">
                <a16:creationId xmlns:a16="http://schemas.microsoft.com/office/drawing/2014/main" id="{CDC6CD3E-31EA-EA2F-BE3B-37D4E6526A11}"/>
              </a:ext>
            </a:extLst>
          </p:cNvPr>
          <p:cNvSpPr>
            <a:spLocks noGrp="1"/>
          </p:cNvSpPr>
          <p:nvPr>
            <p:ph sz="quarter" idx="18" hasCustomPrompt="1"/>
          </p:nvPr>
        </p:nvSpPr>
        <p:spPr bwMode="gray">
          <a:xfrm>
            <a:off x="10176832" y="333376"/>
            <a:ext cx="1868023"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tx1"/>
                </a:solidFill>
              </a:defRPr>
            </a:lvl1pPr>
          </a:lstStyle>
          <a:p>
            <a:pPr lvl="0"/>
            <a:r>
              <a:rPr lang="en-US" noProof="0"/>
              <a:t>Information Type:</a:t>
            </a:r>
            <a:br>
              <a:rPr lang="en-US" noProof="0"/>
            </a:br>
            <a:r>
              <a:rPr lang="en-US" noProof="0"/>
              <a:t>Company:  </a:t>
            </a:r>
            <a:br>
              <a:rPr lang="en-US" noProof="0"/>
            </a:br>
            <a:r>
              <a:rPr lang="en-US" noProof="0"/>
              <a:t>Information Owner:</a:t>
            </a:r>
          </a:p>
        </p:txBody>
      </p:sp>
      <p:sp>
        <p:nvSpPr>
          <p:cNvPr id="4" name="Date Placeholder 3">
            <a:extLst>
              <a:ext uri="{FF2B5EF4-FFF2-40B4-BE49-F238E27FC236}">
                <a16:creationId xmlns:a16="http://schemas.microsoft.com/office/drawing/2014/main" id="{C81BBD22-02FF-5EAB-ABA3-3C0BB396027D}"/>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r">
              <a:lnSpc>
                <a:spcPct val="100000"/>
              </a:lnSpc>
              <a:defRPr sz="1000">
                <a:solidFill>
                  <a:schemeClr val="tx1"/>
                </a:solidFill>
              </a:defRPr>
            </a:lvl1pPr>
          </a:lstStyle>
          <a:p>
            <a:endParaRPr lang="en-US"/>
          </a:p>
        </p:txBody>
      </p:sp>
      <p:sp>
        <p:nvSpPr>
          <p:cNvPr id="18" name="Title 1">
            <a:extLst>
              <a:ext uri="{FF2B5EF4-FFF2-40B4-BE49-F238E27FC236}">
                <a16:creationId xmlns:a16="http://schemas.microsoft.com/office/drawing/2014/main" id="{6566C0A6-4FFE-882A-7F2D-B9B9A23AB5FB}"/>
              </a:ext>
            </a:extLst>
          </p:cNvPr>
          <p:cNvSpPr>
            <a:spLocks noGrp="1"/>
          </p:cNvSpPr>
          <p:nvPr>
            <p:ph type="ctrTitle" hasCustomPrompt="1"/>
          </p:nvPr>
        </p:nvSpPr>
        <p:spPr bwMode="gray">
          <a:xfrm>
            <a:off x="380048" y="2438400"/>
            <a:ext cx="4793932" cy="1371600"/>
          </a:xfrm>
        </p:spPr>
        <p:txBody>
          <a:bodyPr vert="horz" lIns="0" tIns="45720" rIns="0" bIns="45720" rtlCol="0" anchor="b">
            <a:noAutofit/>
          </a:bodyPr>
          <a:lstStyle>
            <a:lvl1pPr>
              <a:defRPr lang="en-GB" sz="4400" b="0" i="0" dirty="0">
                <a:solidFill>
                  <a:schemeClr val="tx1"/>
                </a:solidFill>
                <a:latin typeface="+mj-lt"/>
                <a:cs typeface="Times New Roman" panose="02020603050405020304" pitchFamily="18" charset="0"/>
              </a:defRPr>
            </a:lvl1pPr>
          </a:lstStyle>
          <a:p>
            <a:pPr lvl="0">
              <a:lnSpc>
                <a:spcPct val="100000"/>
              </a:lnSpc>
            </a:pPr>
            <a:r>
              <a:rPr lang="en-US" noProof="0"/>
              <a:t>Click to edit Master title Style</a:t>
            </a:r>
          </a:p>
        </p:txBody>
      </p:sp>
      <p:sp>
        <p:nvSpPr>
          <p:cNvPr id="19" name="Subtitle 2">
            <a:extLst>
              <a:ext uri="{FF2B5EF4-FFF2-40B4-BE49-F238E27FC236}">
                <a16:creationId xmlns:a16="http://schemas.microsoft.com/office/drawing/2014/main" id="{4FACCEEE-5469-CC54-C90B-C9C1BF3F2B90}"/>
              </a:ext>
            </a:extLst>
          </p:cNvPr>
          <p:cNvSpPr>
            <a:spLocks noGrp="1"/>
          </p:cNvSpPr>
          <p:nvPr>
            <p:ph type="subTitle" idx="1" hasCustomPrompt="1"/>
          </p:nvPr>
        </p:nvSpPr>
        <p:spPr bwMode="gray">
          <a:xfrm>
            <a:off x="380048" y="3810000"/>
            <a:ext cx="4793932" cy="353943"/>
          </a:xfrm>
          <a:prstGeom prst="rect">
            <a:avLst/>
          </a:prstGeom>
        </p:spPr>
        <p:txBody>
          <a:bodyPr wrap="square" lIns="0" tIns="45720" rIns="0">
            <a:spAutoFit/>
          </a:bodyPr>
          <a:lstStyle>
            <a:lvl1pPr>
              <a:spcBef>
                <a:spcPts val="0"/>
              </a:spcBef>
              <a:spcAft>
                <a:spcPts val="0"/>
              </a:spcAft>
              <a:defRPr lang="en-GB" sz="2000" b="0" i="0" dirty="0">
                <a:solidFill>
                  <a:schemeClr val="tx1"/>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noProof="0"/>
              <a:t>Click to edit Master subtitle style</a:t>
            </a:r>
          </a:p>
        </p:txBody>
      </p:sp>
      <p:sp>
        <p:nvSpPr>
          <p:cNvPr id="13" name="NTT DATA Global Logo" descr="NTT DATA Global Logo">
            <a:extLst>
              <a:ext uri="{FF2B5EF4-FFF2-40B4-BE49-F238E27FC236}">
                <a16:creationId xmlns:a16="http://schemas.microsoft.com/office/drawing/2014/main" id="{A6808F4F-EA69-F71A-723C-E607F8187929}"/>
              </a:ext>
            </a:extLst>
          </p:cNvPr>
          <p:cNvSpPr>
            <a:spLocks noGrp="1" noRot="1" noMove="1" noResize="1" noEditPoints="1" noAdjustHandles="1" noChangeArrowheads="1" noChangeShapeType="1"/>
          </p:cNvSpPr>
          <p:nvPr>
            <p:ph type="body" sz="quarter" idx="15" hasCustomPrompt="1"/>
          </p:nvPr>
        </p:nvSpPr>
        <p:spPr bwMode="gray">
          <a:xfrm>
            <a:off x="371475" y="320040"/>
            <a:ext cx="1959724" cy="400077"/>
          </a:xfrm>
          <a:prstGeom prst="rect">
            <a:avLst/>
          </a:prstGeom>
          <a:blipFill dpi="0" rotWithShape="1">
            <a:blip r:embed="rId3"/>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a:t> </a:t>
            </a:r>
          </a:p>
        </p:txBody>
      </p:sp>
    </p:spTree>
    <p:extLst>
      <p:ext uri="{BB962C8B-B14F-4D97-AF65-F5344CB8AC3E}">
        <p14:creationId xmlns:p14="http://schemas.microsoft.com/office/powerpoint/2010/main" val="9170702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_Cover_Full Image, Partial Innovation Curve">
    <p:bg>
      <p:bgPr>
        <a:solidFill>
          <a:schemeClr val="bg1"/>
        </a:solidFill>
        <a:effectLst/>
      </p:bgPr>
    </p:bg>
    <p:spTree>
      <p:nvGrpSpPr>
        <p:cNvPr id="1" name=""/>
        <p:cNvGrpSpPr/>
        <p:nvPr/>
      </p:nvGrpSpPr>
      <p:grpSpPr>
        <a:xfrm>
          <a:off x="0" y="0"/>
          <a:ext cx="0" cy="0"/>
          <a:chOff x="0" y="0"/>
          <a:chExt cx="0" cy="0"/>
        </a:xfrm>
      </p:grpSpPr>
      <p:sp>
        <p:nvSpPr>
          <p:cNvPr id="6" name="Smart Navy SemiTrans Overlay">
            <a:extLst>
              <a:ext uri="{FF2B5EF4-FFF2-40B4-BE49-F238E27FC236}">
                <a16:creationId xmlns:a16="http://schemas.microsoft.com/office/drawing/2014/main" id="{39BA9756-44A4-AC93-1405-84B020B6F46B}"/>
              </a:ext>
            </a:extLst>
          </p:cNvPr>
          <p:cNvSpPr>
            <a:spLocks noGrp="1"/>
          </p:cNvSpPr>
          <p:nvPr>
            <p:ph type="body" sz="quarter" idx="16" hasCustomPrompt="1"/>
          </p:nvPr>
        </p:nvSpPr>
        <p:spPr bwMode="gray">
          <a:xfrm>
            <a:off x="0" y="0"/>
            <a:ext cx="12192000" cy="6857999"/>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a:t> </a:t>
            </a:r>
          </a:p>
        </p:txBody>
      </p:sp>
      <p:sp>
        <p:nvSpPr>
          <p:cNvPr id="7" name="Cover Photo Placeholder">
            <a:extLst>
              <a:ext uri="{FF2B5EF4-FFF2-40B4-BE49-F238E27FC236}">
                <a16:creationId xmlns:a16="http://schemas.microsoft.com/office/drawing/2014/main" id="{47AACDBA-727E-B7AC-B9F8-A809F3406830}"/>
              </a:ext>
              <a:ext uri="{C183D7F6-B498-43B3-948B-1728B52AA6E4}">
                <adec:decorative xmlns:adec="http://schemas.microsoft.com/office/drawing/2017/decorative" val="1"/>
              </a:ext>
            </a:extLst>
          </p:cNvPr>
          <p:cNvSpPr>
            <a:spLocks noGrp="1"/>
          </p:cNvSpPr>
          <p:nvPr>
            <p:ph type="pic" sz="quarter" idx="13" hasCustomPrompt="1"/>
          </p:nvPr>
        </p:nvSpPr>
        <p:spPr bwMode="gray">
          <a:xfrm>
            <a:off x="0" y="0"/>
            <a:ext cx="12192000" cy="6860241"/>
          </a:xfrm>
          <a:prstGeom prst="rect">
            <a:avLst/>
          </a:prstGeom>
          <a:noFill/>
        </p:spPr>
        <p:txBody>
          <a:bodyPr tIns="2743200" bIns="0" anchor="ctr"/>
          <a:lstStyle>
            <a:lvl1pPr marL="0" indent="0" algn="ctr">
              <a:buFontTx/>
              <a:buNone/>
              <a:defRPr sz="2400">
                <a:solidFill>
                  <a:srgbClr val="FF7A00"/>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 Then Reorder: Send to back</a:t>
            </a:r>
          </a:p>
        </p:txBody>
      </p:sp>
      <p:sp>
        <p:nvSpPr>
          <p:cNvPr id="12" name="Footer Placeholder 4">
            <a:extLst>
              <a:ext uri="{FF2B5EF4-FFF2-40B4-BE49-F238E27FC236}">
                <a16:creationId xmlns:a16="http://schemas.microsoft.com/office/drawing/2014/main" id="{EB69904B-F3B0-9924-1277-D5E10CC8F93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chemeClr val="tx1"/>
                </a:solidFill>
              </a:defRPr>
            </a:lvl1pPr>
          </a:lstStyle>
          <a:p>
            <a:r>
              <a:rPr lang="en-US"/>
              <a:t>© </a:t>
            </a:r>
            <a:fld id="{CAC54234-1FA8-405C-8808-D7CF2A79BFC4}" type="datetimeyyyy">
              <a:rPr lang="en-US" smtClean="0"/>
              <a:pPr/>
              <a:t>2026</a:t>
            </a:fld>
            <a:r>
              <a:rPr lang="en-US"/>
              <a:t> NTT DATA Business Solutions</a:t>
            </a:r>
          </a:p>
        </p:txBody>
      </p:sp>
      <p:sp>
        <p:nvSpPr>
          <p:cNvPr id="8" name="Innovation Curve">
            <a:extLst>
              <a:ext uri="{FF2B5EF4-FFF2-40B4-BE49-F238E27FC236}">
                <a16:creationId xmlns:a16="http://schemas.microsoft.com/office/drawing/2014/main" id="{F707DE12-3594-93EB-F056-2B2C43B24781}"/>
              </a:ext>
            </a:extLst>
          </p:cNvPr>
          <p:cNvSpPr>
            <a:spLocks noGrp="1"/>
          </p:cNvSpPr>
          <p:nvPr>
            <p:ph type="body" sz="quarter" idx="22" hasCustomPrompt="1"/>
          </p:nvPr>
        </p:nvSpPr>
        <p:spPr bwMode="gray">
          <a:xfrm>
            <a:off x="7637463" y="3175"/>
            <a:ext cx="4554537" cy="6856413"/>
          </a:xfrm>
          <a:blipFill>
            <a:blip r:embed="rId2"/>
            <a:stretch>
              <a:fillRect/>
            </a:stretch>
          </a:blipFill>
        </p:spPr>
        <p:txBody>
          <a:bodyPr/>
          <a:lstStyle>
            <a:lvl1pPr>
              <a:defRPr sz="200"/>
            </a:lvl1pPr>
          </a:lstStyle>
          <a:p>
            <a:pPr lvl="0"/>
            <a:r>
              <a:rPr lang="de-DE"/>
              <a:t>.  </a:t>
            </a:r>
          </a:p>
        </p:txBody>
      </p:sp>
      <p:sp>
        <p:nvSpPr>
          <p:cNvPr id="11" name="Date Placeholder 3">
            <a:extLst>
              <a:ext uri="{FF2B5EF4-FFF2-40B4-BE49-F238E27FC236}">
                <a16:creationId xmlns:a16="http://schemas.microsoft.com/office/drawing/2014/main" id="{612179AF-A82A-2C38-AA6E-ADD8AE770B11}"/>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r">
              <a:lnSpc>
                <a:spcPct val="100000"/>
              </a:lnSpc>
              <a:defRPr sz="1000">
                <a:solidFill>
                  <a:schemeClr val="tx1"/>
                </a:solidFill>
              </a:defRPr>
            </a:lvl1pPr>
          </a:lstStyle>
          <a:p>
            <a:endParaRPr lang="en-US"/>
          </a:p>
        </p:txBody>
      </p:sp>
      <p:sp>
        <p:nvSpPr>
          <p:cNvPr id="16" name="Title 1">
            <a:extLst>
              <a:ext uri="{FF2B5EF4-FFF2-40B4-BE49-F238E27FC236}">
                <a16:creationId xmlns:a16="http://schemas.microsoft.com/office/drawing/2014/main" id="{9C858A80-3045-093E-B563-A7492ACE92AF}"/>
              </a:ext>
            </a:extLst>
          </p:cNvPr>
          <p:cNvSpPr>
            <a:spLocks noGrp="1"/>
          </p:cNvSpPr>
          <p:nvPr>
            <p:ph type="ctrTitle" hasCustomPrompt="1"/>
          </p:nvPr>
        </p:nvSpPr>
        <p:spPr bwMode="gray">
          <a:xfrm>
            <a:off x="380048" y="2438400"/>
            <a:ext cx="6797992" cy="1371600"/>
          </a:xfrm>
        </p:spPr>
        <p:txBody>
          <a:bodyPr vert="horz" lIns="0" tIns="45720" rIns="0" bIns="45720" rtlCol="0" anchor="b">
            <a:noAutofit/>
          </a:bodyPr>
          <a:lstStyle>
            <a:lvl1pPr>
              <a:defRPr lang="en-GB" sz="4400" b="0" i="0" dirty="0">
                <a:solidFill>
                  <a:schemeClr val="tx1"/>
                </a:solidFill>
                <a:latin typeface="+mj-lt"/>
                <a:cs typeface="Times New Roman" panose="02020603050405020304" pitchFamily="18" charset="0"/>
              </a:defRPr>
            </a:lvl1pPr>
          </a:lstStyle>
          <a:p>
            <a:pPr lvl="0">
              <a:lnSpc>
                <a:spcPct val="100000"/>
              </a:lnSpc>
            </a:pPr>
            <a:r>
              <a:rPr lang="en-US"/>
              <a:t>Click to edit Master title Style</a:t>
            </a:r>
          </a:p>
        </p:txBody>
      </p:sp>
      <p:sp>
        <p:nvSpPr>
          <p:cNvPr id="17" name="Subtitle 2">
            <a:extLst>
              <a:ext uri="{FF2B5EF4-FFF2-40B4-BE49-F238E27FC236}">
                <a16:creationId xmlns:a16="http://schemas.microsoft.com/office/drawing/2014/main" id="{CAE6CB7E-3B40-11A3-1BAD-6A73DF9D83C7}"/>
              </a:ext>
            </a:extLst>
          </p:cNvPr>
          <p:cNvSpPr>
            <a:spLocks noGrp="1"/>
          </p:cNvSpPr>
          <p:nvPr>
            <p:ph type="subTitle" idx="1" hasCustomPrompt="1"/>
          </p:nvPr>
        </p:nvSpPr>
        <p:spPr bwMode="gray">
          <a:xfrm>
            <a:off x="380048" y="3810000"/>
            <a:ext cx="6797992" cy="353943"/>
          </a:xfrm>
          <a:prstGeom prst="rect">
            <a:avLst/>
          </a:prstGeom>
        </p:spPr>
        <p:txBody>
          <a:bodyPr wrap="square" lIns="0" tIns="45720" rIns="0">
            <a:spAutoFit/>
          </a:bodyPr>
          <a:lstStyle>
            <a:lvl1pPr>
              <a:spcBef>
                <a:spcPts val="0"/>
              </a:spcBef>
              <a:spcAft>
                <a:spcPts val="0"/>
              </a:spcAft>
              <a:defRPr lang="en-GB" sz="2000" b="0" i="0" dirty="0">
                <a:solidFill>
                  <a:schemeClr val="tx1"/>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a:t>Click to edit Master subtitle style</a:t>
            </a:r>
          </a:p>
        </p:txBody>
      </p:sp>
      <p:sp>
        <p:nvSpPr>
          <p:cNvPr id="13" name="NTT DATA Global Logo" descr="NTT DATA Global Logo">
            <a:extLst>
              <a:ext uri="{FF2B5EF4-FFF2-40B4-BE49-F238E27FC236}">
                <a16:creationId xmlns:a16="http://schemas.microsoft.com/office/drawing/2014/main" id="{F1A70F1C-0C1D-4983-5A07-15932C342795}"/>
              </a:ext>
            </a:extLst>
          </p:cNvPr>
          <p:cNvSpPr>
            <a:spLocks noGrp="1" noRot="1" noMove="1" noResize="1" noEditPoints="1" noAdjustHandles="1" noChangeArrowheads="1" noChangeShapeType="1"/>
          </p:cNvSpPr>
          <p:nvPr>
            <p:ph type="body" sz="quarter" idx="15" hasCustomPrompt="1"/>
          </p:nvPr>
        </p:nvSpPr>
        <p:spPr bwMode="gray">
          <a:xfrm>
            <a:off x="371475" y="320040"/>
            <a:ext cx="1959724" cy="400077"/>
          </a:xfrm>
          <a:prstGeom prst="rect">
            <a:avLst/>
          </a:prstGeom>
          <a:blipFill dpi="0" rotWithShape="1">
            <a:blip r:embed="rId3"/>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a:t> </a:t>
            </a:r>
          </a:p>
        </p:txBody>
      </p:sp>
      <p:sp>
        <p:nvSpPr>
          <p:cNvPr id="2" name="Info box">
            <a:extLst>
              <a:ext uri="{FF2B5EF4-FFF2-40B4-BE49-F238E27FC236}">
                <a16:creationId xmlns:a16="http://schemas.microsoft.com/office/drawing/2014/main" id="{FEFADB67-55CA-B657-EB4D-19C9E2824C84}"/>
              </a:ext>
            </a:extLst>
          </p:cNvPr>
          <p:cNvSpPr>
            <a:spLocks noGrp="1"/>
          </p:cNvSpPr>
          <p:nvPr>
            <p:ph sz="quarter" idx="18" hasCustomPrompt="1"/>
          </p:nvPr>
        </p:nvSpPr>
        <p:spPr bwMode="gray">
          <a:xfrm>
            <a:off x="371475" y="5875374"/>
            <a:ext cx="2737108" cy="395869"/>
          </a:xfrm>
          <a:prstGeom prst="rect">
            <a:avLst/>
          </a:prstGeom>
          <a:ln>
            <a:noFill/>
          </a:ln>
        </p:spPr>
        <p:txBody>
          <a:bodyPr wrap="square" lIns="0" tIns="36000" rIns="36000" bIns="36000">
            <a:spAutoFit/>
          </a:bodyPr>
          <a:lstStyle>
            <a:lvl1pPr>
              <a:lnSpc>
                <a:spcPct val="100000"/>
              </a:lnSpc>
              <a:spcBef>
                <a:spcPts val="0"/>
              </a:spcBef>
              <a:spcAft>
                <a:spcPts val="0"/>
              </a:spcAft>
              <a:defRPr sz="700">
                <a:solidFill>
                  <a:schemeClr val="tx1"/>
                </a:solidFill>
              </a:defRPr>
            </a:lvl1pPr>
          </a:lstStyle>
          <a:p>
            <a:pPr lvl="0"/>
            <a:r>
              <a:rPr lang="en-US" noProof="0"/>
              <a:t>Information Type:</a:t>
            </a:r>
            <a:br>
              <a:rPr lang="en-US" noProof="0"/>
            </a:br>
            <a:r>
              <a:rPr lang="en-US" noProof="0"/>
              <a:t>Company:  </a:t>
            </a:r>
            <a:br>
              <a:rPr lang="en-US" noProof="0"/>
            </a:br>
            <a:r>
              <a:rPr lang="en-US" noProof="0"/>
              <a:t>Information Owner:</a:t>
            </a:r>
          </a:p>
        </p:txBody>
      </p:sp>
    </p:spTree>
    <p:extLst>
      <p:ext uri="{BB962C8B-B14F-4D97-AF65-F5344CB8AC3E}">
        <p14:creationId xmlns:p14="http://schemas.microsoft.com/office/powerpoint/2010/main" val="8749119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_Cover_Full Image Only">
    <p:bg>
      <p:bgPr>
        <a:solidFill>
          <a:schemeClr val="bg1"/>
        </a:solidFill>
        <a:effectLst/>
      </p:bgPr>
    </p:bg>
    <p:spTree>
      <p:nvGrpSpPr>
        <p:cNvPr id="1" name=""/>
        <p:cNvGrpSpPr/>
        <p:nvPr/>
      </p:nvGrpSpPr>
      <p:grpSpPr>
        <a:xfrm>
          <a:off x="0" y="0"/>
          <a:ext cx="0" cy="0"/>
          <a:chOff x="0" y="0"/>
          <a:chExt cx="0" cy="0"/>
        </a:xfrm>
      </p:grpSpPr>
      <p:sp>
        <p:nvSpPr>
          <p:cNvPr id="6" name="Smart Navy SemiTrans Overlay">
            <a:extLst>
              <a:ext uri="{FF2B5EF4-FFF2-40B4-BE49-F238E27FC236}">
                <a16:creationId xmlns:a16="http://schemas.microsoft.com/office/drawing/2014/main" id="{39BA9756-44A4-AC93-1405-84B020B6F46B}"/>
              </a:ext>
            </a:extLst>
          </p:cNvPr>
          <p:cNvSpPr>
            <a:spLocks noGrp="1"/>
          </p:cNvSpPr>
          <p:nvPr>
            <p:ph type="body" sz="quarter" idx="16" hasCustomPrompt="1"/>
          </p:nvPr>
        </p:nvSpPr>
        <p:spPr bwMode="gray">
          <a:xfrm>
            <a:off x="0" y="0"/>
            <a:ext cx="12192000" cy="6857999"/>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a:t> </a:t>
            </a:r>
          </a:p>
        </p:txBody>
      </p:sp>
      <p:sp>
        <p:nvSpPr>
          <p:cNvPr id="7" name="Cover Photo Placeholder">
            <a:extLst>
              <a:ext uri="{FF2B5EF4-FFF2-40B4-BE49-F238E27FC236}">
                <a16:creationId xmlns:a16="http://schemas.microsoft.com/office/drawing/2014/main" id="{47AACDBA-727E-B7AC-B9F8-A809F3406830}"/>
              </a:ext>
              <a:ext uri="{C183D7F6-B498-43B3-948B-1728B52AA6E4}">
                <adec:decorative xmlns:adec="http://schemas.microsoft.com/office/drawing/2017/decorative" val="1"/>
              </a:ext>
            </a:extLst>
          </p:cNvPr>
          <p:cNvSpPr>
            <a:spLocks noGrp="1"/>
          </p:cNvSpPr>
          <p:nvPr>
            <p:ph type="pic" sz="quarter" idx="13" hasCustomPrompt="1"/>
          </p:nvPr>
        </p:nvSpPr>
        <p:spPr bwMode="gray">
          <a:xfrm>
            <a:off x="0" y="0"/>
            <a:ext cx="12192000" cy="6860241"/>
          </a:xfrm>
          <a:prstGeom prst="rect">
            <a:avLst/>
          </a:prstGeom>
          <a:noFill/>
        </p:spPr>
        <p:txBody>
          <a:bodyPr tIns="2743200" bIns="0" anchor="ctr"/>
          <a:lstStyle>
            <a:lvl1pPr marL="0" indent="0" algn="ctr">
              <a:buFontTx/>
              <a:buNone/>
              <a:defRPr sz="2400">
                <a:solidFill>
                  <a:srgbClr val="FF7A00"/>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 Then Reorder: Send to back</a:t>
            </a:r>
          </a:p>
        </p:txBody>
      </p:sp>
      <p:sp>
        <p:nvSpPr>
          <p:cNvPr id="16" name="Title 1">
            <a:extLst>
              <a:ext uri="{FF2B5EF4-FFF2-40B4-BE49-F238E27FC236}">
                <a16:creationId xmlns:a16="http://schemas.microsoft.com/office/drawing/2014/main" id="{9C858A80-3045-093E-B563-A7492ACE92AF}"/>
              </a:ext>
            </a:extLst>
          </p:cNvPr>
          <p:cNvSpPr>
            <a:spLocks noGrp="1"/>
          </p:cNvSpPr>
          <p:nvPr>
            <p:ph type="ctrTitle" hasCustomPrompt="1"/>
          </p:nvPr>
        </p:nvSpPr>
        <p:spPr bwMode="gray">
          <a:xfrm>
            <a:off x="380047" y="2438400"/>
            <a:ext cx="11440477" cy="1371600"/>
          </a:xfrm>
        </p:spPr>
        <p:txBody>
          <a:bodyPr vert="horz" lIns="0" tIns="45720" rIns="0" bIns="45720" rtlCol="0" anchor="b">
            <a:noAutofit/>
          </a:bodyPr>
          <a:lstStyle>
            <a:lvl1pPr>
              <a:defRPr lang="en-GB" sz="4400" b="0" i="0" dirty="0">
                <a:solidFill>
                  <a:schemeClr val="tx1"/>
                </a:solidFill>
                <a:latin typeface="+mj-lt"/>
                <a:cs typeface="Times New Roman" panose="02020603050405020304" pitchFamily="18" charset="0"/>
              </a:defRPr>
            </a:lvl1pPr>
          </a:lstStyle>
          <a:p>
            <a:pPr lvl="0">
              <a:lnSpc>
                <a:spcPct val="100000"/>
              </a:lnSpc>
            </a:pPr>
            <a:r>
              <a:rPr lang="en-US"/>
              <a:t>Click to edit Master title Style</a:t>
            </a:r>
          </a:p>
        </p:txBody>
      </p:sp>
      <p:sp>
        <p:nvSpPr>
          <p:cNvPr id="17" name="Subtitle 2">
            <a:extLst>
              <a:ext uri="{FF2B5EF4-FFF2-40B4-BE49-F238E27FC236}">
                <a16:creationId xmlns:a16="http://schemas.microsoft.com/office/drawing/2014/main" id="{CAE6CB7E-3B40-11A3-1BAD-6A73DF9D83C7}"/>
              </a:ext>
            </a:extLst>
          </p:cNvPr>
          <p:cNvSpPr>
            <a:spLocks noGrp="1"/>
          </p:cNvSpPr>
          <p:nvPr>
            <p:ph type="subTitle" idx="1" hasCustomPrompt="1"/>
          </p:nvPr>
        </p:nvSpPr>
        <p:spPr bwMode="gray">
          <a:xfrm>
            <a:off x="380047" y="3810000"/>
            <a:ext cx="11440477" cy="353943"/>
          </a:xfrm>
          <a:prstGeom prst="rect">
            <a:avLst/>
          </a:prstGeom>
        </p:spPr>
        <p:txBody>
          <a:bodyPr wrap="square" lIns="0" tIns="45720" rIns="0">
            <a:spAutoFit/>
          </a:bodyPr>
          <a:lstStyle>
            <a:lvl1pPr>
              <a:spcBef>
                <a:spcPts val="0"/>
              </a:spcBef>
              <a:spcAft>
                <a:spcPts val="0"/>
              </a:spcAft>
              <a:defRPr lang="en-GB" sz="2000" b="0" i="0" dirty="0">
                <a:solidFill>
                  <a:schemeClr val="tx1"/>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a:t>Click to edit Master subtitle style</a:t>
            </a:r>
          </a:p>
        </p:txBody>
      </p:sp>
      <p:sp>
        <p:nvSpPr>
          <p:cNvPr id="8" name="Date Placeholder 3">
            <a:extLst>
              <a:ext uri="{FF2B5EF4-FFF2-40B4-BE49-F238E27FC236}">
                <a16:creationId xmlns:a16="http://schemas.microsoft.com/office/drawing/2014/main" id="{3FF38E4A-7B13-70A1-52C6-61A780336E87}"/>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r">
              <a:lnSpc>
                <a:spcPct val="100000"/>
              </a:lnSpc>
              <a:defRPr sz="1000">
                <a:solidFill>
                  <a:schemeClr val="tx1"/>
                </a:solidFill>
              </a:defRPr>
            </a:lvl1pPr>
          </a:lstStyle>
          <a:p>
            <a:endParaRPr lang="en-US"/>
          </a:p>
        </p:txBody>
      </p:sp>
      <p:sp>
        <p:nvSpPr>
          <p:cNvPr id="9" name="Footer Placeholder 4">
            <a:extLst>
              <a:ext uri="{FF2B5EF4-FFF2-40B4-BE49-F238E27FC236}">
                <a16:creationId xmlns:a16="http://schemas.microsoft.com/office/drawing/2014/main" id="{A3B868D7-8467-2439-DEEF-BBA9DFE908B8}"/>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chemeClr val="tx1"/>
                </a:solidFill>
              </a:defRPr>
            </a:lvl1pPr>
          </a:lstStyle>
          <a:p>
            <a:r>
              <a:rPr lang="en-US"/>
              <a:t>© </a:t>
            </a:r>
            <a:fld id="{90C8C838-69F1-4A88-83C8-69278B6E8531}" type="datetimeyyyy">
              <a:rPr lang="en-US" smtClean="0"/>
              <a:pPr/>
              <a:t>2026</a:t>
            </a:fld>
            <a:r>
              <a:rPr lang="en-US"/>
              <a:t> NTT DATA Business Solutions</a:t>
            </a:r>
          </a:p>
        </p:txBody>
      </p:sp>
      <p:sp>
        <p:nvSpPr>
          <p:cNvPr id="11" name="NTT DATA Global Logo" descr="NTT DATA Global Logo">
            <a:extLst>
              <a:ext uri="{FF2B5EF4-FFF2-40B4-BE49-F238E27FC236}">
                <a16:creationId xmlns:a16="http://schemas.microsoft.com/office/drawing/2014/main" id="{A2A24C7A-90C2-A7EA-697B-7A559561F657}"/>
              </a:ext>
            </a:extLst>
          </p:cNvPr>
          <p:cNvSpPr>
            <a:spLocks noGrp="1" noRot="1" noMove="1" noResize="1" noEditPoints="1" noAdjustHandles="1" noChangeArrowheads="1" noChangeShapeType="1"/>
          </p:cNvSpPr>
          <p:nvPr>
            <p:ph type="body" sz="quarter" idx="15" hasCustomPrompt="1"/>
          </p:nvPr>
        </p:nvSpPr>
        <p:spPr bwMode="gray">
          <a:xfrm>
            <a:off x="371475" y="320040"/>
            <a:ext cx="1959724" cy="400077"/>
          </a:xfrm>
          <a:prstGeom prst="rect">
            <a:avLst/>
          </a:prstGeom>
          <a:blipFill dpi="0" rotWithShape="1">
            <a:blip r:embed="rId2"/>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a:t> </a:t>
            </a:r>
          </a:p>
        </p:txBody>
      </p:sp>
      <p:sp>
        <p:nvSpPr>
          <p:cNvPr id="4" name="Info box">
            <a:extLst>
              <a:ext uri="{FF2B5EF4-FFF2-40B4-BE49-F238E27FC236}">
                <a16:creationId xmlns:a16="http://schemas.microsoft.com/office/drawing/2014/main" id="{4E601763-0A29-584B-E5B8-0EC4B769B754}"/>
              </a:ext>
            </a:extLst>
          </p:cNvPr>
          <p:cNvSpPr>
            <a:spLocks noGrp="1"/>
          </p:cNvSpPr>
          <p:nvPr>
            <p:ph sz="quarter" idx="18" hasCustomPrompt="1"/>
          </p:nvPr>
        </p:nvSpPr>
        <p:spPr bwMode="gray">
          <a:xfrm>
            <a:off x="10176832" y="333376"/>
            <a:ext cx="1868023"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tx1"/>
                </a:solidFill>
              </a:defRPr>
            </a:lvl1pPr>
          </a:lstStyle>
          <a:p>
            <a:pPr lvl="0"/>
            <a:r>
              <a:rPr lang="en-US" noProof="0"/>
              <a:t>Information Type:</a:t>
            </a:r>
            <a:br>
              <a:rPr lang="en-US" noProof="0"/>
            </a:br>
            <a:r>
              <a:rPr lang="en-US" noProof="0"/>
              <a:t>Company:  </a:t>
            </a:r>
            <a:br>
              <a:rPr lang="en-US" noProof="0"/>
            </a:br>
            <a:r>
              <a:rPr lang="en-US" noProof="0"/>
              <a:t>Information Owner:</a:t>
            </a:r>
          </a:p>
        </p:txBody>
      </p:sp>
    </p:spTree>
    <p:extLst>
      <p:ext uri="{BB962C8B-B14F-4D97-AF65-F5344CB8AC3E}">
        <p14:creationId xmlns:p14="http://schemas.microsoft.com/office/powerpoint/2010/main" val="247993551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_Cover_Dark_Image Bottom">
    <p:bg>
      <p:bgPr>
        <a:solidFill>
          <a:schemeClr val="bg1"/>
        </a:solidFill>
        <a:effectLst/>
      </p:bgPr>
    </p:bg>
    <p:spTree>
      <p:nvGrpSpPr>
        <p:cNvPr id="1" name=""/>
        <p:cNvGrpSpPr/>
        <p:nvPr/>
      </p:nvGrpSpPr>
      <p:grpSpPr>
        <a:xfrm>
          <a:off x="0" y="0"/>
          <a:ext cx="0" cy="0"/>
          <a:chOff x="0" y="0"/>
          <a:chExt cx="0" cy="0"/>
        </a:xfrm>
      </p:grpSpPr>
      <p:sp>
        <p:nvSpPr>
          <p:cNvPr id="2" name="Smart Navy SemiTrans Overlay">
            <a:extLst>
              <a:ext uri="{FF2B5EF4-FFF2-40B4-BE49-F238E27FC236}">
                <a16:creationId xmlns:a16="http://schemas.microsoft.com/office/drawing/2014/main" id="{814008A9-48D1-A825-2133-305473A22B10}"/>
              </a:ext>
            </a:extLst>
          </p:cNvPr>
          <p:cNvSpPr>
            <a:spLocks noGrp="1"/>
          </p:cNvSpPr>
          <p:nvPr>
            <p:ph type="body" sz="quarter" idx="25" hasCustomPrompt="1"/>
          </p:nvPr>
        </p:nvSpPr>
        <p:spPr bwMode="blackGray">
          <a:xfrm>
            <a:off x="0" y="3348318"/>
            <a:ext cx="12192000" cy="3509682"/>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a:t> </a:t>
            </a:r>
          </a:p>
        </p:txBody>
      </p:sp>
      <p:sp>
        <p:nvSpPr>
          <p:cNvPr id="6" name="Picture Placeholder 4">
            <a:extLst>
              <a:ext uri="{FF2B5EF4-FFF2-40B4-BE49-F238E27FC236}">
                <a16:creationId xmlns:a16="http://schemas.microsoft.com/office/drawing/2014/main" id="{64ED725C-5701-90B3-92A2-BAE98517DD4F}"/>
              </a:ext>
            </a:extLst>
          </p:cNvPr>
          <p:cNvSpPr>
            <a:spLocks noGrp="1"/>
          </p:cNvSpPr>
          <p:nvPr>
            <p:ph type="pic" sz="quarter" idx="13" hasCustomPrompt="1"/>
          </p:nvPr>
        </p:nvSpPr>
        <p:spPr bwMode="blackGray">
          <a:xfrm>
            <a:off x="0" y="3348318"/>
            <a:ext cx="12192000" cy="3509682"/>
          </a:xfrm>
          <a:prstGeom prst="rect">
            <a:avLst/>
          </a:prstGeom>
          <a:solidFill>
            <a:schemeClr val="accent6">
              <a:lumMod val="60000"/>
              <a:lumOff val="40000"/>
            </a:schemeClr>
          </a:solidFill>
        </p:spPr>
        <p:txBody>
          <a:bodyPr lIns="0" tIns="0" rIns="0" bIns="0" anchor="ctr"/>
          <a:lstStyle>
            <a:lvl1pPr marL="0" indent="0" algn="ctr">
              <a:buFontTx/>
              <a:buNone/>
              <a:defRPr sz="2400">
                <a:solidFill>
                  <a:schemeClr val="tx2"/>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a:t>
            </a:r>
            <a:br>
              <a:rPr lang="en-US"/>
            </a:br>
            <a:r>
              <a:rPr lang="en-US"/>
              <a:t>Then Reorder: Send to back</a:t>
            </a:r>
          </a:p>
        </p:txBody>
      </p:sp>
      <p:sp>
        <p:nvSpPr>
          <p:cNvPr id="9" name="SubTitle">
            <a:extLst>
              <a:ext uri="{FF2B5EF4-FFF2-40B4-BE49-F238E27FC236}">
                <a16:creationId xmlns:a16="http://schemas.microsoft.com/office/drawing/2014/main" id="{F84AF061-2BD7-B395-13B3-8F8BF417226F}"/>
              </a:ext>
            </a:extLst>
          </p:cNvPr>
          <p:cNvSpPr>
            <a:spLocks noGrp="1"/>
          </p:cNvSpPr>
          <p:nvPr>
            <p:ph type="body" sz="quarter" idx="16" hasCustomPrompt="1"/>
          </p:nvPr>
        </p:nvSpPr>
        <p:spPr bwMode="blackGray">
          <a:xfrm>
            <a:off x="371475" y="2096604"/>
            <a:ext cx="11449049" cy="609600"/>
          </a:xfrm>
          <a:prstGeom prst="rect">
            <a:avLst/>
          </a:prstGeom>
        </p:spPr>
        <p:txBody>
          <a:bodyPr lIns="0" rIns="0"/>
          <a:lstStyle>
            <a:lvl1pPr marL="0" indent="0">
              <a:lnSpc>
                <a:spcPct val="100000"/>
              </a:lnSpc>
              <a:spcAft>
                <a:spcPts val="0"/>
              </a:spcAft>
              <a:buFont typeface="Arial" panose="020B0604020202020204" pitchFamily="34" charset="0"/>
              <a:buNone/>
              <a:defRPr sz="2000">
                <a:solidFill>
                  <a:schemeClr val="tx1"/>
                </a:solidFill>
              </a:defRPr>
            </a:lvl1pPr>
            <a:lvl2pPr marL="457200" indent="0">
              <a:buFont typeface="Arial" panose="020B0604020202020204" pitchFamily="34" charset="0"/>
              <a:buNone/>
              <a:defRPr/>
            </a:lvl2pPr>
            <a:lvl3pPr marL="914400" indent="0">
              <a:buNone/>
              <a:defRPr/>
            </a:lvl3pPr>
            <a:lvl4pPr marL="1371600" indent="0">
              <a:buNone/>
              <a:defRPr/>
            </a:lvl4pPr>
            <a:lvl5pPr marL="1828800" indent="0">
              <a:buNone/>
              <a:defRPr/>
            </a:lvl5pPr>
          </a:lstStyle>
          <a:p>
            <a:pPr lvl="0"/>
            <a:r>
              <a:rPr lang="en-US"/>
              <a:t>Click to enter the subtitle text</a:t>
            </a:r>
          </a:p>
        </p:txBody>
      </p:sp>
      <p:sp>
        <p:nvSpPr>
          <p:cNvPr id="7" name="MainTitle">
            <a:extLst>
              <a:ext uri="{FF2B5EF4-FFF2-40B4-BE49-F238E27FC236}">
                <a16:creationId xmlns:a16="http://schemas.microsoft.com/office/drawing/2014/main" id="{6B8D68FD-3EFC-86B8-83A6-942558B1B307}"/>
              </a:ext>
            </a:extLst>
          </p:cNvPr>
          <p:cNvSpPr>
            <a:spLocks noGrp="1"/>
          </p:cNvSpPr>
          <p:nvPr>
            <p:ph type="title" hasCustomPrompt="1"/>
          </p:nvPr>
        </p:nvSpPr>
        <p:spPr bwMode="blackGray">
          <a:xfrm>
            <a:off x="371475" y="1412875"/>
            <a:ext cx="11449050" cy="651610"/>
          </a:xfrm>
        </p:spPr>
        <p:txBody>
          <a:bodyPr/>
          <a:lstStyle>
            <a:lvl1pPr>
              <a:defRPr sz="4400" b="0">
                <a:solidFill>
                  <a:schemeClr val="tx1"/>
                </a:solidFill>
              </a:defRPr>
            </a:lvl1pPr>
          </a:lstStyle>
          <a:p>
            <a:r>
              <a:rPr lang="en-US"/>
              <a:t>Click to edit title</a:t>
            </a:r>
          </a:p>
        </p:txBody>
      </p:sp>
      <p:sp>
        <p:nvSpPr>
          <p:cNvPr id="10" name="Date Placeholder 3">
            <a:extLst>
              <a:ext uri="{FF2B5EF4-FFF2-40B4-BE49-F238E27FC236}">
                <a16:creationId xmlns:a16="http://schemas.microsoft.com/office/drawing/2014/main" id="{C245BFAB-6256-BF35-C9F5-6D558800765A}"/>
              </a:ext>
            </a:extLst>
          </p:cNvPr>
          <p:cNvSpPr>
            <a:spLocks noGrp="1"/>
          </p:cNvSpPr>
          <p:nvPr>
            <p:ph type="dt" sz="half" idx="2"/>
          </p:nvPr>
        </p:nvSpPr>
        <p:spPr bwMode="blackGray">
          <a:xfrm>
            <a:off x="11031855" y="3147301"/>
            <a:ext cx="788669" cy="88901"/>
          </a:xfrm>
          <a:prstGeom prst="rect">
            <a:avLst/>
          </a:prstGeom>
          <a:ln>
            <a:noFill/>
          </a:ln>
        </p:spPr>
        <p:txBody>
          <a:bodyPr vert="horz" lIns="0" tIns="0" rIns="0" bIns="0" rtlCol="0" anchor="ctr">
            <a:noAutofit/>
          </a:bodyPr>
          <a:lstStyle>
            <a:lvl1pPr algn="r">
              <a:lnSpc>
                <a:spcPct val="100000"/>
              </a:lnSpc>
              <a:defRPr sz="1000">
                <a:solidFill>
                  <a:schemeClr val="tx1"/>
                </a:solidFill>
              </a:defRPr>
            </a:lvl1pPr>
          </a:lstStyle>
          <a:p>
            <a:endParaRPr lang="en-US"/>
          </a:p>
        </p:txBody>
      </p:sp>
      <p:sp>
        <p:nvSpPr>
          <p:cNvPr id="15" name="Footer Placeholder 4">
            <a:extLst>
              <a:ext uri="{FF2B5EF4-FFF2-40B4-BE49-F238E27FC236}">
                <a16:creationId xmlns:a16="http://schemas.microsoft.com/office/drawing/2014/main" id="{F45B6080-7233-0809-75A8-E904530DE071}"/>
              </a:ext>
            </a:extLst>
          </p:cNvPr>
          <p:cNvSpPr>
            <a:spLocks noGrp="1"/>
          </p:cNvSpPr>
          <p:nvPr>
            <p:ph type="ftr" sz="quarter" idx="3"/>
          </p:nvPr>
        </p:nvSpPr>
        <p:spPr bwMode="blackGray">
          <a:xfrm>
            <a:off x="371475" y="3147301"/>
            <a:ext cx="5716905" cy="88901"/>
          </a:xfrm>
          <a:prstGeom prst="rect">
            <a:avLst/>
          </a:prstGeom>
          <a:ln>
            <a:noFill/>
          </a:ln>
        </p:spPr>
        <p:txBody>
          <a:bodyPr vert="horz" lIns="0" tIns="0" rIns="0" bIns="0" rtlCol="0" anchor="ctr">
            <a:noAutofit/>
          </a:bodyPr>
          <a:lstStyle>
            <a:lvl1pPr algn="l">
              <a:lnSpc>
                <a:spcPct val="100000"/>
              </a:lnSpc>
              <a:defRPr sz="1000">
                <a:solidFill>
                  <a:schemeClr val="tx1"/>
                </a:solidFill>
              </a:defRPr>
            </a:lvl1pPr>
          </a:lstStyle>
          <a:p>
            <a:r>
              <a:rPr lang="en-US"/>
              <a:t>© </a:t>
            </a:r>
            <a:fld id="{597FD9C0-2C0D-4EB7-8F4A-D7A85431A400}" type="datetimeyyyy">
              <a:rPr lang="en-US" smtClean="0"/>
              <a:pPr/>
              <a:t>2026</a:t>
            </a:fld>
            <a:r>
              <a:rPr lang="en-US"/>
              <a:t> NTT DATA Business Solutions</a:t>
            </a:r>
          </a:p>
        </p:txBody>
      </p:sp>
      <p:sp>
        <p:nvSpPr>
          <p:cNvPr id="5" name="Innovation Curve Over v02">
            <a:extLst>
              <a:ext uri="{FF2B5EF4-FFF2-40B4-BE49-F238E27FC236}">
                <a16:creationId xmlns:a16="http://schemas.microsoft.com/office/drawing/2014/main" id="{7A6AA644-177D-9E4C-8A3F-250C66632BB5}"/>
              </a:ext>
            </a:extLst>
          </p:cNvPr>
          <p:cNvSpPr>
            <a:spLocks noGrp="1"/>
          </p:cNvSpPr>
          <p:nvPr>
            <p:ph type="body" sz="quarter" idx="24" hasCustomPrompt="1"/>
          </p:nvPr>
        </p:nvSpPr>
        <p:spPr bwMode="blackGray">
          <a:xfrm>
            <a:off x="9067800" y="3733800"/>
            <a:ext cx="2752725" cy="2743200"/>
          </a:xfrm>
          <a:blipFill>
            <a:blip r:embed="rId2"/>
            <a:stretch>
              <a:fillRect/>
            </a:stretch>
          </a:blipFill>
        </p:spPr>
        <p:txBody>
          <a:bodyPr/>
          <a:lstStyle>
            <a:lvl1pPr>
              <a:defRPr sz="200"/>
            </a:lvl1pPr>
            <a:lvl2pPr>
              <a:defRPr sz="200"/>
            </a:lvl2pPr>
            <a:lvl3pPr>
              <a:defRPr sz="200"/>
            </a:lvl3pPr>
            <a:lvl4pPr>
              <a:defRPr sz="200"/>
            </a:lvl4pPr>
            <a:lvl5pPr>
              <a:defRPr sz="200"/>
            </a:lvl5pPr>
          </a:lstStyle>
          <a:p>
            <a:pPr lvl="0"/>
            <a:r>
              <a:rPr lang="de-DE"/>
              <a:t>.    </a:t>
            </a:r>
          </a:p>
        </p:txBody>
      </p:sp>
      <p:sp>
        <p:nvSpPr>
          <p:cNvPr id="14" name="NTT DATA Global Logo" descr="NTT DATA Global Logo">
            <a:extLst>
              <a:ext uri="{FF2B5EF4-FFF2-40B4-BE49-F238E27FC236}">
                <a16:creationId xmlns:a16="http://schemas.microsoft.com/office/drawing/2014/main" id="{94BFDE7A-6BFD-69BD-47EF-32959BB94847}"/>
              </a:ext>
            </a:extLst>
          </p:cNvPr>
          <p:cNvSpPr>
            <a:spLocks noGrp="1" noRot="1" noMove="1" noResize="1" noEditPoints="1" noAdjustHandles="1" noChangeArrowheads="1" noChangeShapeType="1"/>
          </p:cNvSpPr>
          <p:nvPr>
            <p:ph type="body" sz="quarter" idx="15" hasCustomPrompt="1"/>
          </p:nvPr>
        </p:nvSpPr>
        <p:spPr bwMode="blackGray">
          <a:xfrm>
            <a:off x="371475" y="320040"/>
            <a:ext cx="1959724" cy="400077"/>
          </a:xfrm>
          <a:prstGeom prst="rect">
            <a:avLst/>
          </a:prstGeom>
          <a:blipFill dpi="0" rotWithShape="1">
            <a:blip r:embed="rId3"/>
            <a:srcRect/>
            <a:stretch>
              <a:fillRect/>
            </a:stretch>
          </a:blipFill>
        </p:spPr>
        <p:txBody>
          <a:bodyPr wrap="none" lIns="0" tIns="0" rIns="0" bIns="0"/>
          <a:lstStyle>
            <a:lvl1pPr>
              <a:defRPr sz="200">
                <a:solidFill>
                  <a:schemeClr val="tx1"/>
                </a:solidFill>
              </a:defRPr>
            </a:lvl1pPr>
            <a:lvl2pPr>
              <a:defRPr>
                <a:noFill/>
              </a:defRPr>
            </a:lvl2pPr>
            <a:lvl3pPr>
              <a:defRPr>
                <a:noFill/>
              </a:defRPr>
            </a:lvl3pPr>
            <a:lvl4pPr>
              <a:defRPr>
                <a:noFill/>
              </a:defRPr>
            </a:lvl4pPr>
            <a:lvl5pPr>
              <a:defRPr>
                <a:noFill/>
              </a:defRPr>
            </a:lvl5pPr>
          </a:lstStyle>
          <a:p>
            <a:pPr lvl="0"/>
            <a:r>
              <a:rPr lang="en-US"/>
              <a:t> </a:t>
            </a:r>
          </a:p>
        </p:txBody>
      </p:sp>
      <p:sp>
        <p:nvSpPr>
          <p:cNvPr id="8" name="Info box">
            <a:extLst>
              <a:ext uri="{FF2B5EF4-FFF2-40B4-BE49-F238E27FC236}">
                <a16:creationId xmlns:a16="http://schemas.microsoft.com/office/drawing/2014/main" id="{AE1EAEE1-83E0-EC11-9F89-70F17E559B64}"/>
              </a:ext>
            </a:extLst>
          </p:cNvPr>
          <p:cNvSpPr>
            <a:spLocks noGrp="1"/>
          </p:cNvSpPr>
          <p:nvPr>
            <p:ph sz="quarter" idx="18" hasCustomPrompt="1"/>
          </p:nvPr>
        </p:nvSpPr>
        <p:spPr bwMode="blackGray">
          <a:xfrm>
            <a:off x="10176832" y="333376"/>
            <a:ext cx="1868023"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tx1"/>
                </a:solidFill>
              </a:defRPr>
            </a:lvl1pPr>
          </a:lstStyle>
          <a:p>
            <a:pPr lvl="0"/>
            <a:r>
              <a:rPr lang="en-US" noProof="0"/>
              <a:t>Information Type:</a:t>
            </a:r>
            <a:br>
              <a:rPr lang="en-US" noProof="0"/>
            </a:br>
            <a:r>
              <a:rPr lang="en-US" noProof="0"/>
              <a:t>Company:  </a:t>
            </a:r>
            <a:br>
              <a:rPr lang="en-US" noProof="0"/>
            </a:br>
            <a:r>
              <a:rPr lang="en-US" noProof="0"/>
              <a:t>Information Owner:</a:t>
            </a:r>
          </a:p>
        </p:txBody>
      </p:sp>
    </p:spTree>
    <p:extLst>
      <p:ext uri="{BB962C8B-B14F-4D97-AF65-F5344CB8AC3E}">
        <p14:creationId xmlns:p14="http://schemas.microsoft.com/office/powerpoint/2010/main" val="263202536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_Divider_Image Left Dark">
    <p:bg bwMode="gray">
      <p:bgPr>
        <a:solidFill>
          <a:schemeClr val="bg1"/>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597D1B3A-E1F6-AFF4-3A3F-A37A17CBCB29}"/>
              </a:ext>
            </a:extLst>
          </p:cNvPr>
          <p:cNvSpPr>
            <a:spLocks noGrp="1"/>
          </p:cNvSpPr>
          <p:nvPr>
            <p:ph type="title" hasCustomPrompt="1"/>
          </p:nvPr>
        </p:nvSpPr>
        <p:spPr bwMode="gray">
          <a:xfrm>
            <a:off x="4495800" y="2286000"/>
            <a:ext cx="7315200" cy="3951288"/>
          </a:xfrm>
        </p:spPr>
        <p:txBody>
          <a:bodyPr/>
          <a:lstStyle>
            <a:lvl1pPr>
              <a:defRPr sz="4800">
                <a:solidFill>
                  <a:schemeClr val="tx1"/>
                </a:solidFill>
              </a:defRPr>
            </a:lvl1pPr>
          </a:lstStyle>
          <a:p>
            <a:r>
              <a:rPr lang="en-US"/>
              <a:t>Divider Page Text</a:t>
            </a:r>
          </a:p>
        </p:txBody>
      </p:sp>
      <p:sp>
        <p:nvSpPr>
          <p:cNvPr id="15" name="Section Number">
            <a:extLst>
              <a:ext uri="{FF2B5EF4-FFF2-40B4-BE49-F238E27FC236}">
                <a16:creationId xmlns:a16="http://schemas.microsoft.com/office/drawing/2014/main" id="{353938DB-D71F-BCC9-253A-E90421933DD0}"/>
              </a:ext>
            </a:extLst>
          </p:cNvPr>
          <p:cNvSpPr>
            <a:spLocks noGrp="1"/>
          </p:cNvSpPr>
          <p:nvPr>
            <p:ph type="body" sz="quarter" idx="13" hasCustomPrompt="1"/>
          </p:nvPr>
        </p:nvSpPr>
        <p:spPr bwMode="gray">
          <a:xfrm>
            <a:off x="4495800" y="685800"/>
            <a:ext cx="7315200" cy="1447800"/>
          </a:xfrm>
          <a:prstGeom prst="rect">
            <a:avLst/>
          </a:prstGeom>
        </p:spPr>
        <p:txBody>
          <a:bodyPr lIns="0" tIns="45720" rIns="0"/>
          <a:lstStyle>
            <a:lvl1pPr>
              <a:defRPr lang="en-US" sz="9600" b="1" dirty="0" smtClean="0">
                <a:solidFill>
                  <a:schemeClr val="accent1"/>
                </a:solidFill>
              </a:defRPr>
            </a:lvl1pPr>
          </a:lstStyle>
          <a:p>
            <a:pPr lvl="0">
              <a:lnSpc>
                <a:spcPct val="100000"/>
              </a:lnSpc>
            </a:pPr>
            <a:r>
              <a:rPr lang="en-US"/>
              <a:t>#</a:t>
            </a:r>
          </a:p>
        </p:txBody>
      </p:sp>
      <p:sp>
        <p:nvSpPr>
          <p:cNvPr id="16" name="Picture Placeholder 4">
            <a:extLst>
              <a:ext uri="{FF2B5EF4-FFF2-40B4-BE49-F238E27FC236}">
                <a16:creationId xmlns:a16="http://schemas.microsoft.com/office/drawing/2014/main" id="{CBAA2EA5-06E3-8691-22FA-AE783265C861}"/>
              </a:ext>
            </a:extLst>
          </p:cNvPr>
          <p:cNvSpPr>
            <a:spLocks noGrp="1"/>
          </p:cNvSpPr>
          <p:nvPr>
            <p:ph type="pic" sz="quarter" idx="12" hasCustomPrompt="1"/>
          </p:nvPr>
        </p:nvSpPr>
        <p:spPr bwMode="gray">
          <a:xfrm>
            <a:off x="0" y="0"/>
            <a:ext cx="4038600" cy="6858000"/>
          </a:xfrm>
          <a:prstGeom prst="rect">
            <a:avLst/>
          </a:prstGeom>
          <a:solidFill>
            <a:schemeClr val="accent6"/>
          </a:solidFill>
        </p:spPr>
        <p:txBody>
          <a:bodyPr tIns="2743200"/>
          <a:lstStyle>
            <a:lvl1pPr marL="0" indent="0" algn="ctr">
              <a:buNone/>
              <a:defRPr sz="2000">
                <a:solidFill>
                  <a:schemeClr val="bg1"/>
                </a:solidFill>
              </a:defRPr>
            </a:lvl1pPr>
          </a:lstStyle>
          <a:p>
            <a:r>
              <a:rPr lang="en-US"/>
              <a:t>Click to add picture</a:t>
            </a:r>
          </a:p>
        </p:txBody>
      </p:sp>
      <p:sp>
        <p:nvSpPr>
          <p:cNvPr id="6" name="Text Placeholder 5">
            <a:extLst>
              <a:ext uri="{FF2B5EF4-FFF2-40B4-BE49-F238E27FC236}">
                <a16:creationId xmlns:a16="http://schemas.microsoft.com/office/drawing/2014/main" id="{84E201FA-14DE-26F5-5B59-34540918F7C3}"/>
              </a:ext>
            </a:extLst>
          </p:cNvPr>
          <p:cNvSpPr>
            <a:spLocks noGrp="1"/>
          </p:cNvSpPr>
          <p:nvPr>
            <p:ph type="body" sz="quarter" idx="27" hasCustomPrompt="1"/>
          </p:nvPr>
        </p:nvSpPr>
        <p:spPr bwMode="gray">
          <a:xfrm>
            <a:off x="0" y="5202000"/>
            <a:ext cx="4038600" cy="1656000"/>
          </a:xfrm>
          <a:prstGeom prst="rect">
            <a:avLst/>
          </a:prstGeo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lvl1pPr>
          </a:lstStyle>
          <a:p>
            <a:pPr lvl="0"/>
            <a:r>
              <a:rPr lang="en-US"/>
              <a:t> </a:t>
            </a:r>
          </a:p>
        </p:txBody>
      </p:sp>
      <p:sp>
        <p:nvSpPr>
          <p:cNvPr id="3" name="Slide Number Placeholder 5">
            <a:extLst>
              <a:ext uri="{FF2B5EF4-FFF2-40B4-BE49-F238E27FC236}">
                <a16:creationId xmlns:a16="http://schemas.microsoft.com/office/drawing/2014/main" id="{B6615A63-B90D-3E21-FFCC-8BD272C8F67E}"/>
              </a:ext>
            </a:extLst>
          </p:cNvPr>
          <p:cNvSpPr>
            <a:spLocks noGrp="1"/>
          </p:cNvSpPr>
          <p:nvPr>
            <p:ph type="sldNum" sz="quarter" idx="4"/>
          </p:nvPr>
        </p:nvSpPr>
        <p:spPr bwMode="gray">
          <a:xfrm>
            <a:off x="7777162"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4" name="Footer Placeholder 4">
            <a:extLst>
              <a:ext uri="{FF2B5EF4-FFF2-40B4-BE49-F238E27FC236}">
                <a16:creationId xmlns:a16="http://schemas.microsoft.com/office/drawing/2014/main" id="{75F0D2DC-FE73-D4FE-FDBD-22395D919787}"/>
              </a:ext>
            </a:extLst>
          </p:cNvPr>
          <p:cNvSpPr>
            <a:spLocks noGrp="1"/>
          </p:cNvSpPr>
          <p:nvPr>
            <p:ph type="ftr" sz="quarter" idx="3"/>
          </p:nvPr>
        </p:nvSpPr>
        <p:spPr bwMode="gray">
          <a:xfrm>
            <a:off x="4495800" y="6563358"/>
            <a:ext cx="3202940"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74C9FC40-9B76-46DD-95D1-6E3BA225020E}" type="datetimeyyyy">
              <a:rPr lang="en-US" smtClean="0"/>
              <a:pPr/>
              <a:t>2026</a:t>
            </a:fld>
            <a:r>
              <a:rPr lang="en-US"/>
              <a:t> NTT DATA Business Solutions</a:t>
            </a:r>
          </a:p>
        </p:txBody>
      </p:sp>
      <p:pic>
        <p:nvPicPr>
          <p:cNvPr id="2" name="NTT DATA Global Logo">
            <a:extLst>
              <a:ext uri="{FF2B5EF4-FFF2-40B4-BE49-F238E27FC236}">
                <a16:creationId xmlns:a16="http://schemas.microsoft.com/office/drawing/2014/main" id="{91377113-D3FC-0078-8B49-12CE1897000D}"/>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275386427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_Divider_InnovationCurve on Right Dark">
    <p:bg bwMode="gray">
      <p:bgPr>
        <a:solidFill>
          <a:schemeClr val="bg1"/>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597D1B3A-E1F6-AFF4-3A3F-A37A17CBCB29}"/>
              </a:ext>
            </a:extLst>
          </p:cNvPr>
          <p:cNvSpPr>
            <a:spLocks noGrp="1"/>
          </p:cNvSpPr>
          <p:nvPr>
            <p:ph type="title" hasCustomPrompt="1"/>
          </p:nvPr>
        </p:nvSpPr>
        <p:spPr bwMode="gray">
          <a:xfrm>
            <a:off x="371475" y="2286000"/>
            <a:ext cx="7315200" cy="3886200"/>
          </a:xfrm>
        </p:spPr>
        <p:txBody>
          <a:bodyPr/>
          <a:lstStyle>
            <a:lvl1pPr>
              <a:defRPr sz="4000">
                <a:solidFill>
                  <a:schemeClr val="tx1"/>
                </a:solidFill>
              </a:defRPr>
            </a:lvl1pPr>
          </a:lstStyle>
          <a:p>
            <a:r>
              <a:rPr lang="en-US"/>
              <a:t>Divider Page</a:t>
            </a:r>
          </a:p>
        </p:txBody>
      </p:sp>
      <p:sp>
        <p:nvSpPr>
          <p:cNvPr id="15" name="Section Number">
            <a:extLst>
              <a:ext uri="{FF2B5EF4-FFF2-40B4-BE49-F238E27FC236}">
                <a16:creationId xmlns:a16="http://schemas.microsoft.com/office/drawing/2014/main" id="{353938DB-D71F-BCC9-253A-E90421933DD0}"/>
              </a:ext>
            </a:extLst>
          </p:cNvPr>
          <p:cNvSpPr>
            <a:spLocks noGrp="1"/>
          </p:cNvSpPr>
          <p:nvPr>
            <p:ph type="body" sz="quarter" idx="13" hasCustomPrompt="1"/>
          </p:nvPr>
        </p:nvSpPr>
        <p:spPr bwMode="gray">
          <a:xfrm>
            <a:off x="371475" y="685800"/>
            <a:ext cx="7315200" cy="1447800"/>
          </a:xfrm>
          <a:prstGeom prst="rect">
            <a:avLst/>
          </a:prstGeom>
        </p:spPr>
        <p:txBody>
          <a:bodyPr lIns="0" tIns="45720" rIns="0"/>
          <a:lstStyle>
            <a:lvl1pPr>
              <a:defRPr lang="en-US" sz="9600" b="1" dirty="0" smtClean="0">
                <a:solidFill>
                  <a:schemeClr val="accent1"/>
                </a:solidFill>
              </a:defRPr>
            </a:lvl1pPr>
          </a:lstStyle>
          <a:p>
            <a:pPr lvl="0">
              <a:lnSpc>
                <a:spcPct val="100000"/>
              </a:lnSpc>
            </a:pPr>
            <a:r>
              <a:rPr lang="en-US"/>
              <a:t>#</a:t>
            </a:r>
          </a:p>
        </p:txBody>
      </p:sp>
      <p:sp>
        <p:nvSpPr>
          <p:cNvPr id="4" name="Footer Placeholder 4">
            <a:extLst>
              <a:ext uri="{FF2B5EF4-FFF2-40B4-BE49-F238E27FC236}">
                <a16:creationId xmlns:a16="http://schemas.microsoft.com/office/drawing/2014/main" id="{07D78CB3-8E2A-426A-73F0-19178ABAAB0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B38796B9-378E-46D3-8667-FEEF528FDDEC}" type="datetimeyyyy">
              <a:rPr lang="en-US" smtClean="0"/>
              <a:pPr/>
              <a:t>2026</a:t>
            </a:fld>
            <a:r>
              <a:rPr lang="en-US"/>
              <a:t> NTT DATA Business Solutions</a:t>
            </a:r>
            <a:endParaRPr lang="pt-BR"/>
          </a:p>
        </p:txBody>
      </p:sp>
      <p:sp>
        <p:nvSpPr>
          <p:cNvPr id="5" name="Slide Number Placeholder 5">
            <a:extLst>
              <a:ext uri="{FF2B5EF4-FFF2-40B4-BE49-F238E27FC236}">
                <a16:creationId xmlns:a16="http://schemas.microsoft.com/office/drawing/2014/main" id="{90D19329-B7C0-CE48-A2F3-05D87FD03717}"/>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pic>
        <p:nvPicPr>
          <p:cNvPr id="8" name="Innovation Curve">
            <a:extLst>
              <a:ext uri="{FF2B5EF4-FFF2-40B4-BE49-F238E27FC236}">
                <a16:creationId xmlns:a16="http://schemas.microsoft.com/office/drawing/2014/main" id="{8FAD0C94-F295-1BA4-75E9-C0403855E0F0}"/>
              </a:ext>
            </a:extLst>
          </p:cNvPr>
          <p:cNvPicPr>
            <a:picLocks noChangeAspect="1"/>
          </p:cNvPicPr>
          <p:nvPr userDrawn="1"/>
        </p:nvPicPr>
        <p:blipFill>
          <a:blip r:embed="rId2"/>
          <a:stretch>
            <a:fillRect/>
          </a:stretch>
        </p:blipFill>
        <p:spPr bwMode="gray">
          <a:xfrm>
            <a:off x="7940970" y="2281852"/>
            <a:ext cx="3879556" cy="3890348"/>
          </a:xfrm>
          <a:prstGeom prst="rect">
            <a:avLst/>
          </a:prstGeom>
        </p:spPr>
      </p:pic>
      <p:pic>
        <p:nvPicPr>
          <p:cNvPr id="2" name="NTT DATA Global Logo">
            <a:extLst>
              <a:ext uri="{FF2B5EF4-FFF2-40B4-BE49-F238E27FC236}">
                <a16:creationId xmlns:a16="http://schemas.microsoft.com/office/drawing/2014/main" id="{987BF35F-3F50-08F3-8D15-31BD7A9C8DD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22452153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_Divider_Innovation Curve Image Left Dark">
    <p:bg bwMode="gray">
      <p:bgPr>
        <a:solidFill>
          <a:schemeClr val="bg1"/>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725B5FD-E0E9-1E4B-5EFE-D46E0910A6CB}"/>
              </a:ext>
            </a:extLst>
          </p:cNvPr>
          <p:cNvSpPr>
            <a:spLocks noGrp="1"/>
          </p:cNvSpPr>
          <p:nvPr>
            <p:ph type="title" hasCustomPrompt="1"/>
          </p:nvPr>
        </p:nvSpPr>
        <p:spPr bwMode="gray">
          <a:xfrm>
            <a:off x="4495800" y="2433116"/>
            <a:ext cx="7315200" cy="3739084"/>
          </a:xfrm>
        </p:spPr>
        <p:txBody>
          <a:bodyPr/>
          <a:lstStyle>
            <a:lvl1pPr>
              <a:defRPr sz="4000">
                <a:solidFill>
                  <a:schemeClr val="tx1"/>
                </a:solidFill>
              </a:defRPr>
            </a:lvl1pPr>
          </a:lstStyle>
          <a:p>
            <a:r>
              <a:rPr lang="en-US"/>
              <a:t>Divider Page</a:t>
            </a:r>
          </a:p>
        </p:txBody>
      </p:sp>
      <p:sp>
        <p:nvSpPr>
          <p:cNvPr id="12" name="Section Number">
            <a:extLst>
              <a:ext uri="{FF2B5EF4-FFF2-40B4-BE49-F238E27FC236}">
                <a16:creationId xmlns:a16="http://schemas.microsoft.com/office/drawing/2014/main" id="{4337322C-F1A6-A8D5-2662-80C365ECE1C8}"/>
              </a:ext>
            </a:extLst>
          </p:cNvPr>
          <p:cNvSpPr>
            <a:spLocks noGrp="1"/>
          </p:cNvSpPr>
          <p:nvPr>
            <p:ph type="body" sz="quarter" idx="12" hasCustomPrompt="1"/>
          </p:nvPr>
        </p:nvSpPr>
        <p:spPr bwMode="gray">
          <a:xfrm>
            <a:off x="4495800" y="685800"/>
            <a:ext cx="7315200" cy="1447800"/>
          </a:xfrm>
          <a:prstGeom prst="rect">
            <a:avLst/>
          </a:prstGeom>
        </p:spPr>
        <p:txBody>
          <a:bodyPr lIns="0" tIns="45720" rIns="0"/>
          <a:lstStyle>
            <a:lvl1pPr>
              <a:defRPr lang="en-US" sz="9600" b="1" dirty="0" smtClean="0">
                <a:solidFill>
                  <a:schemeClr val="accent1"/>
                </a:solidFill>
              </a:defRPr>
            </a:lvl1pPr>
          </a:lstStyle>
          <a:p>
            <a:pPr lvl="0">
              <a:lnSpc>
                <a:spcPct val="100000"/>
              </a:lnSpc>
            </a:pPr>
            <a:r>
              <a:rPr lang="en-US"/>
              <a:t>#</a:t>
            </a:r>
          </a:p>
        </p:txBody>
      </p:sp>
      <p:sp>
        <p:nvSpPr>
          <p:cNvPr id="11" name="Footer Placeholder 4">
            <a:extLst>
              <a:ext uri="{FF2B5EF4-FFF2-40B4-BE49-F238E27FC236}">
                <a16:creationId xmlns:a16="http://schemas.microsoft.com/office/drawing/2014/main" id="{8795E080-1F31-4238-044C-F377C0E2532A}"/>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9668DDF2-5539-4C64-B51E-45328E8C8100}" type="datetimeyyyy">
              <a:rPr lang="en-US" smtClean="0"/>
              <a:pPr/>
              <a:t>2026</a:t>
            </a:fld>
            <a:r>
              <a:rPr lang="en-US"/>
              <a:t> NTT DATA Business Solutions</a:t>
            </a:r>
          </a:p>
        </p:txBody>
      </p:sp>
      <p:sp>
        <p:nvSpPr>
          <p:cNvPr id="13" name="Slide Number Placeholder 5">
            <a:extLst>
              <a:ext uri="{FF2B5EF4-FFF2-40B4-BE49-F238E27FC236}">
                <a16:creationId xmlns:a16="http://schemas.microsoft.com/office/drawing/2014/main" id="{5ACFAEF6-C002-CEF8-D12E-35B10EFF2EE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pic>
        <p:nvPicPr>
          <p:cNvPr id="3" name="Picture 6">
            <a:extLst>
              <a:ext uri="{FF2B5EF4-FFF2-40B4-BE49-F238E27FC236}">
                <a16:creationId xmlns:a16="http://schemas.microsoft.com/office/drawing/2014/main" id="{B2FCF57D-17C6-2F3A-C1B3-1679B62BF96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gray">
          <a:xfrm>
            <a:off x="394575" y="2447060"/>
            <a:ext cx="3718800" cy="3718800"/>
          </a:xfrm>
          <a:prstGeom prst="rect">
            <a:avLst/>
          </a:prstGeom>
        </p:spPr>
      </p:pic>
      <p:sp>
        <p:nvSpPr>
          <p:cNvPr id="4" name="Picture Placeholder 9">
            <a:extLst>
              <a:ext uri="{FF2B5EF4-FFF2-40B4-BE49-F238E27FC236}">
                <a16:creationId xmlns:a16="http://schemas.microsoft.com/office/drawing/2014/main" id="{DA704BD6-71C6-D230-9A15-8A46EC1807B4}"/>
              </a:ext>
            </a:extLst>
          </p:cNvPr>
          <p:cNvSpPr>
            <a:spLocks noGrp="1"/>
          </p:cNvSpPr>
          <p:nvPr>
            <p:ph type="pic" sz="quarter" idx="17" hasCustomPrompt="1"/>
          </p:nvPr>
        </p:nvSpPr>
        <p:spPr bwMode="gray">
          <a:xfrm>
            <a:off x="371475" y="2447060"/>
            <a:ext cx="3718800" cy="3718800"/>
          </a:xfrm>
          <a:custGeom>
            <a:avLst/>
            <a:gdLst>
              <a:gd name="connsiteX0" fmla="*/ 1704548 w 5267271"/>
              <a:gd name="connsiteY0" fmla="*/ 0 h 5272719"/>
              <a:gd name="connsiteX1" fmla="*/ 3527745 w 5267271"/>
              <a:gd name="connsiteY1" fmla="*/ 1774521 h 5272719"/>
              <a:gd name="connsiteX2" fmla="*/ 5267271 w 5267271"/>
              <a:gd name="connsiteY2" fmla="*/ 5269498 h 5272719"/>
              <a:gd name="connsiteX3" fmla="*/ 3509088 w 5267271"/>
              <a:gd name="connsiteY3" fmla="*/ 5269044 h 5272719"/>
              <a:gd name="connsiteX4" fmla="*/ 1794302 w 5267271"/>
              <a:gd name="connsiteY4" fmla="*/ 1858626 h 5272719"/>
              <a:gd name="connsiteX5" fmla="*/ 1794667 w 5267271"/>
              <a:gd name="connsiteY5" fmla="*/ 5270472 h 5272719"/>
              <a:gd name="connsiteX6" fmla="*/ 0 w 5267271"/>
              <a:gd name="connsiteY6" fmla="*/ 5272719 h 5272719"/>
              <a:gd name="connsiteX7" fmla="*/ 3384 w 5267271"/>
              <a:gd name="connsiteY7" fmla="*/ 1714773 h 5272719"/>
              <a:gd name="connsiteX8" fmla="*/ 569360 w 5267271"/>
              <a:gd name="connsiteY8" fmla="*/ 333790 h 5272719"/>
              <a:gd name="connsiteX9" fmla="*/ 1704548 w 5267271"/>
              <a:gd name="connsiteY9" fmla="*/ 0 h 527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67271" h="5272719">
                <a:moveTo>
                  <a:pt x="1704548" y="0"/>
                </a:moveTo>
                <a:cubicBezTo>
                  <a:pt x="2442328" y="19929"/>
                  <a:pt x="2925708" y="438914"/>
                  <a:pt x="3527745" y="1774521"/>
                </a:cubicBezTo>
                <a:lnTo>
                  <a:pt x="5267271" y="5269498"/>
                </a:lnTo>
                <a:lnTo>
                  <a:pt x="3509088" y="5269044"/>
                </a:lnTo>
                <a:cubicBezTo>
                  <a:pt x="2932089" y="4085847"/>
                  <a:pt x="2376159" y="3052885"/>
                  <a:pt x="1794302" y="1858626"/>
                </a:cubicBezTo>
                <a:cubicBezTo>
                  <a:pt x="1800510" y="2806405"/>
                  <a:pt x="1797959" y="3550976"/>
                  <a:pt x="1794667" y="5270472"/>
                </a:cubicBezTo>
                <a:lnTo>
                  <a:pt x="0" y="5272719"/>
                </a:lnTo>
                <a:cubicBezTo>
                  <a:pt x="6041" y="3933998"/>
                  <a:pt x="-2660" y="3106972"/>
                  <a:pt x="3384" y="1714773"/>
                </a:cubicBezTo>
                <a:cubicBezTo>
                  <a:pt x="20552" y="931022"/>
                  <a:pt x="285832" y="562108"/>
                  <a:pt x="569360" y="333790"/>
                </a:cubicBezTo>
                <a:cubicBezTo>
                  <a:pt x="852888" y="105472"/>
                  <a:pt x="1272212" y="9538"/>
                  <a:pt x="1704548" y="0"/>
                </a:cubicBezTo>
                <a:close/>
              </a:path>
            </a:pathLst>
          </a:custGeom>
          <a:solidFill>
            <a:schemeClr val="accent6"/>
          </a:solidFill>
          <a:ln w="12700">
            <a:noFill/>
          </a:ln>
          <a:effectLst/>
        </p:spPr>
        <p:txBody>
          <a:bodyPr wrap="none" lIns="0" tIns="1371600" rIns="0" anchor="t">
            <a:noAutofit/>
          </a:bodyPr>
          <a:lstStyle>
            <a:lvl1pPr marL="0" indent="0" algn="ctr">
              <a:buFontTx/>
              <a:buNone/>
              <a:defRPr sz="1100">
                <a:solidFill>
                  <a:schemeClr val="tx1"/>
                </a:solidFill>
              </a:defRPr>
            </a:lvl1pPr>
          </a:lstStyle>
          <a:p>
            <a:r>
              <a:rPr lang="en-US"/>
              <a:t> </a:t>
            </a:r>
          </a:p>
        </p:txBody>
      </p:sp>
      <p:pic>
        <p:nvPicPr>
          <p:cNvPr id="5" name="NTT DATA Global Logo">
            <a:extLst>
              <a:ext uri="{FF2B5EF4-FFF2-40B4-BE49-F238E27FC236}">
                <a16:creationId xmlns:a16="http://schemas.microsoft.com/office/drawing/2014/main" id="{40BBFFC1-D005-08F1-476C-65A66B022C12}"/>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37232281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_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BD10386A-F078-491A-8D58-536D4066CAE5}" type="datetimeyyyy">
              <a:rPr lang="en-US" smtClean="0"/>
              <a:pPr/>
              <a:t>2026</a:t>
            </a:fld>
            <a:r>
              <a:rPr lang="en-US"/>
              <a:t>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pic>
        <p:nvPicPr>
          <p:cNvPr id="2" name="NTT DATA Global Logo">
            <a:extLst>
              <a:ext uri="{FF2B5EF4-FFF2-40B4-BE49-F238E27FC236}">
                <a16:creationId xmlns:a16="http://schemas.microsoft.com/office/drawing/2014/main" id="{AB18BBE7-C0B1-433C-C1FB-77CC445ED76C}"/>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216012281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C_Title and On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p:txBody>
          <a:bodyPr vert="horz"/>
          <a:lstStyle/>
          <a:p>
            <a:r>
              <a:rPr lang="en-US" noProof="0"/>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5" y="1412875"/>
            <a:ext cx="11449050" cy="4824413"/>
          </a:xfrm>
          <a:prstGeom prst="rect">
            <a:avLst/>
          </a:prstGeom>
        </p:spPr>
        <p:txBody>
          <a:bodyPr/>
          <a:lstStyle>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Footer Placeholder 4">
            <a:extLst>
              <a:ext uri="{FF2B5EF4-FFF2-40B4-BE49-F238E27FC236}">
                <a16:creationId xmlns:a16="http://schemas.microsoft.com/office/drawing/2014/main" id="{DB4CF512-82E1-2689-F640-DDFFDD4CD971}"/>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CDFA3239-C15A-474F-8375-EAFB75B7CFEF}" type="datetimeyyyy">
              <a:rPr lang="en-US" smtClean="0"/>
              <a:pPr/>
              <a:t>2026</a:t>
            </a:fld>
            <a:r>
              <a:rPr lang="en-US"/>
              <a:t> NTT DATA Business Solutions</a:t>
            </a:r>
          </a:p>
        </p:txBody>
      </p:sp>
      <p:sp>
        <p:nvSpPr>
          <p:cNvPr id="10" name="Slide Number Placeholder 5">
            <a:extLst>
              <a:ext uri="{FF2B5EF4-FFF2-40B4-BE49-F238E27FC236}">
                <a16:creationId xmlns:a16="http://schemas.microsoft.com/office/drawing/2014/main" id="{C19ED1C7-0FF1-008B-4E0C-83259A7B61F3}"/>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pic>
        <p:nvPicPr>
          <p:cNvPr id="4" name="NTT DATA Global Logo">
            <a:extLst>
              <a:ext uri="{FF2B5EF4-FFF2-40B4-BE49-F238E27FC236}">
                <a16:creationId xmlns:a16="http://schemas.microsoft.com/office/drawing/2014/main" id="{9D77B0C1-47DE-D752-F8F4-67E31C7AA3E0}"/>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372414246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C_Title and Two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p:txBody>
          <a:bodyPr vert="horz"/>
          <a:lstStyle/>
          <a:p>
            <a:r>
              <a:rPr lang="en-US" noProof="0"/>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5" y="1412875"/>
            <a:ext cx="5507850" cy="4824413"/>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Content Placeholder 2">
            <a:extLst>
              <a:ext uri="{FF2B5EF4-FFF2-40B4-BE49-F238E27FC236}">
                <a16:creationId xmlns:a16="http://schemas.microsoft.com/office/drawing/2014/main" id="{29A13345-D8EA-438A-8BA9-E88672B7CBE9}"/>
              </a:ext>
            </a:extLst>
          </p:cNvPr>
          <p:cNvSpPr>
            <a:spLocks noGrp="1"/>
          </p:cNvSpPr>
          <p:nvPr>
            <p:ph idx="13" hasCustomPrompt="1"/>
          </p:nvPr>
        </p:nvSpPr>
        <p:spPr bwMode="gray">
          <a:xfrm>
            <a:off x="6311325" y="1412875"/>
            <a:ext cx="5507850" cy="4824413"/>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F7E5354F-5D5C-4EBE-9D03-4D1B78390218}" type="datetimeyyyy">
              <a:rPr lang="en-US" smtClean="0"/>
              <a:pPr/>
              <a:t>2026</a:t>
            </a:fld>
            <a:r>
              <a:rPr lang="en-US"/>
              <a:t> NTT DATA Business Solutions</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pic>
        <p:nvPicPr>
          <p:cNvPr id="4" name="NTT DATA Global Logo">
            <a:extLst>
              <a:ext uri="{FF2B5EF4-FFF2-40B4-BE49-F238E27FC236}">
                <a16:creationId xmlns:a16="http://schemas.microsoft.com/office/drawing/2014/main" id="{BBA64611-343A-9E49-2D7D-AA03EB859BC3}"/>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13622517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_Title and Three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a:xfrm>
            <a:off x="371475" y="333375"/>
            <a:ext cx="11449050" cy="792000"/>
          </a:xfrm>
        </p:spPr>
        <p:txBody>
          <a:bodyPr vert="horz"/>
          <a:lstStyle/>
          <a:p>
            <a:r>
              <a:rPr lang="en-US"/>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5" y="1412875"/>
            <a:ext cx="3657600" cy="48244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EE027318-DC80-495D-AFAF-E18878B6633C}" type="datetimeyyyy">
              <a:rPr lang="en-US" smtClean="0"/>
              <a:pPr/>
              <a:t>2026</a:t>
            </a:fld>
            <a:r>
              <a:rPr lang="en-US"/>
              <a:t> NTT DATA Business Solutions</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16" name="Content Placeholder 2">
            <a:extLst>
              <a:ext uri="{FF2B5EF4-FFF2-40B4-BE49-F238E27FC236}">
                <a16:creationId xmlns:a16="http://schemas.microsoft.com/office/drawing/2014/main" id="{326BC249-E151-BB39-D3D5-813D011EC4DE}"/>
              </a:ext>
            </a:extLst>
          </p:cNvPr>
          <p:cNvSpPr>
            <a:spLocks noGrp="1"/>
          </p:cNvSpPr>
          <p:nvPr>
            <p:ph idx="24" hasCustomPrompt="1"/>
          </p:nvPr>
        </p:nvSpPr>
        <p:spPr bwMode="gray">
          <a:xfrm>
            <a:off x="4267200" y="1412875"/>
            <a:ext cx="3657600" cy="48244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CAB7751F-4652-AD3B-A81E-E9DD7E8ECF31}"/>
              </a:ext>
            </a:extLst>
          </p:cNvPr>
          <p:cNvSpPr>
            <a:spLocks noGrp="1"/>
          </p:cNvSpPr>
          <p:nvPr>
            <p:ph idx="25" hasCustomPrompt="1"/>
          </p:nvPr>
        </p:nvSpPr>
        <p:spPr bwMode="gray">
          <a:xfrm>
            <a:off x="8162925" y="1412875"/>
            <a:ext cx="3657600" cy="48244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NTT DATA Global Logo">
            <a:extLst>
              <a:ext uri="{FF2B5EF4-FFF2-40B4-BE49-F238E27FC236}">
                <a16:creationId xmlns:a16="http://schemas.microsoft.com/office/drawing/2014/main" id="{FF0B8393-09C3-CC63-5D9F-0CCE0ECBD1DB}"/>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4614111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_Title Subtitle Bo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a:xfrm>
            <a:off x="371475" y="333375"/>
            <a:ext cx="11449050" cy="332399"/>
          </a:xfrm>
        </p:spPr>
        <p:txBody>
          <a:bodyPr vert="horz">
            <a:spAutoFit/>
          </a:bodyPr>
          <a:lstStyle/>
          <a:p>
            <a:r>
              <a:rPr lang="en-US"/>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4" y="1412875"/>
            <a:ext cx="11449049" cy="48244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06D38E7A-A406-43F6-B835-86F3B8D8FEF7}" type="datetimeyyyy">
              <a:rPr lang="en-US" smtClean="0"/>
              <a:pPr/>
              <a:t>2026</a:t>
            </a:fld>
            <a:r>
              <a:rPr lang="en-US"/>
              <a:t> NTT DATA Business Solutions</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4" name="Text Placeholder 6">
            <a:extLst>
              <a:ext uri="{FF2B5EF4-FFF2-40B4-BE49-F238E27FC236}">
                <a16:creationId xmlns:a16="http://schemas.microsoft.com/office/drawing/2014/main" id="{9E5DDFBC-BBD8-FCF3-FDD5-BDAF7615B10F}"/>
              </a:ext>
            </a:extLst>
          </p:cNvPr>
          <p:cNvSpPr>
            <a:spLocks noGrp="1"/>
          </p:cNvSpPr>
          <p:nvPr>
            <p:ph type="body" sz="quarter" idx="14" hasCustomPrompt="1"/>
          </p:nvPr>
        </p:nvSpPr>
        <p:spPr bwMode="gray">
          <a:xfrm>
            <a:off x="371475" y="728663"/>
            <a:ext cx="11449050" cy="288000"/>
          </a:xfrm>
          <a:prstGeom prst="rect">
            <a:avLst/>
          </a:prstGeom>
        </p:spPr>
        <p:txBody>
          <a:bodyPr/>
          <a:lstStyle>
            <a:lvl1pPr>
              <a:lnSpc>
                <a:spcPct val="100000"/>
              </a:lnSpc>
              <a:spcBef>
                <a:spcPts val="0"/>
              </a:spcBef>
              <a:defRPr sz="1800">
                <a:solidFill>
                  <a:schemeClr val="accent1"/>
                </a:solidFill>
              </a:defRPr>
            </a:lvl1pPr>
            <a:lvl2pPr>
              <a:defRPr sz="2000"/>
            </a:lvl2pPr>
            <a:lvl3pPr>
              <a:defRPr sz="2000"/>
            </a:lvl3pPr>
            <a:lvl4pPr>
              <a:defRPr sz="2000"/>
            </a:lvl4pPr>
            <a:lvl5pPr>
              <a:defRPr sz="2000"/>
            </a:lvl5pPr>
          </a:lstStyle>
          <a:p>
            <a:pPr lvl="0"/>
            <a:r>
              <a:rPr lang="en-US"/>
              <a:t>Click to edit Master text styles</a:t>
            </a:r>
          </a:p>
        </p:txBody>
      </p:sp>
      <p:pic>
        <p:nvPicPr>
          <p:cNvPr id="5" name="NTT DATA Global Logo">
            <a:extLst>
              <a:ext uri="{FF2B5EF4-FFF2-40B4-BE49-F238E27FC236}">
                <a16:creationId xmlns:a16="http://schemas.microsoft.com/office/drawing/2014/main" id="{BB649A13-1D55-F782-6BA0-07A21B198CCE}"/>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11383108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_Blank_Dark">
    <p:bg bwMode="gray">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97295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_Blank_Dark with footer">
    <p:bg>
      <p:bgPr>
        <a:solidFill>
          <a:schemeClr val="bg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BB093E97-7B76-EAE6-8B05-F60EEDCE94B8}"/>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15873F1B-5874-42D0-A696-0B3215E0D373}" type="datetimeyyyy">
              <a:rPr lang="en-US" smtClean="0"/>
              <a:pPr/>
              <a:t>2026</a:t>
            </a:fld>
            <a:r>
              <a:rPr lang="en-US"/>
              <a:t> NTT DATA Business Solutions</a:t>
            </a:r>
          </a:p>
        </p:txBody>
      </p:sp>
      <p:sp>
        <p:nvSpPr>
          <p:cNvPr id="4" name="Slide Number Placeholder 5">
            <a:extLst>
              <a:ext uri="{FF2B5EF4-FFF2-40B4-BE49-F238E27FC236}">
                <a16:creationId xmlns:a16="http://schemas.microsoft.com/office/drawing/2014/main" id="{DC15EF50-5A96-90F8-F18A-9D8143A4FF0D}"/>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pic>
        <p:nvPicPr>
          <p:cNvPr id="2" name="NTT DATA Global Logo">
            <a:extLst>
              <a:ext uri="{FF2B5EF4-FFF2-40B4-BE49-F238E27FC236}">
                <a16:creationId xmlns:a16="http://schemas.microsoft.com/office/drawing/2014/main" id="{A74E6DC6-6A66-6292-0D41-4D1C2A2B42E4}"/>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37513795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_Picture Full Dark">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8CCAE21C-42ED-4CFD-A1E1-FE234323EC4E}"/>
              </a:ext>
            </a:extLst>
          </p:cNvPr>
          <p:cNvSpPr>
            <a:spLocks noGrp="1"/>
          </p:cNvSpPr>
          <p:nvPr>
            <p:ph type="body" sz="quarter" idx="14" hasCustomPrompt="1"/>
          </p:nvPr>
        </p:nvSpPr>
        <p:spPr bwMode="gray">
          <a:xfrm>
            <a:off x="0" y="5194300"/>
            <a:ext cx="12192000" cy="1663700"/>
          </a:xfrm>
          <a:prstGeom prst="rect">
            <a:avLst/>
          </a:prstGeo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lvl1pPr>
          </a:lstStyle>
          <a:p>
            <a:pPr lvl="0"/>
            <a:r>
              <a:rPr lang="en-US"/>
              <a:t>.</a:t>
            </a:r>
          </a:p>
        </p:txBody>
      </p:sp>
      <p:sp>
        <p:nvSpPr>
          <p:cNvPr id="7" name="Picture Placeholder 6">
            <a:extLst>
              <a:ext uri="{FF2B5EF4-FFF2-40B4-BE49-F238E27FC236}">
                <a16:creationId xmlns:a16="http://schemas.microsoft.com/office/drawing/2014/main" id="{40077599-73C2-4B77-944D-C34B64F408E3}"/>
              </a:ext>
            </a:extLst>
          </p:cNvPr>
          <p:cNvSpPr>
            <a:spLocks noGrp="1"/>
          </p:cNvSpPr>
          <p:nvPr>
            <p:ph type="pic" sz="quarter" idx="13" hasCustomPrompt="1"/>
          </p:nvPr>
        </p:nvSpPr>
        <p:spPr bwMode="gray">
          <a:xfrm>
            <a:off x="0" y="0"/>
            <a:ext cx="12192000" cy="6858000"/>
          </a:xfrm>
          <a:prstGeom prst="rect">
            <a:avLst/>
          </a:prstGeom>
          <a:noFill/>
        </p:spPr>
        <p:txBody>
          <a:bodyPr anchor="ctr" anchorCtr="0"/>
          <a:lstStyle>
            <a:lvl1pPr algn="ctr">
              <a:defRPr sz="2000">
                <a:solidFill>
                  <a:schemeClr val="tx1"/>
                </a:solidFill>
              </a:defRPr>
            </a:lvl1pPr>
          </a:lstStyle>
          <a:p>
            <a:r>
              <a:rPr lang="en-US"/>
              <a:t>Click to add picture</a:t>
            </a:r>
          </a:p>
        </p:txBody>
      </p:sp>
      <p:sp>
        <p:nvSpPr>
          <p:cNvPr id="13" name="Footer Placeholder 4">
            <a:extLst>
              <a:ext uri="{FF2B5EF4-FFF2-40B4-BE49-F238E27FC236}">
                <a16:creationId xmlns:a16="http://schemas.microsoft.com/office/drawing/2014/main" id="{55F7F56A-370B-17D8-1574-704076541262}"/>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06627D29-01CA-45AE-AA96-E5F5F8B65171}" type="datetimeyyyy">
              <a:rPr lang="en-US" smtClean="0"/>
              <a:pPr/>
              <a:t>2026</a:t>
            </a:fld>
            <a:r>
              <a:rPr lang="en-US"/>
              <a:t> NTT DATA Business Solutions</a:t>
            </a:r>
          </a:p>
        </p:txBody>
      </p:sp>
      <p:sp>
        <p:nvSpPr>
          <p:cNvPr id="14" name="Slide Number Placeholder 5">
            <a:extLst>
              <a:ext uri="{FF2B5EF4-FFF2-40B4-BE49-F238E27FC236}">
                <a16:creationId xmlns:a16="http://schemas.microsoft.com/office/drawing/2014/main" id="{7E04D86C-67F3-2898-A9B9-7C78B586F28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2" name="Title 1">
            <a:extLst>
              <a:ext uri="{FF2B5EF4-FFF2-40B4-BE49-F238E27FC236}">
                <a16:creationId xmlns:a16="http://schemas.microsoft.com/office/drawing/2014/main" id="{08473574-5E40-4F4B-82BD-ECFABA52E2E4}"/>
              </a:ext>
            </a:extLst>
          </p:cNvPr>
          <p:cNvSpPr>
            <a:spLocks noGrp="1"/>
          </p:cNvSpPr>
          <p:nvPr>
            <p:ph type="title" hasCustomPrompt="1"/>
          </p:nvPr>
        </p:nvSpPr>
        <p:spPr bwMode="gray"/>
        <p:txBody>
          <a:bodyPr vert="horz"/>
          <a:lstStyle/>
          <a:p>
            <a:r>
              <a:rPr lang="en-US"/>
              <a:t>Click to edit Master title style</a:t>
            </a:r>
          </a:p>
        </p:txBody>
      </p:sp>
      <p:sp>
        <p:nvSpPr>
          <p:cNvPr id="3" name="NTT DATA Global Logo" descr="NTT DATA Global Logo">
            <a:extLst>
              <a:ext uri="{FF2B5EF4-FFF2-40B4-BE49-F238E27FC236}">
                <a16:creationId xmlns:a16="http://schemas.microsoft.com/office/drawing/2014/main" id="{5AC7748B-57B0-6A46-ED50-8FBD40E607A6}"/>
              </a:ext>
            </a:extLst>
          </p:cNvPr>
          <p:cNvSpPr txBox="1">
            <a:spLocks noGrp="1" noRot="1" noChangeAspect="1" noMove="1" noResize="1" noEditPoints="1" noAdjustHandles="1" noChangeArrowheads="1" noChangeShapeType="1"/>
          </p:cNvSpPr>
          <p:nvPr userDrawn="1"/>
        </p:nvSpPr>
        <p:spPr bwMode="gray">
          <a:xfrm>
            <a:off x="10531725" y="6449437"/>
            <a:ext cx="1288800" cy="263108"/>
          </a:xfrm>
          <a:prstGeom prst="rect">
            <a:avLst/>
          </a:prstGeom>
          <a:blipFill dpi="0" rotWithShape="1">
            <a:blip r:embed="rId2"/>
            <a:srcRect/>
            <a:stretch>
              <a:fillRect/>
            </a:stretch>
          </a:blipFill>
        </p:spPr>
        <p:txBody>
          <a:bodyPr wrap="none" lIns="0" tIns="0" rIns="0" bIns="0"/>
          <a:lstStyle>
            <a:lvl1pPr marL="0" indent="0" algn="l" defTabSz="914400" rtl="0" eaLnBrk="1" latinLnBrk="0" hangingPunct="1">
              <a:lnSpc>
                <a:spcPct val="100000"/>
              </a:lnSpc>
              <a:spcBef>
                <a:spcPts val="0"/>
              </a:spcBef>
              <a:spcAft>
                <a:spcPts val="600"/>
              </a:spcAft>
              <a:buFontTx/>
              <a:buNone/>
              <a:defRPr lang="en-US" sz="200" kern="1200">
                <a:solidFill>
                  <a:schemeClr val="accent2"/>
                </a:solidFill>
                <a:latin typeface="+mn-lt"/>
                <a:ea typeface="+mn-ea"/>
                <a:cs typeface="+mn-cs"/>
              </a:defRPr>
            </a:lvl1pPr>
            <a:lvl2pPr marL="285750" indent="-285750" algn="l" defTabSz="914400" rtl="0" eaLnBrk="1" latinLnBrk="0" hangingPunct="1">
              <a:lnSpc>
                <a:spcPct val="100000"/>
              </a:lnSpc>
              <a:spcBef>
                <a:spcPts val="500"/>
              </a:spcBef>
              <a:buClr>
                <a:schemeClr val="bg1"/>
              </a:buClr>
              <a:buFont typeface="Arial" panose="020B0604020202020204" pitchFamily="34" charset="0"/>
              <a:buChar char="•"/>
              <a:defRPr lang="en-US" sz="1800" kern="1200">
                <a:noFill/>
                <a:latin typeface="+mn-lt"/>
                <a:ea typeface="+mn-ea"/>
                <a:cs typeface="+mn-cs"/>
              </a:defRPr>
            </a:lvl2pPr>
            <a:lvl3pPr marL="536575"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3pPr>
            <a:lvl4pPr marL="804863"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4pPr>
            <a:lvl5pPr marL="1077913" indent="-273050"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r>
              <a:rPr lang="en-DE"/>
              <a:t> </a:t>
            </a:r>
          </a:p>
        </p:txBody>
      </p:sp>
      <p:pic>
        <p:nvPicPr>
          <p:cNvPr id="4" name="NTT DATA Global Logo">
            <a:extLst>
              <a:ext uri="{FF2B5EF4-FFF2-40B4-BE49-F238E27FC236}">
                <a16:creationId xmlns:a16="http://schemas.microsoft.com/office/drawing/2014/main" id="{83EC9D68-5C41-C31D-EB18-96A697C9BA3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31892377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_Picture Right Dark">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318A9578-38C1-F618-D2D6-E94DBB278B98}"/>
              </a:ext>
            </a:extLst>
          </p:cNvPr>
          <p:cNvSpPr>
            <a:spLocks noGrp="1"/>
          </p:cNvSpPr>
          <p:nvPr>
            <p:ph type="pic" sz="quarter" idx="28" hasCustomPrompt="1"/>
          </p:nvPr>
        </p:nvSpPr>
        <p:spPr bwMode="gray">
          <a:xfrm>
            <a:off x="8153400" y="0"/>
            <a:ext cx="4038600" cy="6858000"/>
          </a:xfrm>
          <a:prstGeom prst="rect">
            <a:avLst/>
          </a:prstGeom>
          <a:solidFill>
            <a:schemeClr val="accent6"/>
          </a:solidFill>
        </p:spPr>
        <p:txBody>
          <a:bodyPr tIns="2743200"/>
          <a:lstStyle>
            <a:lvl1pPr marL="0" indent="0" algn="ctr">
              <a:buNone/>
              <a:defRPr sz="2000">
                <a:solidFill>
                  <a:schemeClr val="bg1"/>
                </a:solidFill>
              </a:defRPr>
            </a:lvl1pPr>
          </a:lstStyle>
          <a:p>
            <a:r>
              <a:rPr lang="en-US"/>
              <a:t>Click to add picture</a:t>
            </a:r>
          </a:p>
        </p:txBody>
      </p:sp>
      <p:sp>
        <p:nvSpPr>
          <p:cNvPr id="14" name="Text Placeholder 5">
            <a:extLst>
              <a:ext uri="{FF2B5EF4-FFF2-40B4-BE49-F238E27FC236}">
                <a16:creationId xmlns:a16="http://schemas.microsoft.com/office/drawing/2014/main" id="{B6E0CB35-CBF9-AFA5-830C-F4D86F088977}"/>
              </a:ext>
            </a:extLst>
          </p:cNvPr>
          <p:cNvSpPr>
            <a:spLocks noGrp="1"/>
          </p:cNvSpPr>
          <p:nvPr>
            <p:ph type="body" sz="quarter" idx="29" hasCustomPrompt="1"/>
          </p:nvPr>
        </p:nvSpPr>
        <p:spPr bwMode="gray">
          <a:xfrm>
            <a:off x="8153400" y="5202000"/>
            <a:ext cx="4038600" cy="1656000"/>
          </a:xfrm>
          <a:prstGeom prst="rect">
            <a:avLst/>
          </a:prstGeo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lvl1pPr>
          </a:lstStyle>
          <a:p>
            <a:pPr lvl="0"/>
            <a:r>
              <a:rPr lang="en-US"/>
              <a:t> </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p:txBody>
          <a:bodyPr vert="horz"/>
          <a:lstStyle/>
          <a:p>
            <a:r>
              <a:rPr lang="en-US"/>
              <a:t>Click to edit Master title style</a:t>
            </a:r>
          </a:p>
        </p:txBody>
      </p:sp>
      <p:sp>
        <p:nvSpPr>
          <p:cNvPr id="4" name="Footer Placeholder 4">
            <a:extLst>
              <a:ext uri="{FF2B5EF4-FFF2-40B4-BE49-F238E27FC236}">
                <a16:creationId xmlns:a16="http://schemas.microsoft.com/office/drawing/2014/main" id="{CE3B8E11-1E99-8E14-7DC2-2A5585E8FA2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CAA83344-56E8-47BE-A4E0-E587B2A68A28}" type="datetimeyyyy">
              <a:rPr lang="en-US" smtClean="0"/>
              <a:pPr/>
              <a:t>2026</a:t>
            </a:fld>
            <a:r>
              <a:rPr lang="en-US"/>
              <a:t> NTT DATA Business Solutions</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3" name="Textplatzhalter 6">
            <a:extLst>
              <a:ext uri="{FF2B5EF4-FFF2-40B4-BE49-F238E27FC236}">
                <a16:creationId xmlns:a16="http://schemas.microsoft.com/office/drawing/2014/main" id="{04FE43F0-9475-52DB-0AB8-607E056B6CF5}"/>
              </a:ext>
            </a:extLst>
          </p:cNvPr>
          <p:cNvSpPr>
            <a:spLocks noGrp="1" noRot="1" noMove="1" noResize="1" noEditPoints="1" noAdjustHandles="1" noChangeArrowheads="1" noChangeShapeType="1"/>
          </p:cNvSpPr>
          <p:nvPr>
            <p:ph type="body" sz="quarter" idx="30" hasCustomPrompt="1"/>
          </p:nvPr>
        </p:nvSpPr>
        <p:spPr bwMode="gray">
          <a:xfrm>
            <a:off x="10531725" y="6449745"/>
            <a:ext cx="1288800" cy="262800"/>
          </a:xfrm>
          <a:blipFill>
            <a:blip r:embed="rId2"/>
            <a:stretch>
              <a:fillRect/>
            </a:stretch>
          </a:blipFill>
        </p:spPr>
        <p:txBody>
          <a:bodyPr/>
          <a:lstStyle>
            <a:lvl1pPr>
              <a:defRPr/>
            </a:lvl1pPr>
          </a:lstStyle>
          <a:p>
            <a:pPr lvl="0"/>
            <a:r>
              <a:rPr lang="de-DE"/>
              <a:t> </a:t>
            </a:r>
            <a:endParaRPr lang="en-GB"/>
          </a:p>
        </p:txBody>
      </p:sp>
    </p:spTree>
    <p:extLst>
      <p:ext uri="{BB962C8B-B14F-4D97-AF65-F5344CB8AC3E}">
        <p14:creationId xmlns:p14="http://schemas.microsoft.com/office/powerpoint/2010/main" val="41015547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_Picture Left Dark">
    <p:spTree>
      <p:nvGrpSpPr>
        <p:cNvPr id="1" name=""/>
        <p:cNvGrpSpPr/>
        <p:nvPr/>
      </p:nvGrpSpPr>
      <p:grpSpPr>
        <a:xfrm>
          <a:off x="0" y="0"/>
          <a:ext cx="0" cy="0"/>
          <a:chOff x="0" y="0"/>
          <a:chExt cx="0" cy="0"/>
        </a:xfrm>
      </p:grpSpPr>
      <p:sp>
        <p:nvSpPr>
          <p:cNvPr id="8" name="Picture Placeholder 4">
            <a:extLst>
              <a:ext uri="{FF2B5EF4-FFF2-40B4-BE49-F238E27FC236}">
                <a16:creationId xmlns:a16="http://schemas.microsoft.com/office/drawing/2014/main" id="{7F7A191D-6071-E779-7F2E-34886D0882B7}"/>
              </a:ext>
            </a:extLst>
          </p:cNvPr>
          <p:cNvSpPr>
            <a:spLocks noGrp="1"/>
          </p:cNvSpPr>
          <p:nvPr>
            <p:ph type="pic" sz="quarter" idx="12" hasCustomPrompt="1"/>
          </p:nvPr>
        </p:nvSpPr>
        <p:spPr bwMode="gray">
          <a:xfrm>
            <a:off x="0" y="0"/>
            <a:ext cx="4038600" cy="6858000"/>
          </a:xfrm>
          <a:prstGeom prst="rect">
            <a:avLst/>
          </a:prstGeom>
          <a:solidFill>
            <a:schemeClr val="accent6"/>
          </a:solidFill>
        </p:spPr>
        <p:txBody>
          <a:bodyPr tIns="2743200"/>
          <a:lstStyle>
            <a:lvl1pPr marL="0" indent="0" algn="ctr">
              <a:buNone/>
              <a:defRPr sz="2000">
                <a:solidFill>
                  <a:schemeClr val="bg1"/>
                </a:solidFill>
              </a:defRPr>
            </a:lvl1pPr>
          </a:lstStyle>
          <a:p>
            <a:r>
              <a:rPr lang="en-US"/>
              <a:t>Click to add picture</a:t>
            </a:r>
          </a:p>
        </p:txBody>
      </p:sp>
      <p:sp>
        <p:nvSpPr>
          <p:cNvPr id="11" name="Text Placeholder 5">
            <a:extLst>
              <a:ext uri="{FF2B5EF4-FFF2-40B4-BE49-F238E27FC236}">
                <a16:creationId xmlns:a16="http://schemas.microsoft.com/office/drawing/2014/main" id="{A5DF90C5-2F99-EF32-CBEA-23287BDE2447}"/>
              </a:ext>
            </a:extLst>
          </p:cNvPr>
          <p:cNvSpPr>
            <a:spLocks noGrp="1"/>
          </p:cNvSpPr>
          <p:nvPr>
            <p:ph type="body" sz="quarter" idx="27" hasCustomPrompt="1"/>
          </p:nvPr>
        </p:nvSpPr>
        <p:spPr bwMode="gray">
          <a:xfrm>
            <a:off x="0" y="5202000"/>
            <a:ext cx="4038600" cy="1656000"/>
          </a:xfrm>
          <a:prstGeom prst="rect">
            <a:avLst/>
          </a:prstGeo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lvl1pPr>
          </a:lstStyle>
          <a:p>
            <a:pPr lvl="0"/>
            <a:r>
              <a:rPr lang="en-US"/>
              <a:t> </a:t>
            </a:r>
          </a:p>
        </p:txBody>
      </p:sp>
      <p:sp>
        <p:nvSpPr>
          <p:cNvPr id="9" name="Slide Number Placeholder 5">
            <a:extLst>
              <a:ext uri="{FF2B5EF4-FFF2-40B4-BE49-F238E27FC236}">
                <a16:creationId xmlns:a16="http://schemas.microsoft.com/office/drawing/2014/main" id="{66B71A8E-A74B-23B8-28AD-0C986AB97272}"/>
              </a:ext>
            </a:extLst>
          </p:cNvPr>
          <p:cNvSpPr>
            <a:spLocks noGrp="1"/>
          </p:cNvSpPr>
          <p:nvPr>
            <p:ph type="sldNum" sz="quarter" idx="4"/>
          </p:nvPr>
        </p:nvSpPr>
        <p:spPr bwMode="gray">
          <a:xfrm>
            <a:off x="7777162"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13" name="Footer Placeholder 4">
            <a:extLst>
              <a:ext uri="{FF2B5EF4-FFF2-40B4-BE49-F238E27FC236}">
                <a16:creationId xmlns:a16="http://schemas.microsoft.com/office/drawing/2014/main" id="{74F142D3-5E2E-9408-9D9E-9CA5030073C1}"/>
              </a:ext>
            </a:extLst>
          </p:cNvPr>
          <p:cNvSpPr>
            <a:spLocks noGrp="1"/>
          </p:cNvSpPr>
          <p:nvPr>
            <p:ph type="ftr" sz="quarter" idx="3"/>
          </p:nvPr>
        </p:nvSpPr>
        <p:spPr bwMode="gray">
          <a:xfrm>
            <a:off x="4495800" y="6563358"/>
            <a:ext cx="3202940"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AD7FA85E-D215-4505-A5E0-BBBC93189A0A}" type="datetimeyyyy">
              <a:rPr lang="en-US" smtClean="0"/>
              <a:pPr/>
              <a:t>2026</a:t>
            </a:fld>
            <a:r>
              <a:rPr lang="en-US"/>
              <a:t> NTT DATA Business Solutions</a:t>
            </a:r>
          </a:p>
        </p:txBody>
      </p:sp>
      <p:sp>
        <p:nvSpPr>
          <p:cNvPr id="14" name="Title 5">
            <a:extLst>
              <a:ext uri="{FF2B5EF4-FFF2-40B4-BE49-F238E27FC236}">
                <a16:creationId xmlns:a16="http://schemas.microsoft.com/office/drawing/2014/main" id="{5D998802-8F7B-9A10-0DF7-61FBFD6E1226}"/>
              </a:ext>
            </a:extLst>
          </p:cNvPr>
          <p:cNvSpPr>
            <a:spLocks noGrp="1"/>
          </p:cNvSpPr>
          <p:nvPr>
            <p:ph type="title" hasCustomPrompt="1"/>
          </p:nvPr>
        </p:nvSpPr>
        <p:spPr bwMode="gray">
          <a:xfrm>
            <a:off x="4495799" y="333375"/>
            <a:ext cx="7324725" cy="792000"/>
          </a:xfrm>
        </p:spPr>
        <p:txBody>
          <a:bodyPr vert="horz"/>
          <a:lstStyle/>
          <a:p>
            <a:r>
              <a:rPr lang="en-US"/>
              <a:t>Click to edit Master title style</a:t>
            </a:r>
          </a:p>
        </p:txBody>
      </p:sp>
      <p:pic>
        <p:nvPicPr>
          <p:cNvPr id="2" name="NTT DATA Global Logo">
            <a:extLst>
              <a:ext uri="{FF2B5EF4-FFF2-40B4-BE49-F238E27FC236}">
                <a16:creationId xmlns:a16="http://schemas.microsoft.com/office/drawing/2014/main" id="{73F571C9-CF98-F67F-957F-8265380512A9}"/>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368277710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_Picture Bottom Dark">
    <p:bg>
      <p:bgPr>
        <a:solidFill>
          <a:schemeClr val="bg1"/>
        </a:solid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9D6E3DA0-BCD2-8707-7E1B-E56623F855B7}"/>
              </a:ext>
            </a:extLst>
          </p:cNvPr>
          <p:cNvSpPr>
            <a:spLocks noGrp="1"/>
          </p:cNvSpPr>
          <p:nvPr>
            <p:ph type="pic" sz="quarter" idx="13" hasCustomPrompt="1"/>
          </p:nvPr>
        </p:nvSpPr>
        <p:spPr bwMode="gray">
          <a:xfrm>
            <a:off x="0" y="3352800"/>
            <a:ext cx="12192000" cy="3509682"/>
          </a:xfrm>
          <a:prstGeom prst="rect">
            <a:avLst/>
          </a:prstGeom>
          <a:solidFill>
            <a:schemeClr val="accent6">
              <a:lumMod val="60000"/>
              <a:lumOff val="40000"/>
            </a:schemeClr>
          </a:solidFill>
        </p:spPr>
        <p:txBody>
          <a:bodyPr lIns="0" tIns="0" rIns="0" bIns="0" anchor="ctr"/>
          <a:lstStyle>
            <a:lvl1pPr marL="0" indent="0" algn="ctr">
              <a:buFontTx/>
              <a:buNone/>
              <a:defRPr sz="2400">
                <a:solidFill>
                  <a:schemeClr val="tx2"/>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a:t>
            </a:r>
            <a:br>
              <a:rPr lang="en-US"/>
            </a:br>
            <a:r>
              <a:rPr lang="en-US"/>
              <a:t>Then Reorder: Send to back</a:t>
            </a:r>
          </a:p>
        </p:txBody>
      </p:sp>
      <p:sp>
        <p:nvSpPr>
          <p:cNvPr id="5" name="Text Placeholder 5">
            <a:extLst>
              <a:ext uri="{FF2B5EF4-FFF2-40B4-BE49-F238E27FC236}">
                <a16:creationId xmlns:a16="http://schemas.microsoft.com/office/drawing/2014/main" id="{1FC868B2-987D-36AF-7388-FCE1616A30DD}"/>
              </a:ext>
            </a:extLst>
          </p:cNvPr>
          <p:cNvSpPr>
            <a:spLocks noGrp="1"/>
          </p:cNvSpPr>
          <p:nvPr>
            <p:ph type="body" sz="quarter" idx="27" hasCustomPrompt="1"/>
          </p:nvPr>
        </p:nvSpPr>
        <p:spPr bwMode="gray">
          <a:xfrm>
            <a:off x="0" y="5202000"/>
            <a:ext cx="12192000" cy="1656000"/>
          </a:xfrm>
          <a:gradFill>
            <a:gsLst>
              <a:gs pos="0">
                <a:schemeClr val="bg1"/>
              </a:gs>
              <a:gs pos="80000">
                <a:schemeClr val="bg1">
                  <a:alpha val="0"/>
                </a:schemeClr>
              </a:gs>
            </a:gsLst>
            <a:lin ang="16200000" scaled="1"/>
          </a:gradFill>
        </p:spPr>
        <p:txBody>
          <a:bodyPr vert="horz" wrap="square" lIns="0" tIns="0" rIns="0" bIns="0" rtlCol="0">
            <a:noAutofit/>
          </a:bodyPr>
          <a:lstStyle>
            <a:lvl1pPr>
              <a:defRPr lang="en-US" sz="100" dirty="0">
                <a:solidFill>
                  <a:schemeClr val="bg1"/>
                </a:solidFill>
              </a:defRPr>
            </a:lvl1pPr>
          </a:lstStyle>
          <a:p>
            <a:pPr lvl="0"/>
            <a:r>
              <a:rPr lang="en-US"/>
              <a:t> </a:t>
            </a:r>
          </a:p>
        </p:txBody>
      </p:sp>
      <p:sp>
        <p:nvSpPr>
          <p:cNvPr id="10" name="Footer Placeholder 4">
            <a:extLst>
              <a:ext uri="{FF2B5EF4-FFF2-40B4-BE49-F238E27FC236}">
                <a16:creationId xmlns:a16="http://schemas.microsoft.com/office/drawing/2014/main" id="{87A8D542-4123-5D52-32A8-5A10FF2E7D6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0478FDE9-A584-42E0-91CD-13D17EDA1F93}" type="datetimeyyyy">
              <a:rPr lang="en-US" smtClean="0"/>
              <a:pPr/>
              <a:t>2026</a:t>
            </a:fld>
            <a:r>
              <a:rPr lang="en-US"/>
              <a:t> NTT DATA Business Solutions</a:t>
            </a:r>
          </a:p>
        </p:txBody>
      </p:sp>
      <p:sp>
        <p:nvSpPr>
          <p:cNvPr id="15" name="Slide Number Placeholder 5">
            <a:extLst>
              <a:ext uri="{FF2B5EF4-FFF2-40B4-BE49-F238E27FC236}">
                <a16:creationId xmlns:a16="http://schemas.microsoft.com/office/drawing/2014/main" id="{3F919FBB-9A4E-7FAD-B0F2-5D660792C32E}"/>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18" name="Title 5">
            <a:extLst>
              <a:ext uri="{FF2B5EF4-FFF2-40B4-BE49-F238E27FC236}">
                <a16:creationId xmlns:a16="http://schemas.microsoft.com/office/drawing/2014/main" id="{685F5729-4D42-77C1-FCC6-A3E027B0D91F}"/>
              </a:ext>
            </a:extLst>
          </p:cNvPr>
          <p:cNvSpPr>
            <a:spLocks noGrp="1"/>
          </p:cNvSpPr>
          <p:nvPr>
            <p:ph type="title" hasCustomPrompt="1"/>
          </p:nvPr>
        </p:nvSpPr>
        <p:spPr bwMode="gray">
          <a:xfrm>
            <a:off x="371475" y="333375"/>
            <a:ext cx="11449050" cy="792000"/>
          </a:xfrm>
        </p:spPr>
        <p:txBody>
          <a:bodyPr vert="horz"/>
          <a:lstStyle/>
          <a:p>
            <a:r>
              <a:rPr lang="en-US"/>
              <a:t>Click to edit Master title style</a:t>
            </a:r>
          </a:p>
        </p:txBody>
      </p:sp>
      <p:sp>
        <p:nvSpPr>
          <p:cNvPr id="3" name="Textplatzhalter 6">
            <a:extLst>
              <a:ext uri="{FF2B5EF4-FFF2-40B4-BE49-F238E27FC236}">
                <a16:creationId xmlns:a16="http://schemas.microsoft.com/office/drawing/2014/main" id="{C20AB549-57A1-AE9C-6237-51C9E313364C}"/>
              </a:ext>
            </a:extLst>
          </p:cNvPr>
          <p:cNvSpPr>
            <a:spLocks noGrp="1" noRot="1" noMove="1" noResize="1" noEditPoints="1" noAdjustHandles="1" noChangeArrowheads="1" noChangeShapeType="1"/>
          </p:cNvSpPr>
          <p:nvPr>
            <p:ph type="body" sz="quarter" idx="30" hasCustomPrompt="1"/>
          </p:nvPr>
        </p:nvSpPr>
        <p:spPr bwMode="gray">
          <a:xfrm>
            <a:off x="10531725" y="6449745"/>
            <a:ext cx="1288800" cy="262800"/>
          </a:xfrm>
          <a:blipFill>
            <a:blip r:embed="rId2"/>
            <a:stretch>
              <a:fillRect/>
            </a:stretch>
          </a:blipFill>
        </p:spPr>
        <p:txBody>
          <a:bodyPr/>
          <a:lstStyle>
            <a:lvl1pPr>
              <a:defRPr/>
            </a:lvl1pPr>
          </a:lstStyle>
          <a:p>
            <a:pPr lvl="0"/>
            <a:r>
              <a:rPr lang="de-DE"/>
              <a:t> </a:t>
            </a:r>
            <a:endParaRPr lang="en-GB"/>
          </a:p>
        </p:txBody>
      </p:sp>
      <p:pic>
        <p:nvPicPr>
          <p:cNvPr id="2" name="NTT DATA Global Logo">
            <a:extLst>
              <a:ext uri="{FF2B5EF4-FFF2-40B4-BE49-F238E27FC236}">
                <a16:creationId xmlns:a16="http://schemas.microsoft.com/office/drawing/2014/main" id="{38161A5B-58EE-27E8-D486-13EF62F8DD6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393219644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_Picture Three Dark">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799AD32-EACB-40FD-ACFA-9178E8D00357}"/>
              </a:ext>
            </a:extLst>
          </p:cNvPr>
          <p:cNvSpPr>
            <a:spLocks noGrp="1"/>
          </p:cNvSpPr>
          <p:nvPr>
            <p:ph type="pic" sz="quarter" idx="13" hasCustomPrompt="1"/>
          </p:nvPr>
        </p:nvSpPr>
        <p:spPr bwMode="gray">
          <a:xfrm>
            <a:off x="1" y="1412875"/>
            <a:ext cx="4015999" cy="2772000"/>
          </a:xfrm>
          <a:prstGeom prst="rect">
            <a:avLst/>
          </a:prstGeom>
          <a:solidFill>
            <a:schemeClr val="accent6"/>
          </a:solidFill>
        </p:spPr>
        <p:txBody>
          <a:bodyPr anchor="ctr" anchorCtr="0"/>
          <a:lstStyle>
            <a:lvl1pPr algn="ctr">
              <a:defRPr sz="2000">
                <a:solidFill>
                  <a:schemeClr val="bg1"/>
                </a:solidFill>
              </a:defRPr>
            </a:lvl1pPr>
          </a:lstStyle>
          <a:p>
            <a:r>
              <a:rPr lang="en-US"/>
              <a:t>Click icon to add picture</a:t>
            </a:r>
          </a:p>
        </p:txBody>
      </p:sp>
      <p:sp>
        <p:nvSpPr>
          <p:cNvPr id="8" name="Picture Placeholder 6">
            <a:extLst>
              <a:ext uri="{FF2B5EF4-FFF2-40B4-BE49-F238E27FC236}">
                <a16:creationId xmlns:a16="http://schemas.microsoft.com/office/drawing/2014/main" id="{C73D5620-2B8C-49E1-ADF3-9ADE2BF3BA3C}"/>
              </a:ext>
            </a:extLst>
          </p:cNvPr>
          <p:cNvSpPr>
            <a:spLocks noGrp="1"/>
          </p:cNvSpPr>
          <p:nvPr>
            <p:ph type="pic" sz="quarter" idx="14" hasCustomPrompt="1"/>
          </p:nvPr>
        </p:nvSpPr>
        <p:spPr bwMode="gray">
          <a:xfrm>
            <a:off x="4088000" y="1412875"/>
            <a:ext cx="4015999" cy="2772000"/>
          </a:xfrm>
          <a:prstGeom prst="rect">
            <a:avLst/>
          </a:prstGeom>
          <a:solidFill>
            <a:schemeClr val="accent6"/>
          </a:solidFill>
        </p:spPr>
        <p:txBody>
          <a:bodyPr anchor="ctr" anchorCtr="0"/>
          <a:lstStyle>
            <a:lvl1pPr algn="ctr">
              <a:defRPr sz="2000">
                <a:solidFill>
                  <a:schemeClr val="bg1"/>
                </a:solidFill>
              </a:defRPr>
            </a:lvl1pPr>
          </a:lstStyle>
          <a:p>
            <a:r>
              <a:rPr lang="en-US"/>
              <a:t>Click icon to add picture</a:t>
            </a:r>
          </a:p>
        </p:txBody>
      </p:sp>
      <p:sp>
        <p:nvSpPr>
          <p:cNvPr id="9" name="Picture Placeholder 6">
            <a:extLst>
              <a:ext uri="{FF2B5EF4-FFF2-40B4-BE49-F238E27FC236}">
                <a16:creationId xmlns:a16="http://schemas.microsoft.com/office/drawing/2014/main" id="{A31D45D1-5334-4DD5-8154-DAD52B3C3972}"/>
              </a:ext>
            </a:extLst>
          </p:cNvPr>
          <p:cNvSpPr>
            <a:spLocks noGrp="1"/>
          </p:cNvSpPr>
          <p:nvPr>
            <p:ph type="pic" sz="quarter" idx="15" hasCustomPrompt="1"/>
          </p:nvPr>
        </p:nvSpPr>
        <p:spPr bwMode="gray">
          <a:xfrm>
            <a:off x="8175999" y="1412875"/>
            <a:ext cx="4015999" cy="2772000"/>
          </a:xfrm>
          <a:prstGeom prst="rect">
            <a:avLst/>
          </a:prstGeom>
          <a:solidFill>
            <a:schemeClr val="accent6"/>
          </a:solidFill>
        </p:spPr>
        <p:txBody>
          <a:bodyPr anchor="ctr" anchorCtr="0"/>
          <a:lstStyle>
            <a:lvl1pPr algn="ctr">
              <a:defRPr sz="2000">
                <a:solidFill>
                  <a:schemeClr val="bg1"/>
                </a:solidFill>
              </a:defRPr>
            </a:lvl1pPr>
          </a:lstStyle>
          <a:p>
            <a:r>
              <a:rPr lang="en-US"/>
              <a:t>Click icon to add picture</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a:xfrm>
            <a:off x="371475" y="333375"/>
            <a:ext cx="11449050" cy="792000"/>
          </a:xfrm>
        </p:spPr>
        <p:txBody>
          <a:bodyPr vert="horz"/>
          <a:lstStyle/>
          <a:p>
            <a:r>
              <a:rPr lang="en-US"/>
              <a:t>Click to edit Master title style</a:t>
            </a:r>
          </a:p>
        </p:txBody>
      </p:sp>
      <p:sp>
        <p:nvSpPr>
          <p:cNvPr id="4" name="Footer Placeholder 4">
            <a:extLst>
              <a:ext uri="{FF2B5EF4-FFF2-40B4-BE49-F238E27FC236}">
                <a16:creationId xmlns:a16="http://schemas.microsoft.com/office/drawing/2014/main" id="{CE3B8E11-1E99-8E14-7DC2-2A5585E8FA2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0B6A5A95-B921-455D-B80B-6528757A9B15}" type="datetimeyyyy">
              <a:rPr lang="en-US" smtClean="0"/>
              <a:pPr/>
              <a:t>2026</a:t>
            </a:fld>
            <a:r>
              <a:rPr lang="en-US"/>
              <a:t> NTT DATA Business Solutions</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14" name="Textplatzhalter 13">
            <a:extLst>
              <a:ext uri="{FF2B5EF4-FFF2-40B4-BE49-F238E27FC236}">
                <a16:creationId xmlns:a16="http://schemas.microsoft.com/office/drawing/2014/main" id="{AC42C376-0AFE-66AC-AD48-D7DF83D28D5E}"/>
              </a:ext>
            </a:extLst>
          </p:cNvPr>
          <p:cNvSpPr>
            <a:spLocks noGrp="1"/>
          </p:cNvSpPr>
          <p:nvPr>
            <p:ph type="body" sz="quarter" idx="16"/>
          </p:nvPr>
        </p:nvSpPr>
        <p:spPr bwMode="gray">
          <a:xfrm>
            <a:off x="371475" y="4378960"/>
            <a:ext cx="3657600" cy="18576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5" name="Textplatzhalter 13">
            <a:extLst>
              <a:ext uri="{FF2B5EF4-FFF2-40B4-BE49-F238E27FC236}">
                <a16:creationId xmlns:a16="http://schemas.microsoft.com/office/drawing/2014/main" id="{697B4F67-9197-1F0C-06C1-2D7581F2472B}"/>
              </a:ext>
            </a:extLst>
          </p:cNvPr>
          <p:cNvSpPr>
            <a:spLocks noGrp="1"/>
          </p:cNvSpPr>
          <p:nvPr>
            <p:ph type="body" sz="quarter" idx="17"/>
          </p:nvPr>
        </p:nvSpPr>
        <p:spPr bwMode="gray">
          <a:xfrm>
            <a:off x="4267201" y="4378960"/>
            <a:ext cx="3657600" cy="18576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6" name="Textplatzhalter 13">
            <a:extLst>
              <a:ext uri="{FF2B5EF4-FFF2-40B4-BE49-F238E27FC236}">
                <a16:creationId xmlns:a16="http://schemas.microsoft.com/office/drawing/2014/main" id="{3BAF9EDB-8398-EBF9-65E7-486218682E84}"/>
              </a:ext>
            </a:extLst>
          </p:cNvPr>
          <p:cNvSpPr>
            <a:spLocks noGrp="1"/>
          </p:cNvSpPr>
          <p:nvPr>
            <p:ph type="body" sz="quarter" idx="18"/>
          </p:nvPr>
        </p:nvSpPr>
        <p:spPr bwMode="gray">
          <a:xfrm>
            <a:off x="8162925" y="4378960"/>
            <a:ext cx="3657600" cy="18576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pic>
        <p:nvPicPr>
          <p:cNvPr id="2" name="NTT DATA Global Logo">
            <a:extLst>
              <a:ext uri="{FF2B5EF4-FFF2-40B4-BE49-F238E27FC236}">
                <a16:creationId xmlns:a16="http://schemas.microsoft.com/office/drawing/2014/main" id="{D6666F33-0E1D-209D-D623-1D4231D25DDF}"/>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340455850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_Picture Collection Dark">
    <p:bg bwMode="gray">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BA9505-91C7-B9FF-4651-787D86C3BED1}"/>
              </a:ext>
            </a:extLst>
          </p:cNvPr>
          <p:cNvSpPr txBox="1"/>
          <p:nvPr userDrawn="1"/>
        </p:nvSpPr>
        <p:spPr bwMode="gray">
          <a:xfrm>
            <a:off x="3685309" y="-803564"/>
            <a:ext cx="0" cy="0"/>
          </a:xfrm>
          <a:prstGeom prst="rect">
            <a:avLst/>
          </a:prstGeom>
          <a:noFill/>
        </p:spPr>
        <p:txBody>
          <a:bodyPr wrap="none" rtlCol="0">
            <a:noAutofit/>
          </a:bodyPr>
          <a:lstStyle/>
          <a:p>
            <a:pPr algn="l"/>
            <a:endParaRPr lang="en-US">
              <a:solidFill>
                <a:srgbClr val="FFFFFF"/>
              </a:solidFill>
            </a:endParaRPr>
          </a:p>
        </p:txBody>
      </p:sp>
      <p:sp>
        <p:nvSpPr>
          <p:cNvPr id="8" name="Footer Placeholder 4">
            <a:extLst>
              <a:ext uri="{FF2B5EF4-FFF2-40B4-BE49-F238E27FC236}">
                <a16:creationId xmlns:a16="http://schemas.microsoft.com/office/drawing/2014/main" id="{59C35B40-A84A-00D6-5FD3-6FD80F61E86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D5E2ACA5-37E6-4AC5-8853-C5E4A1E0FC77}" type="datetimeyyyy">
              <a:rPr lang="en-US" smtClean="0"/>
              <a:pPr/>
              <a:t>2026</a:t>
            </a:fld>
            <a:r>
              <a:rPr lang="en-US"/>
              <a:t> NTT DATA Business Solutions</a:t>
            </a:r>
          </a:p>
        </p:txBody>
      </p:sp>
      <p:sp>
        <p:nvSpPr>
          <p:cNvPr id="9" name="Slide Number Placeholder 5">
            <a:extLst>
              <a:ext uri="{FF2B5EF4-FFF2-40B4-BE49-F238E27FC236}">
                <a16:creationId xmlns:a16="http://schemas.microsoft.com/office/drawing/2014/main" id="{BFC1EFC3-6CA1-181A-9D7F-24D4581B2107}"/>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20" name="Picture Placeholder 25">
            <a:extLst>
              <a:ext uri="{FF2B5EF4-FFF2-40B4-BE49-F238E27FC236}">
                <a16:creationId xmlns:a16="http://schemas.microsoft.com/office/drawing/2014/main" id="{0C8FF3E1-7296-5F16-4A05-46FE6C63B735}"/>
              </a:ext>
              <a:ext uri="{C183D7F6-B498-43B3-948B-1728B52AA6E4}">
                <adec:decorative xmlns:adec="http://schemas.microsoft.com/office/drawing/2017/decorative" val="1"/>
              </a:ext>
            </a:extLst>
          </p:cNvPr>
          <p:cNvSpPr>
            <a:spLocks noGrp="1"/>
          </p:cNvSpPr>
          <p:nvPr>
            <p:ph type="pic" sz="quarter" idx="22" hasCustomPrompt="1"/>
          </p:nvPr>
        </p:nvSpPr>
        <p:spPr bwMode="gray">
          <a:xfrm>
            <a:off x="3884852" y="3987605"/>
            <a:ext cx="5371357" cy="2249683"/>
          </a:xfrm>
          <a:prstGeom prst="roundRect">
            <a:avLst>
              <a:gd name="adj" fmla="val 0"/>
            </a:avLst>
          </a:prstGeom>
          <a:solidFill>
            <a:schemeClr val="bg2"/>
          </a:solidFill>
          <a:ln w="3175" cmpd="sng">
            <a:noFill/>
          </a:ln>
          <a:effectLst/>
        </p:spPr>
        <p:txBody>
          <a:bodyPr vert="horz" lIns="91440" tIns="45720" rIns="91440" bIns="45720" rtlCol="0" anchor="ctr" anchorCtr="0">
            <a:normAutofit/>
          </a:bodyPr>
          <a:lstStyle>
            <a:lvl1pPr marL="0" indent="0" algn="ctr" defTabSz="1219170" rtl="0" eaLnBrk="1" latinLnBrk="0" hangingPunct="1">
              <a:lnSpc>
                <a:spcPct val="95000"/>
              </a:lnSpc>
              <a:spcBef>
                <a:spcPts val="1920"/>
              </a:spcBef>
              <a:buClr>
                <a:srgbClr val="92D050"/>
              </a:buClr>
              <a:buSzPct val="90000"/>
              <a:buFont typeface="Arial" pitchFamily="34" charset="0"/>
              <a:buNone/>
              <a:tabLst/>
              <a:defRPr lang="en-US" sz="2667" kern="1200" dirty="0">
                <a:solidFill>
                  <a:schemeClr val="tx1"/>
                </a:solidFill>
                <a:latin typeface="+mn-lt"/>
                <a:ea typeface="+mn-ea"/>
                <a:cs typeface="+mn-cs"/>
              </a:defRPr>
            </a:lvl1pPr>
          </a:lstStyle>
          <a:p>
            <a:r>
              <a:rPr lang="en-US"/>
              <a:t>Insert photo here</a:t>
            </a:r>
          </a:p>
        </p:txBody>
      </p:sp>
      <p:sp>
        <p:nvSpPr>
          <p:cNvPr id="23" name="Rounded Rectangle 12">
            <a:extLst>
              <a:ext uri="{FF2B5EF4-FFF2-40B4-BE49-F238E27FC236}">
                <a16:creationId xmlns:a16="http://schemas.microsoft.com/office/drawing/2014/main" id="{40AB8DA9-A69B-4E07-649F-D7F377939A43}"/>
              </a:ext>
              <a:ext uri="{C183D7F6-B498-43B3-948B-1728B52AA6E4}">
                <adec:decorative xmlns:adec="http://schemas.microsoft.com/office/drawing/2017/decorative" val="1"/>
              </a:ext>
            </a:extLst>
          </p:cNvPr>
          <p:cNvSpPr/>
          <p:nvPr userDrawn="1"/>
        </p:nvSpPr>
        <p:spPr bwMode="gray">
          <a:xfrm>
            <a:off x="9349318" y="2163386"/>
            <a:ext cx="2484125" cy="2675053"/>
          </a:xfrm>
          <a:prstGeom prst="roundRect">
            <a:avLst>
              <a:gd name="adj" fmla="val 0"/>
            </a:avLst>
          </a:pr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latin typeface="+mn-lt"/>
            </a:endParaRPr>
          </a:p>
        </p:txBody>
      </p:sp>
      <p:sp>
        <p:nvSpPr>
          <p:cNvPr id="27" name="Picture Placeholder 25">
            <a:extLst>
              <a:ext uri="{FF2B5EF4-FFF2-40B4-BE49-F238E27FC236}">
                <a16:creationId xmlns:a16="http://schemas.microsoft.com/office/drawing/2014/main" id="{FD37530F-3C4A-7D5E-92A7-0ECB53BEF791}"/>
              </a:ext>
              <a:ext uri="{C183D7F6-B498-43B3-948B-1728B52AA6E4}">
                <adec:decorative xmlns:adec="http://schemas.microsoft.com/office/drawing/2017/decorative" val="1"/>
              </a:ext>
            </a:extLst>
          </p:cNvPr>
          <p:cNvSpPr>
            <a:spLocks noGrp="1"/>
          </p:cNvSpPr>
          <p:nvPr>
            <p:ph type="pic" sz="quarter" idx="10" hasCustomPrompt="1"/>
          </p:nvPr>
        </p:nvSpPr>
        <p:spPr bwMode="gray">
          <a:xfrm>
            <a:off x="371475" y="333373"/>
            <a:ext cx="4419959" cy="3547536"/>
          </a:xfrm>
          <a:prstGeom prst="roundRect">
            <a:avLst>
              <a:gd name="adj" fmla="val 0"/>
            </a:avLst>
          </a:prstGeom>
          <a:solidFill>
            <a:schemeClr val="bg2"/>
          </a:solidFill>
          <a:ln>
            <a:noFill/>
          </a:ln>
          <a:effectLst/>
        </p:spPr>
        <p:txBody>
          <a:bodyPr vert="horz" lIns="91440" tIns="45720" rIns="91440" bIns="45720" rtlCol="0" anchor="ctr" anchorCtr="0">
            <a:normAutofit/>
          </a:bodyPr>
          <a:lstStyle>
            <a:lvl1pPr marL="0" indent="0" algn="ctr" defTabSz="1219170" rtl="0" eaLnBrk="1" latinLnBrk="0" hangingPunct="1">
              <a:lnSpc>
                <a:spcPct val="100000"/>
              </a:lnSpc>
              <a:spcBef>
                <a:spcPts val="1920"/>
              </a:spcBef>
              <a:buClr>
                <a:srgbClr val="92D050"/>
              </a:buClr>
              <a:buSzPct val="90000"/>
              <a:buFont typeface="Arial" pitchFamily="34" charset="0"/>
              <a:buNone/>
              <a:tabLst/>
              <a:defRPr lang="en-US" sz="2667" kern="1200" dirty="0">
                <a:solidFill>
                  <a:schemeClr val="tx1"/>
                </a:solidFill>
                <a:latin typeface="+mn-lt"/>
                <a:ea typeface="+mn-ea"/>
                <a:cs typeface="+mn-cs"/>
              </a:defRPr>
            </a:lvl1pPr>
          </a:lstStyle>
          <a:p>
            <a:r>
              <a:rPr lang="en-US"/>
              <a:t>Insert photo here</a:t>
            </a:r>
          </a:p>
        </p:txBody>
      </p:sp>
      <p:sp>
        <p:nvSpPr>
          <p:cNvPr id="30" name="Picture Placeholder 25">
            <a:extLst>
              <a:ext uri="{FF2B5EF4-FFF2-40B4-BE49-F238E27FC236}">
                <a16:creationId xmlns:a16="http://schemas.microsoft.com/office/drawing/2014/main" id="{E9885110-503F-60E9-B051-6A81233C1D93}"/>
              </a:ext>
              <a:ext uri="{C183D7F6-B498-43B3-948B-1728B52AA6E4}">
                <adec:decorative xmlns:adec="http://schemas.microsoft.com/office/drawing/2017/decorative" val="1"/>
              </a:ext>
            </a:extLst>
          </p:cNvPr>
          <p:cNvSpPr>
            <a:spLocks noGrp="1"/>
          </p:cNvSpPr>
          <p:nvPr>
            <p:ph type="pic" sz="quarter" idx="15" hasCustomPrompt="1"/>
          </p:nvPr>
        </p:nvSpPr>
        <p:spPr bwMode="gray">
          <a:xfrm>
            <a:off x="9349318" y="2140170"/>
            <a:ext cx="2448000" cy="2680693"/>
          </a:xfrm>
          <a:prstGeom prst="roundRect">
            <a:avLst>
              <a:gd name="adj" fmla="val 0"/>
            </a:avLst>
          </a:prstGeom>
          <a:solidFill>
            <a:schemeClr val="bg2"/>
          </a:solidFill>
          <a:ln w="3175" cmpd="sng">
            <a:noFill/>
          </a:ln>
          <a:effectLst/>
        </p:spPr>
        <p:txBody>
          <a:bodyPr vert="horz" lIns="91440" tIns="45720" rIns="91440" bIns="45720" rtlCol="0" anchor="ctr" anchorCtr="0">
            <a:normAutofit/>
          </a:bodyPr>
          <a:lstStyle>
            <a:lvl1pPr marL="0" indent="0" algn="ctr" defTabSz="1219170" rtl="0" eaLnBrk="1" latinLnBrk="0" hangingPunct="1">
              <a:lnSpc>
                <a:spcPct val="100000"/>
              </a:lnSpc>
              <a:spcBef>
                <a:spcPts val="1920"/>
              </a:spcBef>
              <a:buClr>
                <a:srgbClr val="92D050"/>
              </a:buClr>
              <a:buSzPct val="90000"/>
              <a:buFont typeface="Arial" pitchFamily="34" charset="0"/>
              <a:buNone/>
              <a:tabLst/>
              <a:defRPr lang="en-US" sz="2667" kern="1200" dirty="0">
                <a:solidFill>
                  <a:schemeClr val="tx1"/>
                </a:solidFill>
                <a:latin typeface="+mn-lt"/>
                <a:ea typeface="+mn-ea"/>
                <a:cs typeface="+mn-cs"/>
              </a:defRPr>
            </a:lvl1pPr>
          </a:lstStyle>
          <a:p>
            <a:r>
              <a:rPr lang="en-US"/>
              <a:t>Insert photo here</a:t>
            </a:r>
          </a:p>
        </p:txBody>
      </p:sp>
      <p:sp>
        <p:nvSpPr>
          <p:cNvPr id="31" name="Text Placeholder 4">
            <a:extLst>
              <a:ext uri="{FF2B5EF4-FFF2-40B4-BE49-F238E27FC236}">
                <a16:creationId xmlns:a16="http://schemas.microsoft.com/office/drawing/2014/main" id="{C71208CF-104A-8CA6-560F-DD8F1E42F180}"/>
              </a:ext>
            </a:extLst>
          </p:cNvPr>
          <p:cNvSpPr>
            <a:spLocks noGrp="1"/>
          </p:cNvSpPr>
          <p:nvPr>
            <p:ph type="body" sz="quarter" idx="23" hasCustomPrompt="1"/>
          </p:nvPr>
        </p:nvSpPr>
        <p:spPr bwMode="gray">
          <a:xfrm>
            <a:off x="371475" y="2422522"/>
            <a:ext cx="4419959" cy="1458387"/>
          </a:xfrm>
          <a:prstGeom prst="roundRect">
            <a:avLst>
              <a:gd name="adj" fmla="val 0"/>
            </a:avLst>
          </a:prstGeom>
          <a:noFill/>
          <a:ln>
            <a:noFill/>
          </a:ln>
          <a:effectLst/>
        </p:spPr>
        <p:txBody>
          <a:bodyPr anchor="t" anchorCtr="0"/>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32" name="Text Placeholder 4">
            <a:extLst>
              <a:ext uri="{FF2B5EF4-FFF2-40B4-BE49-F238E27FC236}">
                <a16:creationId xmlns:a16="http://schemas.microsoft.com/office/drawing/2014/main" id="{3DC9B537-F308-5D0A-0ADB-686C85DB162E}"/>
              </a:ext>
            </a:extLst>
          </p:cNvPr>
          <p:cNvSpPr>
            <a:spLocks noGrp="1"/>
          </p:cNvSpPr>
          <p:nvPr>
            <p:ph type="body" sz="quarter" idx="17" hasCustomPrompt="1"/>
          </p:nvPr>
        </p:nvSpPr>
        <p:spPr bwMode="gray">
          <a:xfrm>
            <a:off x="4884544" y="333375"/>
            <a:ext cx="4371666" cy="3555695"/>
          </a:xfrm>
          <a:prstGeom prst="roundRect">
            <a:avLst>
              <a:gd name="adj" fmla="val 0"/>
            </a:avLst>
          </a:prstGeom>
          <a:solidFill>
            <a:schemeClr val="bg1"/>
          </a:solidFill>
          <a:ln>
            <a:noFill/>
          </a:ln>
          <a:effectLst/>
        </p:spPr>
        <p:txBody>
          <a:bodyPr lIns="108000" anchor="ctr"/>
          <a:lstStyle>
            <a:lvl1pPr marL="0" indent="0" algn="l">
              <a:lnSpc>
                <a:spcPct val="100000"/>
              </a:lnSpc>
              <a:tabLst/>
              <a:defRPr sz="3200" b="1">
                <a:solidFill>
                  <a:schemeClr val="tx1"/>
                </a:solidFill>
                <a:effectLst/>
                <a:latin typeface="+mn-lt"/>
                <a:cs typeface="Arial"/>
              </a:defRPr>
            </a:lvl1pPr>
            <a:lvl2pPr marL="0" indent="0" algn="l">
              <a:lnSpc>
                <a:spcPct val="100000"/>
              </a:lnSpc>
              <a:defRPr>
                <a:solidFill>
                  <a:schemeClr val="tx1"/>
                </a:solidFill>
                <a:effectLst/>
                <a:latin typeface="+mn-lt"/>
                <a:cs typeface="Aria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a:p>
            <a:pPr lvl="1"/>
            <a:r>
              <a:rPr lang="en-US" altLang="ja-JP"/>
              <a:t>Second level</a:t>
            </a:r>
          </a:p>
        </p:txBody>
      </p:sp>
      <p:sp>
        <p:nvSpPr>
          <p:cNvPr id="33" name="Text Placeholder 4">
            <a:extLst>
              <a:ext uri="{FF2B5EF4-FFF2-40B4-BE49-F238E27FC236}">
                <a16:creationId xmlns:a16="http://schemas.microsoft.com/office/drawing/2014/main" id="{43A55220-973F-D77F-0512-928E00FD23A5}"/>
              </a:ext>
            </a:extLst>
          </p:cNvPr>
          <p:cNvSpPr>
            <a:spLocks noGrp="1"/>
          </p:cNvSpPr>
          <p:nvPr>
            <p:ph type="body" sz="quarter" idx="14" hasCustomPrompt="1"/>
          </p:nvPr>
        </p:nvSpPr>
        <p:spPr bwMode="gray">
          <a:xfrm>
            <a:off x="9359747" y="333375"/>
            <a:ext cx="2448000" cy="1700963"/>
          </a:xfrm>
          <a:prstGeom prst="roundRect">
            <a:avLst>
              <a:gd name="adj" fmla="val 0"/>
            </a:avLst>
          </a:prstGeom>
          <a:solidFill>
            <a:schemeClr val="accent6"/>
          </a:solidFill>
          <a:ln>
            <a:noFill/>
          </a:ln>
          <a:effectLst/>
        </p:spPr>
        <p:txBody>
          <a:bodyPr anchor="ctr"/>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34" name="Text Placeholder 4">
            <a:extLst>
              <a:ext uri="{FF2B5EF4-FFF2-40B4-BE49-F238E27FC236}">
                <a16:creationId xmlns:a16="http://schemas.microsoft.com/office/drawing/2014/main" id="{C8D66836-BE4C-186F-91EC-6185CD7DBB8F}"/>
              </a:ext>
            </a:extLst>
          </p:cNvPr>
          <p:cNvSpPr>
            <a:spLocks noGrp="1"/>
          </p:cNvSpPr>
          <p:nvPr>
            <p:ph type="body" sz="quarter" idx="21" hasCustomPrompt="1"/>
          </p:nvPr>
        </p:nvSpPr>
        <p:spPr bwMode="gray">
          <a:xfrm>
            <a:off x="9349318" y="3744196"/>
            <a:ext cx="2448000" cy="1076667"/>
          </a:xfrm>
          <a:prstGeom prst="roundRect">
            <a:avLst>
              <a:gd name="adj" fmla="val 0"/>
            </a:avLst>
          </a:prstGeom>
          <a:noFill/>
          <a:ln>
            <a:noFill/>
          </a:ln>
          <a:effectLst/>
        </p:spPr>
        <p:txBody>
          <a:bodyPr anchor="t" anchorCtr="0"/>
          <a:lstStyle>
            <a:lvl1pPr algn="ctr">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35" name="Text Placeholder 4">
            <a:extLst>
              <a:ext uri="{FF2B5EF4-FFF2-40B4-BE49-F238E27FC236}">
                <a16:creationId xmlns:a16="http://schemas.microsoft.com/office/drawing/2014/main" id="{BF07220C-71BF-2AC7-BDED-7C252C625877}"/>
              </a:ext>
            </a:extLst>
          </p:cNvPr>
          <p:cNvSpPr>
            <a:spLocks noGrp="1"/>
          </p:cNvSpPr>
          <p:nvPr>
            <p:ph type="body" sz="quarter" idx="13" hasCustomPrompt="1"/>
          </p:nvPr>
        </p:nvSpPr>
        <p:spPr bwMode="gray">
          <a:xfrm>
            <a:off x="371475" y="3987606"/>
            <a:ext cx="3420269" cy="2249682"/>
          </a:xfrm>
          <a:prstGeom prst="roundRect">
            <a:avLst>
              <a:gd name="adj" fmla="val 0"/>
            </a:avLst>
          </a:prstGeom>
          <a:solidFill>
            <a:schemeClr val="accent6"/>
          </a:solidFill>
          <a:ln>
            <a:noFill/>
          </a:ln>
          <a:effectLst/>
        </p:spPr>
        <p:txBody>
          <a:bodyPr lIns="108000" anchor="ctr"/>
          <a:lstStyle>
            <a:lvl1pPr algn="l">
              <a:lnSpc>
                <a:spcPct val="100000"/>
              </a:lnSpc>
              <a:defRPr sz="2667" b="1">
                <a:solidFill>
                  <a:schemeClr val="tx1"/>
                </a:solidFill>
                <a:latin typeface="+mn-lt"/>
                <a:cs typeface="Arial"/>
              </a:defRPr>
            </a:lvl1pPr>
            <a:lvl2pPr algn="l">
              <a:defRPr>
                <a:solidFill>
                  <a:schemeClr val="tx2"/>
                </a:solidFill>
              </a:defRPr>
            </a:lvl2pPr>
            <a:lvl3pPr algn="l">
              <a:defRPr>
                <a:solidFill>
                  <a:schemeClr val="tx2"/>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36" name="Text Placeholder 4">
            <a:extLst>
              <a:ext uri="{FF2B5EF4-FFF2-40B4-BE49-F238E27FC236}">
                <a16:creationId xmlns:a16="http://schemas.microsoft.com/office/drawing/2014/main" id="{8B870FE4-EEFB-FE24-2C58-DE2A16E0E9A1}"/>
              </a:ext>
            </a:extLst>
          </p:cNvPr>
          <p:cNvSpPr>
            <a:spLocks noGrp="1"/>
          </p:cNvSpPr>
          <p:nvPr>
            <p:ph type="body" sz="quarter" idx="20" hasCustomPrompt="1"/>
          </p:nvPr>
        </p:nvSpPr>
        <p:spPr bwMode="gray">
          <a:xfrm>
            <a:off x="3884852" y="5399590"/>
            <a:ext cx="5371200" cy="837698"/>
          </a:xfrm>
          <a:prstGeom prst="roundRect">
            <a:avLst>
              <a:gd name="adj" fmla="val 0"/>
            </a:avLst>
          </a:prstGeom>
          <a:noFill/>
          <a:ln>
            <a:noFill/>
          </a:ln>
          <a:effectLst/>
        </p:spPr>
        <p:txBody>
          <a:bodyPr anchor="t" anchorCtr="0"/>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sp>
        <p:nvSpPr>
          <p:cNvPr id="37" name="Text Placeholder 4">
            <a:extLst>
              <a:ext uri="{FF2B5EF4-FFF2-40B4-BE49-F238E27FC236}">
                <a16:creationId xmlns:a16="http://schemas.microsoft.com/office/drawing/2014/main" id="{D6DDC3D0-182E-7130-0E50-6B1AB5C1DE01}"/>
              </a:ext>
            </a:extLst>
          </p:cNvPr>
          <p:cNvSpPr>
            <a:spLocks noGrp="1"/>
          </p:cNvSpPr>
          <p:nvPr>
            <p:ph type="body" sz="quarter" idx="19" hasCustomPrompt="1"/>
          </p:nvPr>
        </p:nvSpPr>
        <p:spPr bwMode="gray">
          <a:xfrm>
            <a:off x="9349318" y="4926695"/>
            <a:ext cx="2448000" cy="1310593"/>
          </a:xfrm>
          <a:prstGeom prst="roundRect">
            <a:avLst>
              <a:gd name="adj" fmla="val 0"/>
            </a:avLst>
          </a:prstGeom>
          <a:solidFill>
            <a:schemeClr val="accent1"/>
          </a:solidFill>
          <a:ln>
            <a:noFill/>
          </a:ln>
          <a:effectLst/>
        </p:spPr>
        <p:txBody>
          <a:bodyPr anchor="ctr"/>
          <a:lstStyle>
            <a:lvl1pPr algn="ctr">
              <a:lnSpc>
                <a:spcPct val="100000"/>
              </a:lnSpc>
              <a:defRPr sz="2133">
                <a:solidFill>
                  <a:schemeClr val="tx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a:t>Click to edit Master text styles</a:t>
            </a:r>
          </a:p>
        </p:txBody>
      </p:sp>
      <p:pic>
        <p:nvPicPr>
          <p:cNvPr id="2" name="NTT DATA Global Logo">
            <a:extLst>
              <a:ext uri="{FF2B5EF4-FFF2-40B4-BE49-F238E27FC236}">
                <a16:creationId xmlns:a16="http://schemas.microsoft.com/office/drawing/2014/main" id="{BC2D7FFE-7C11-9442-57CB-9B6B1CFA53A1}"/>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302104171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_Contact_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28B5FB0A-DD38-445A-AA68-C027D13E2319}" type="datetimeyyyy">
              <a:rPr lang="en-US" smtClean="0"/>
              <a:pPr/>
              <a:t>2026</a:t>
            </a:fld>
            <a:r>
              <a:rPr lang="en-US"/>
              <a:t>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2" name="Bild">
            <a:extLst>
              <a:ext uri="{FF2B5EF4-FFF2-40B4-BE49-F238E27FC236}">
                <a16:creationId xmlns:a16="http://schemas.microsoft.com/office/drawing/2014/main" id="{4CC7DCAF-B2CD-3B7D-E178-56F93103926F}"/>
              </a:ext>
            </a:extLst>
          </p:cNvPr>
          <p:cNvSpPr>
            <a:spLocks noGrp="1"/>
          </p:cNvSpPr>
          <p:nvPr>
            <p:ph type="pic" sz="quarter" idx="18"/>
          </p:nvPr>
        </p:nvSpPr>
        <p:spPr bwMode="gray">
          <a:xfrm>
            <a:off x="2267270" y="2011950"/>
            <a:ext cx="3488705" cy="3488400"/>
          </a:xfrm>
          <a:prstGeom prst="ellipse">
            <a:avLst/>
          </a:prstGeom>
          <a:solidFill>
            <a:schemeClr val="accent6"/>
          </a:solidFill>
        </p:spPr>
        <p:txBody>
          <a:bodyPr lIns="144000" tIns="144000" rIns="144000" bIns="144000"/>
          <a:lstStyle>
            <a:lvl1pPr marL="0" indent="0">
              <a:buNone/>
              <a:defRPr sz="1400"/>
            </a:lvl1pPr>
          </a:lstStyle>
          <a:p>
            <a:r>
              <a:rPr lang="de-DE" noProof="0"/>
              <a:t>Bild</a:t>
            </a:r>
          </a:p>
        </p:txBody>
      </p:sp>
      <p:sp>
        <p:nvSpPr>
          <p:cNvPr id="3" name="Textplatzhalter 19">
            <a:extLst>
              <a:ext uri="{FF2B5EF4-FFF2-40B4-BE49-F238E27FC236}">
                <a16:creationId xmlns:a16="http://schemas.microsoft.com/office/drawing/2014/main" id="{24EAD1E1-380A-9FAF-070A-DDDC45ECCA22}"/>
              </a:ext>
            </a:extLst>
          </p:cNvPr>
          <p:cNvSpPr>
            <a:spLocks noGrp="1"/>
          </p:cNvSpPr>
          <p:nvPr>
            <p:ph type="body" sz="quarter" idx="20" hasCustomPrompt="1"/>
          </p:nvPr>
        </p:nvSpPr>
        <p:spPr bwMode="gray">
          <a:xfrm>
            <a:off x="6426199" y="2972822"/>
            <a:ext cx="5394325" cy="256154"/>
          </a:xfrm>
        </p:spPr>
        <p:txBody>
          <a:bodyPr/>
          <a:lstStyle>
            <a:lvl1pPr marL="0" indent="0">
              <a:buNone/>
              <a:defRPr sz="2000">
                <a:solidFill>
                  <a:schemeClr val="tx1"/>
                </a:solidFill>
              </a:defRPr>
            </a:lvl1pPr>
          </a:lstStyle>
          <a:p>
            <a:pPr lvl="0"/>
            <a:r>
              <a:rPr lang="de-DE"/>
              <a:t>Position</a:t>
            </a:r>
          </a:p>
        </p:txBody>
      </p:sp>
      <p:sp>
        <p:nvSpPr>
          <p:cNvPr id="4" name="Textplatzhalter 19">
            <a:extLst>
              <a:ext uri="{FF2B5EF4-FFF2-40B4-BE49-F238E27FC236}">
                <a16:creationId xmlns:a16="http://schemas.microsoft.com/office/drawing/2014/main" id="{96E5AC2D-397D-E319-0AFC-6808ACE8774F}"/>
              </a:ext>
            </a:extLst>
          </p:cNvPr>
          <p:cNvSpPr>
            <a:spLocks noGrp="1"/>
          </p:cNvSpPr>
          <p:nvPr>
            <p:ph type="body" sz="quarter" idx="24" hasCustomPrompt="1"/>
          </p:nvPr>
        </p:nvSpPr>
        <p:spPr bwMode="gray">
          <a:xfrm>
            <a:off x="6426199" y="3246666"/>
            <a:ext cx="5394325" cy="256154"/>
          </a:xfrm>
        </p:spPr>
        <p:txBody>
          <a:bodyPr/>
          <a:lstStyle>
            <a:lvl1pPr marL="0" indent="0">
              <a:buNone/>
              <a:defRPr sz="2000">
                <a:solidFill>
                  <a:schemeClr val="tx1"/>
                </a:solidFill>
              </a:defRPr>
            </a:lvl1pPr>
          </a:lstStyle>
          <a:p>
            <a:pPr lvl="0"/>
            <a:r>
              <a:rPr lang="de-DE" err="1"/>
              <a:t>Section</a:t>
            </a:r>
            <a:endParaRPr lang="de-DE"/>
          </a:p>
        </p:txBody>
      </p:sp>
      <p:sp>
        <p:nvSpPr>
          <p:cNvPr id="5" name="Textplatzhalter 19">
            <a:extLst>
              <a:ext uri="{FF2B5EF4-FFF2-40B4-BE49-F238E27FC236}">
                <a16:creationId xmlns:a16="http://schemas.microsoft.com/office/drawing/2014/main" id="{602F9BFE-9706-DF6E-9360-FEE8A8D4CFAA}"/>
              </a:ext>
            </a:extLst>
          </p:cNvPr>
          <p:cNvSpPr>
            <a:spLocks noGrp="1"/>
          </p:cNvSpPr>
          <p:nvPr>
            <p:ph type="body" sz="quarter" idx="25" hasCustomPrompt="1"/>
          </p:nvPr>
        </p:nvSpPr>
        <p:spPr bwMode="gray">
          <a:xfrm>
            <a:off x="6426199" y="2589435"/>
            <a:ext cx="5394325" cy="368078"/>
          </a:xfrm>
        </p:spPr>
        <p:txBody>
          <a:bodyPr/>
          <a:lstStyle>
            <a:lvl1pPr marL="0" indent="0">
              <a:buNone/>
              <a:defRPr sz="2800" b="1">
                <a:solidFill>
                  <a:schemeClr val="accent1"/>
                </a:solidFill>
                <a:latin typeface="+mn-lt"/>
              </a:defRPr>
            </a:lvl1pPr>
          </a:lstStyle>
          <a:p>
            <a:pPr lvl="0"/>
            <a:r>
              <a:rPr lang="de-DE"/>
              <a:t>John </a:t>
            </a:r>
            <a:r>
              <a:rPr lang="de-DE" err="1"/>
              <a:t>Doe</a:t>
            </a:r>
            <a:endParaRPr lang="de-DE"/>
          </a:p>
        </p:txBody>
      </p:sp>
      <p:sp>
        <p:nvSpPr>
          <p:cNvPr id="7" name="Textplatzhalter 19">
            <a:extLst>
              <a:ext uri="{FF2B5EF4-FFF2-40B4-BE49-F238E27FC236}">
                <a16:creationId xmlns:a16="http://schemas.microsoft.com/office/drawing/2014/main" id="{B80CD46D-FAAB-152C-4063-47492270BA8A}"/>
              </a:ext>
            </a:extLst>
          </p:cNvPr>
          <p:cNvSpPr>
            <a:spLocks noGrp="1"/>
          </p:cNvSpPr>
          <p:nvPr>
            <p:ph type="body" sz="quarter" idx="26" hasCustomPrompt="1"/>
          </p:nvPr>
        </p:nvSpPr>
        <p:spPr bwMode="gray">
          <a:xfrm>
            <a:off x="6426199" y="4178440"/>
            <a:ext cx="5394325" cy="187184"/>
          </a:xfrm>
        </p:spPr>
        <p:txBody>
          <a:bodyPr/>
          <a:lstStyle>
            <a:lvl1pPr marL="0" indent="0">
              <a:buNone/>
              <a:defRPr sz="1600">
                <a:solidFill>
                  <a:schemeClr val="tx1"/>
                </a:solidFill>
              </a:defRPr>
            </a:lvl1pPr>
          </a:lstStyle>
          <a:p>
            <a:pPr lvl="0"/>
            <a:r>
              <a:rPr lang="de-DE"/>
              <a:t>Web</a:t>
            </a:r>
          </a:p>
        </p:txBody>
      </p:sp>
      <p:sp>
        <p:nvSpPr>
          <p:cNvPr id="8" name="Textplatzhalter 19">
            <a:extLst>
              <a:ext uri="{FF2B5EF4-FFF2-40B4-BE49-F238E27FC236}">
                <a16:creationId xmlns:a16="http://schemas.microsoft.com/office/drawing/2014/main" id="{5D9E8C6F-5249-CF8D-CC8C-1D18DE96AA18}"/>
              </a:ext>
            </a:extLst>
          </p:cNvPr>
          <p:cNvSpPr>
            <a:spLocks noGrp="1"/>
          </p:cNvSpPr>
          <p:nvPr>
            <p:ph type="body" sz="quarter" idx="27" hasCustomPrompt="1"/>
          </p:nvPr>
        </p:nvSpPr>
        <p:spPr bwMode="gray">
          <a:xfrm>
            <a:off x="6426199" y="4397515"/>
            <a:ext cx="5394325" cy="187184"/>
          </a:xfrm>
        </p:spPr>
        <p:txBody>
          <a:bodyPr/>
          <a:lstStyle>
            <a:lvl1pPr marL="0" indent="0">
              <a:buNone/>
              <a:defRPr sz="1600">
                <a:solidFill>
                  <a:schemeClr val="tx1"/>
                </a:solidFill>
              </a:defRPr>
            </a:lvl1pPr>
          </a:lstStyle>
          <a:p>
            <a:pPr lvl="0"/>
            <a:r>
              <a:rPr lang="de-DE"/>
              <a:t>E-Mail</a:t>
            </a:r>
          </a:p>
        </p:txBody>
      </p:sp>
      <p:sp>
        <p:nvSpPr>
          <p:cNvPr id="9" name="Textplatzhalter 19">
            <a:extLst>
              <a:ext uri="{FF2B5EF4-FFF2-40B4-BE49-F238E27FC236}">
                <a16:creationId xmlns:a16="http://schemas.microsoft.com/office/drawing/2014/main" id="{B4A5F30D-E180-8CDB-4CBF-B5E6B1CE30A7}"/>
              </a:ext>
            </a:extLst>
          </p:cNvPr>
          <p:cNvSpPr>
            <a:spLocks noGrp="1"/>
          </p:cNvSpPr>
          <p:nvPr>
            <p:ph type="body" sz="quarter" idx="28" hasCustomPrompt="1"/>
          </p:nvPr>
        </p:nvSpPr>
        <p:spPr bwMode="gray">
          <a:xfrm>
            <a:off x="6426199" y="4616591"/>
            <a:ext cx="5394325" cy="187184"/>
          </a:xfrm>
        </p:spPr>
        <p:txBody>
          <a:bodyPr/>
          <a:lstStyle>
            <a:lvl1pPr marL="0" indent="0">
              <a:buNone/>
              <a:defRPr sz="1600">
                <a:solidFill>
                  <a:schemeClr val="tx1"/>
                </a:solidFill>
              </a:defRPr>
            </a:lvl1pPr>
          </a:lstStyle>
          <a:p>
            <a:pPr lvl="0"/>
            <a:r>
              <a:rPr lang="de-DE"/>
              <a:t>Phone</a:t>
            </a:r>
          </a:p>
        </p:txBody>
      </p:sp>
      <p:cxnSp>
        <p:nvCxnSpPr>
          <p:cNvPr id="12" name="Gerader Verbinder 11">
            <a:extLst>
              <a:ext uri="{FF2B5EF4-FFF2-40B4-BE49-F238E27FC236}">
                <a16:creationId xmlns:a16="http://schemas.microsoft.com/office/drawing/2014/main" id="{5FED17C3-FC4F-7B91-21C9-988C8D436F0F}"/>
              </a:ext>
            </a:extLst>
          </p:cNvPr>
          <p:cNvCxnSpPr>
            <a:cxnSpLocks/>
          </p:cNvCxnSpPr>
          <p:nvPr userDrawn="1"/>
        </p:nvCxnSpPr>
        <p:spPr bwMode="gray">
          <a:xfrm flipH="1">
            <a:off x="6426199" y="384063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3" name="NTT DATA Global Logo">
            <a:extLst>
              <a:ext uri="{FF2B5EF4-FFF2-40B4-BE49-F238E27FC236}">
                <a16:creationId xmlns:a16="http://schemas.microsoft.com/office/drawing/2014/main" id="{69D0DD74-37AC-F8AD-46F7-9F4589B95EFB}"/>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345834943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_Contact_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5A57F943-BF06-454D-8C31-3938EB3628AA}" type="datetimeyyyy">
              <a:rPr lang="en-US" smtClean="0"/>
              <a:pPr/>
              <a:t>2026</a:t>
            </a:fld>
            <a:r>
              <a:rPr lang="en-US"/>
              <a:t>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13" name="Bild">
            <a:extLst>
              <a:ext uri="{FF2B5EF4-FFF2-40B4-BE49-F238E27FC236}">
                <a16:creationId xmlns:a16="http://schemas.microsoft.com/office/drawing/2014/main" id="{557575C8-6431-12A3-895D-45BB2DD19B92}"/>
              </a:ext>
            </a:extLst>
          </p:cNvPr>
          <p:cNvSpPr>
            <a:spLocks noGrp="1"/>
          </p:cNvSpPr>
          <p:nvPr>
            <p:ph type="pic" sz="quarter" idx="18"/>
          </p:nvPr>
        </p:nvSpPr>
        <p:spPr bwMode="gray">
          <a:xfrm>
            <a:off x="2889419"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de-DE" noProof="0"/>
              <a:t>Bild</a:t>
            </a:r>
          </a:p>
        </p:txBody>
      </p:sp>
      <p:sp>
        <p:nvSpPr>
          <p:cNvPr id="14" name="Textplatzhalter 19">
            <a:extLst>
              <a:ext uri="{FF2B5EF4-FFF2-40B4-BE49-F238E27FC236}">
                <a16:creationId xmlns:a16="http://schemas.microsoft.com/office/drawing/2014/main" id="{60BA97C1-891E-35D3-F7DE-6AE8C84863D9}"/>
              </a:ext>
            </a:extLst>
          </p:cNvPr>
          <p:cNvSpPr>
            <a:spLocks noGrp="1"/>
          </p:cNvSpPr>
          <p:nvPr>
            <p:ph type="body" sz="quarter" idx="20" hasCustomPrompt="1"/>
          </p:nvPr>
        </p:nvSpPr>
        <p:spPr bwMode="gray">
          <a:xfrm>
            <a:off x="2713041" y="4463802"/>
            <a:ext cx="2511148" cy="199671"/>
          </a:xfrm>
        </p:spPr>
        <p:txBody>
          <a:bodyPr/>
          <a:lstStyle>
            <a:lvl1pPr marL="0" indent="0" algn="ctr">
              <a:buNone/>
              <a:defRPr sz="1600">
                <a:solidFill>
                  <a:schemeClr val="tx1"/>
                </a:solidFill>
              </a:defRPr>
            </a:lvl1pPr>
          </a:lstStyle>
          <a:p>
            <a:pPr lvl="0"/>
            <a:r>
              <a:rPr lang="de-DE"/>
              <a:t>Position</a:t>
            </a:r>
          </a:p>
        </p:txBody>
      </p:sp>
      <p:sp>
        <p:nvSpPr>
          <p:cNvPr id="15" name="Textplatzhalter 19">
            <a:extLst>
              <a:ext uri="{FF2B5EF4-FFF2-40B4-BE49-F238E27FC236}">
                <a16:creationId xmlns:a16="http://schemas.microsoft.com/office/drawing/2014/main" id="{FEDBECCC-E388-CA03-4920-90ECCB6A95D3}"/>
              </a:ext>
            </a:extLst>
          </p:cNvPr>
          <p:cNvSpPr>
            <a:spLocks noGrp="1"/>
          </p:cNvSpPr>
          <p:nvPr>
            <p:ph type="body" sz="quarter" idx="24" hasCustomPrompt="1"/>
          </p:nvPr>
        </p:nvSpPr>
        <p:spPr bwMode="gray">
          <a:xfrm>
            <a:off x="2713041" y="4686846"/>
            <a:ext cx="2511148" cy="199671"/>
          </a:xfrm>
        </p:spPr>
        <p:txBody>
          <a:bodyPr/>
          <a:lstStyle>
            <a:lvl1pPr marL="0" indent="0" algn="ctr">
              <a:buNone/>
              <a:defRPr sz="1600">
                <a:solidFill>
                  <a:schemeClr val="tx1"/>
                </a:solidFill>
              </a:defRPr>
            </a:lvl1pPr>
          </a:lstStyle>
          <a:p>
            <a:pPr lvl="0"/>
            <a:r>
              <a:rPr lang="de-DE" err="1"/>
              <a:t>Section</a:t>
            </a:r>
            <a:endParaRPr lang="de-DE"/>
          </a:p>
        </p:txBody>
      </p:sp>
      <p:sp>
        <p:nvSpPr>
          <p:cNvPr id="16" name="Textplatzhalter 19">
            <a:extLst>
              <a:ext uri="{FF2B5EF4-FFF2-40B4-BE49-F238E27FC236}">
                <a16:creationId xmlns:a16="http://schemas.microsoft.com/office/drawing/2014/main" id="{AF65C019-0E4A-C8B5-2DB7-5327455A0C2C}"/>
              </a:ext>
            </a:extLst>
          </p:cNvPr>
          <p:cNvSpPr>
            <a:spLocks noGrp="1"/>
          </p:cNvSpPr>
          <p:nvPr>
            <p:ph type="body" sz="quarter" idx="25" hasCustomPrompt="1"/>
          </p:nvPr>
        </p:nvSpPr>
        <p:spPr bwMode="gray">
          <a:xfrm>
            <a:off x="2713041"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17" name="Textplatzhalter 19">
            <a:extLst>
              <a:ext uri="{FF2B5EF4-FFF2-40B4-BE49-F238E27FC236}">
                <a16:creationId xmlns:a16="http://schemas.microsoft.com/office/drawing/2014/main" id="{6837C6B5-3816-9533-A19D-78333F0AB2BF}"/>
              </a:ext>
            </a:extLst>
          </p:cNvPr>
          <p:cNvSpPr>
            <a:spLocks noGrp="1"/>
          </p:cNvSpPr>
          <p:nvPr>
            <p:ph type="body" sz="quarter" idx="26" hasCustomPrompt="1"/>
          </p:nvPr>
        </p:nvSpPr>
        <p:spPr bwMode="gray">
          <a:xfrm>
            <a:off x="2713041" y="5401450"/>
            <a:ext cx="2511148" cy="145909"/>
          </a:xfrm>
        </p:spPr>
        <p:txBody>
          <a:bodyPr/>
          <a:lstStyle>
            <a:lvl1pPr marL="0" indent="0" algn="ctr">
              <a:buNone/>
              <a:defRPr sz="1200">
                <a:solidFill>
                  <a:schemeClr val="tx1"/>
                </a:solidFill>
              </a:defRPr>
            </a:lvl1pPr>
          </a:lstStyle>
          <a:p>
            <a:pPr lvl="0"/>
            <a:r>
              <a:rPr lang="de-DE"/>
              <a:t>Web</a:t>
            </a:r>
          </a:p>
        </p:txBody>
      </p:sp>
      <p:sp>
        <p:nvSpPr>
          <p:cNvPr id="18" name="Textplatzhalter 19">
            <a:extLst>
              <a:ext uri="{FF2B5EF4-FFF2-40B4-BE49-F238E27FC236}">
                <a16:creationId xmlns:a16="http://schemas.microsoft.com/office/drawing/2014/main" id="{99BDB956-AABF-98CD-09B7-A5EC2299F4BD}"/>
              </a:ext>
            </a:extLst>
          </p:cNvPr>
          <p:cNvSpPr>
            <a:spLocks noGrp="1"/>
          </p:cNvSpPr>
          <p:nvPr>
            <p:ph type="body" sz="quarter" idx="27" hasCustomPrompt="1"/>
          </p:nvPr>
        </p:nvSpPr>
        <p:spPr bwMode="gray">
          <a:xfrm>
            <a:off x="2713041" y="5566551"/>
            <a:ext cx="2511148" cy="145909"/>
          </a:xfrm>
        </p:spPr>
        <p:txBody>
          <a:bodyPr/>
          <a:lstStyle>
            <a:lvl1pPr marL="0" indent="0" algn="ctr">
              <a:buNone/>
              <a:defRPr sz="1200">
                <a:solidFill>
                  <a:schemeClr val="tx1"/>
                </a:solidFill>
              </a:defRPr>
            </a:lvl1pPr>
          </a:lstStyle>
          <a:p>
            <a:pPr lvl="0"/>
            <a:r>
              <a:rPr lang="de-DE"/>
              <a:t>E-Mail</a:t>
            </a:r>
          </a:p>
        </p:txBody>
      </p:sp>
      <p:sp>
        <p:nvSpPr>
          <p:cNvPr id="19" name="Textplatzhalter 19">
            <a:extLst>
              <a:ext uri="{FF2B5EF4-FFF2-40B4-BE49-F238E27FC236}">
                <a16:creationId xmlns:a16="http://schemas.microsoft.com/office/drawing/2014/main" id="{037CF607-A5F0-BFC7-29A0-45AFCA4ACA02}"/>
              </a:ext>
            </a:extLst>
          </p:cNvPr>
          <p:cNvSpPr>
            <a:spLocks noGrp="1"/>
          </p:cNvSpPr>
          <p:nvPr>
            <p:ph type="body" sz="quarter" idx="28" hasCustomPrompt="1"/>
          </p:nvPr>
        </p:nvSpPr>
        <p:spPr bwMode="gray">
          <a:xfrm>
            <a:off x="2713041" y="5731651"/>
            <a:ext cx="2511148" cy="145909"/>
          </a:xfrm>
        </p:spPr>
        <p:txBody>
          <a:bodyPr/>
          <a:lstStyle>
            <a:lvl1pPr marL="0" indent="0" algn="ctr">
              <a:buNone/>
              <a:defRPr sz="1200">
                <a:solidFill>
                  <a:schemeClr val="tx1"/>
                </a:solidFill>
              </a:defRPr>
            </a:lvl1pPr>
          </a:lstStyle>
          <a:p>
            <a:pPr lvl="0"/>
            <a:r>
              <a:rPr lang="de-DE"/>
              <a:t>Phone</a:t>
            </a:r>
          </a:p>
        </p:txBody>
      </p:sp>
      <p:sp>
        <p:nvSpPr>
          <p:cNvPr id="20" name="Bild">
            <a:extLst>
              <a:ext uri="{FF2B5EF4-FFF2-40B4-BE49-F238E27FC236}">
                <a16:creationId xmlns:a16="http://schemas.microsoft.com/office/drawing/2014/main" id="{0DC5AF74-C2A5-03C1-45C4-D1AEC581CF86}"/>
              </a:ext>
            </a:extLst>
          </p:cNvPr>
          <p:cNvSpPr>
            <a:spLocks noGrp="1"/>
          </p:cNvSpPr>
          <p:nvPr>
            <p:ph type="pic" sz="quarter" idx="37"/>
          </p:nvPr>
        </p:nvSpPr>
        <p:spPr bwMode="gray">
          <a:xfrm>
            <a:off x="7144188"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de-DE" noProof="0"/>
              <a:t>Bild</a:t>
            </a:r>
          </a:p>
        </p:txBody>
      </p:sp>
      <p:sp>
        <p:nvSpPr>
          <p:cNvPr id="21" name="Textplatzhalter 19">
            <a:extLst>
              <a:ext uri="{FF2B5EF4-FFF2-40B4-BE49-F238E27FC236}">
                <a16:creationId xmlns:a16="http://schemas.microsoft.com/office/drawing/2014/main" id="{03A867AA-BA5A-EF00-0579-A03C42B90DCA}"/>
              </a:ext>
            </a:extLst>
          </p:cNvPr>
          <p:cNvSpPr>
            <a:spLocks noGrp="1"/>
          </p:cNvSpPr>
          <p:nvPr>
            <p:ph type="body" sz="quarter" idx="50" hasCustomPrompt="1"/>
          </p:nvPr>
        </p:nvSpPr>
        <p:spPr bwMode="gray">
          <a:xfrm>
            <a:off x="6967810" y="4463802"/>
            <a:ext cx="2511148" cy="199671"/>
          </a:xfrm>
        </p:spPr>
        <p:txBody>
          <a:bodyPr/>
          <a:lstStyle>
            <a:lvl1pPr marL="0" indent="0" algn="ctr">
              <a:buNone/>
              <a:defRPr sz="1600">
                <a:solidFill>
                  <a:schemeClr val="tx1"/>
                </a:solidFill>
              </a:defRPr>
            </a:lvl1pPr>
          </a:lstStyle>
          <a:p>
            <a:pPr lvl="0"/>
            <a:r>
              <a:rPr lang="de-DE"/>
              <a:t>Position</a:t>
            </a:r>
          </a:p>
        </p:txBody>
      </p:sp>
      <p:sp>
        <p:nvSpPr>
          <p:cNvPr id="22" name="Textplatzhalter 19">
            <a:extLst>
              <a:ext uri="{FF2B5EF4-FFF2-40B4-BE49-F238E27FC236}">
                <a16:creationId xmlns:a16="http://schemas.microsoft.com/office/drawing/2014/main" id="{29DB1B20-A0AA-3176-2157-D9B1B9C9F529}"/>
              </a:ext>
            </a:extLst>
          </p:cNvPr>
          <p:cNvSpPr>
            <a:spLocks noGrp="1"/>
          </p:cNvSpPr>
          <p:nvPr>
            <p:ph type="body" sz="quarter" idx="51" hasCustomPrompt="1"/>
          </p:nvPr>
        </p:nvSpPr>
        <p:spPr bwMode="gray">
          <a:xfrm>
            <a:off x="6967810" y="4686846"/>
            <a:ext cx="2511148" cy="199671"/>
          </a:xfrm>
        </p:spPr>
        <p:txBody>
          <a:bodyPr/>
          <a:lstStyle>
            <a:lvl1pPr marL="0" indent="0" algn="ctr">
              <a:buNone/>
              <a:defRPr sz="1600">
                <a:solidFill>
                  <a:schemeClr val="tx1"/>
                </a:solidFill>
              </a:defRPr>
            </a:lvl1pPr>
          </a:lstStyle>
          <a:p>
            <a:pPr lvl="0"/>
            <a:r>
              <a:rPr lang="de-DE" err="1"/>
              <a:t>Section</a:t>
            </a:r>
            <a:endParaRPr lang="de-DE"/>
          </a:p>
        </p:txBody>
      </p:sp>
      <p:sp>
        <p:nvSpPr>
          <p:cNvPr id="23" name="Textplatzhalter 19">
            <a:extLst>
              <a:ext uri="{FF2B5EF4-FFF2-40B4-BE49-F238E27FC236}">
                <a16:creationId xmlns:a16="http://schemas.microsoft.com/office/drawing/2014/main" id="{F44048F5-2785-E175-C768-94D382B3205E}"/>
              </a:ext>
            </a:extLst>
          </p:cNvPr>
          <p:cNvSpPr>
            <a:spLocks noGrp="1"/>
          </p:cNvSpPr>
          <p:nvPr>
            <p:ph type="body" sz="quarter" idx="52" hasCustomPrompt="1"/>
          </p:nvPr>
        </p:nvSpPr>
        <p:spPr bwMode="gray">
          <a:xfrm>
            <a:off x="6967810"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24" name="Textplatzhalter 19">
            <a:extLst>
              <a:ext uri="{FF2B5EF4-FFF2-40B4-BE49-F238E27FC236}">
                <a16:creationId xmlns:a16="http://schemas.microsoft.com/office/drawing/2014/main" id="{591E019D-0DF8-5E5A-6887-AEA97A38E551}"/>
              </a:ext>
            </a:extLst>
          </p:cNvPr>
          <p:cNvSpPr>
            <a:spLocks noGrp="1"/>
          </p:cNvSpPr>
          <p:nvPr>
            <p:ph type="body" sz="quarter" idx="53" hasCustomPrompt="1"/>
          </p:nvPr>
        </p:nvSpPr>
        <p:spPr bwMode="gray">
          <a:xfrm>
            <a:off x="6967810" y="5401450"/>
            <a:ext cx="2511148" cy="145909"/>
          </a:xfrm>
        </p:spPr>
        <p:txBody>
          <a:bodyPr/>
          <a:lstStyle>
            <a:lvl1pPr marL="0" indent="0" algn="ctr">
              <a:buNone/>
              <a:defRPr sz="1200">
                <a:solidFill>
                  <a:schemeClr val="tx1"/>
                </a:solidFill>
              </a:defRPr>
            </a:lvl1pPr>
          </a:lstStyle>
          <a:p>
            <a:pPr lvl="0"/>
            <a:r>
              <a:rPr lang="de-DE"/>
              <a:t>Web</a:t>
            </a:r>
          </a:p>
        </p:txBody>
      </p:sp>
      <p:sp>
        <p:nvSpPr>
          <p:cNvPr id="25" name="Textplatzhalter 19">
            <a:extLst>
              <a:ext uri="{FF2B5EF4-FFF2-40B4-BE49-F238E27FC236}">
                <a16:creationId xmlns:a16="http://schemas.microsoft.com/office/drawing/2014/main" id="{59BBF415-E8BF-24F5-AE98-3FE40A27D7D2}"/>
              </a:ext>
            </a:extLst>
          </p:cNvPr>
          <p:cNvSpPr>
            <a:spLocks noGrp="1"/>
          </p:cNvSpPr>
          <p:nvPr>
            <p:ph type="body" sz="quarter" idx="54" hasCustomPrompt="1"/>
          </p:nvPr>
        </p:nvSpPr>
        <p:spPr bwMode="gray">
          <a:xfrm>
            <a:off x="6967810" y="5566551"/>
            <a:ext cx="2511148" cy="145909"/>
          </a:xfrm>
        </p:spPr>
        <p:txBody>
          <a:bodyPr/>
          <a:lstStyle>
            <a:lvl1pPr marL="0" indent="0" algn="ctr">
              <a:buNone/>
              <a:defRPr sz="1200">
                <a:solidFill>
                  <a:schemeClr val="tx1"/>
                </a:solidFill>
              </a:defRPr>
            </a:lvl1pPr>
          </a:lstStyle>
          <a:p>
            <a:pPr lvl="0"/>
            <a:r>
              <a:rPr lang="de-DE"/>
              <a:t>E-Mail</a:t>
            </a:r>
          </a:p>
        </p:txBody>
      </p:sp>
      <p:sp>
        <p:nvSpPr>
          <p:cNvPr id="26" name="Textplatzhalter 19">
            <a:extLst>
              <a:ext uri="{FF2B5EF4-FFF2-40B4-BE49-F238E27FC236}">
                <a16:creationId xmlns:a16="http://schemas.microsoft.com/office/drawing/2014/main" id="{81BFBAE5-787E-888E-9ECF-5EE31D61DAB6}"/>
              </a:ext>
            </a:extLst>
          </p:cNvPr>
          <p:cNvSpPr>
            <a:spLocks noGrp="1"/>
          </p:cNvSpPr>
          <p:nvPr>
            <p:ph type="body" sz="quarter" idx="55" hasCustomPrompt="1"/>
          </p:nvPr>
        </p:nvSpPr>
        <p:spPr bwMode="gray">
          <a:xfrm>
            <a:off x="6967810" y="5731651"/>
            <a:ext cx="2511148" cy="145909"/>
          </a:xfrm>
        </p:spPr>
        <p:txBody>
          <a:bodyPr/>
          <a:lstStyle>
            <a:lvl1pPr marL="0" indent="0" algn="ctr">
              <a:buNone/>
              <a:defRPr sz="1200">
                <a:solidFill>
                  <a:schemeClr val="tx1"/>
                </a:solidFill>
              </a:defRPr>
            </a:lvl1pPr>
          </a:lstStyle>
          <a:p>
            <a:pPr lvl="0"/>
            <a:r>
              <a:rPr lang="de-DE"/>
              <a:t>Phone</a:t>
            </a:r>
          </a:p>
        </p:txBody>
      </p:sp>
      <p:cxnSp>
        <p:nvCxnSpPr>
          <p:cNvPr id="27" name="Gerader Verbinder 26">
            <a:extLst>
              <a:ext uri="{FF2B5EF4-FFF2-40B4-BE49-F238E27FC236}">
                <a16:creationId xmlns:a16="http://schemas.microsoft.com/office/drawing/2014/main" id="{C9AD5D1A-461B-3847-37DC-3F545B1243CD}"/>
              </a:ext>
            </a:extLst>
          </p:cNvPr>
          <p:cNvCxnSpPr>
            <a:cxnSpLocks/>
          </p:cNvCxnSpPr>
          <p:nvPr userDrawn="1"/>
        </p:nvCxnSpPr>
        <p:spPr bwMode="gray">
          <a:xfrm flipH="1">
            <a:off x="3703185"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78432202-A57D-D4C4-FB2D-5F10E371FFEB}"/>
              </a:ext>
            </a:extLst>
          </p:cNvPr>
          <p:cNvCxnSpPr>
            <a:cxnSpLocks/>
          </p:cNvCxnSpPr>
          <p:nvPr userDrawn="1"/>
        </p:nvCxnSpPr>
        <p:spPr bwMode="gray">
          <a:xfrm flipH="1">
            <a:off x="7957954"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NTT DATA Global Logo">
            <a:extLst>
              <a:ext uri="{FF2B5EF4-FFF2-40B4-BE49-F238E27FC236}">
                <a16:creationId xmlns:a16="http://schemas.microsoft.com/office/drawing/2014/main" id="{82A6BDFC-7EFD-2325-DD81-554E7410057E}"/>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90475448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_Contact_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D77EC513-F3C5-40CF-B465-EBDDA5C543A6}" type="datetimeyyyy">
              <a:rPr lang="en-US" smtClean="0"/>
              <a:pPr/>
              <a:t>2026</a:t>
            </a:fld>
            <a:r>
              <a:rPr lang="en-US"/>
              <a:t>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2" name="Bild">
            <a:extLst>
              <a:ext uri="{FF2B5EF4-FFF2-40B4-BE49-F238E27FC236}">
                <a16:creationId xmlns:a16="http://schemas.microsoft.com/office/drawing/2014/main" id="{51A51BF0-AA6D-1885-7B29-DAC72D2AF768}"/>
              </a:ext>
            </a:extLst>
          </p:cNvPr>
          <p:cNvSpPr>
            <a:spLocks noGrp="1"/>
          </p:cNvSpPr>
          <p:nvPr>
            <p:ph type="pic" sz="quarter" idx="18"/>
          </p:nvPr>
        </p:nvSpPr>
        <p:spPr bwMode="gray">
          <a:xfrm>
            <a:off x="1502898"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de-DE" noProof="0"/>
              <a:t>Bild</a:t>
            </a:r>
          </a:p>
        </p:txBody>
      </p:sp>
      <p:sp>
        <p:nvSpPr>
          <p:cNvPr id="3" name="Textplatzhalter 19">
            <a:extLst>
              <a:ext uri="{FF2B5EF4-FFF2-40B4-BE49-F238E27FC236}">
                <a16:creationId xmlns:a16="http://schemas.microsoft.com/office/drawing/2014/main" id="{29F52C55-3259-0C33-FD07-5925E2121A6E}"/>
              </a:ext>
            </a:extLst>
          </p:cNvPr>
          <p:cNvSpPr>
            <a:spLocks noGrp="1"/>
          </p:cNvSpPr>
          <p:nvPr>
            <p:ph type="body" sz="quarter" idx="20" hasCustomPrompt="1"/>
          </p:nvPr>
        </p:nvSpPr>
        <p:spPr bwMode="gray">
          <a:xfrm>
            <a:off x="1326520" y="4463802"/>
            <a:ext cx="2511148" cy="199671"/>
          </a:xfrm>
        </p:spPr>
        <p:txBody>
          <a:bodyPr/>
          <a:lstStyle>
            <a:lvl1pPr marL="0" indent="0" algn="ctr">
              <a:buNone/>
              <a:defRPr sz="1600">
                <a:solidFill>
                  <a:schemeClr val="tx1"/>
                </a:solidFill>
              </a:defRPr>
            </a:lvl1pPr>
          </a:lstStyle>
          <a:p>
            <a:pPr lvl="0"/>
            <a:r>
              <a:rPr lang="de-DE"/>
              <a:t>Position</a:t>
            </a:r>
          </a:p>
        </p:txBody>
      </p:sp>
      <p:sp>
        <p:nvSpPr>
          <p:cNvPr id="4" name="Textplatzhalter 19">
            <a:extLst>
              <a:ext uri="{FF2B5EF4-FFF2-40B4-BE49-F238E27FC236}">
                <a16:creationId xmlns:a16="http://schemas.microsoft.com/office/drawing/2014/main" id="{EF08589A-2633-C015-C938-602F2A2EDE44}"/>
              </a:ext>
            </a:extLst>
          </p:cNvPr>
          <p:cNvSpPr>
            <a:spLocks noGrp="1"/>
          </p:cNvSpPr>
          <p:nvPr>
            <p:ph type="body" sz="quarter" idx="24" hasCustomPrompt="1"/>
          </p:nvPr>
        </p:nvSpPr>
        <p:spPr bwMode="gray">
          <a:xfrm>
            <a:off x="1326520" y="4686846"/>
            <a:ext cx="2511148" cy="199671"/>
          </a:xfrm>
        </p:spPr>
        <p:txBody>
          <a:bodyPr/>
          <a:lstStyle>
            <a:lvl1pPr marL="0" indent="0" algn="ctr">
              <a:buNone/>
              <a:defRPr sz="1600">
                <a:solidFill>
                  <a:schemeClr val="tx1"/>
                </a:solidFill>
              </a:defRPr>
            </a:lvl1pPr>
          </a:lstStyle>
          <a:p>
            <a:pPr lvl="0"/>
            <a:r>
              <a:rPr lang="de-DE" err="1"/>
              <a:t>Section</a:t>
            </a:r>
            <a:endParaRPr lang="de-DE"/>
          </a:p>
        </p:txBody>
      </p:sp>
      <p:sp>
        <p:nvSpPr>
          <p:cNvPr id="5" name="Textplatzhalter 19">
            <a:extLst>
              <a:ext uri="{FF2B5EF4-FFF2-40B4-BE49-F238E27FC236}">
                <a16:creationId xmlns:a16="http://schemas.microsoft.com/office/drawing/2014/main" id="{A193C798-666B-CFA8-4FEB-36FCAF36D180}"/>
              </a:ext>
            </a:extLst>
          </p:cNvPr>
          <p:cNvSpPr>
            <a:spLocks noGrp="1"/>
          </p:cNvSpPr>
          <p:nvPr>
            <p:ph type="body" sz="quarter" idx="25" hasCustomPrompt="1"/>
          </p:nvPr>
        </p:nvSpPr>
        <p:spPr bwMode="gray">
          <a:xfrm>
            <a:off x="1326520"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7" name="Textplatzhalter 19">
            <a:extLst>
              <a:ext uri="{FF2B5EF4-FFF2-40B4-BE49-F238E27FC236}">
                <a16:creationId xmlns:a16="http://schemas.microsoft.com/office/drawing/2014/main" id="{44625A74-83E8-F51F-EFBE-AEDB3BF8954A}"/>
              </a:ext>
            </a:extLst>
          </p:cNvPr>
          <p:cNvSpPr>
            <a:spLocks noGrp="1"/>
          </p:cNvSpPr>
          <p:nvPr>
            <p:ph type="body" sz="quarter" idx="26" hasCustomPrompt="1"/>
          </p:nvPr>
        </p:nvSpPr>
        <p:spPr bwMode="gray">
          <a:xfrm>
            <a:off x="1326520" y="5401450"/>
            <a:ext cx="2511148" cy="145909"/>
          </a:xfrm>
        </p:spPr>
        <p:txBody>
          <a:bodyPr/>
          <a:lstStyle>
            <a:lvl1pPr marL="0" indent="0" algn="ctr">
              <a:buNone/>
              <a:defRPr sz="1200">
                <a:solidFill>
                  <a:schemeClr val="tx1"/>
                </a:solidFill>
              </a:defRPr>
            </a:lvl1pPr>
          </a:lstStyle>
          <a:p>
            <a:pPr lvl="0"/>
            <a:r>
              <a:rPr lang="de-DE"/>
              <a:t>Web</a:t>
            </a:r>
          </a:p>
        </p:txBody>
      </p:sp>
      <p:sp>
        <p:nvSpPr>
          <p:cNvPr id="8" name="Textplatzhalter 19">
            <a:extLst>
              <a:ext uri="{FF2B5EF4-FFF2-40B4-BE49-F238E27FC236}">
                <a16:creationId xmlns:a16="http://schemas.microsoft.com/office/drawing/2014/main" id="{8EED522A-F794-7918-BA3A-79CC0B173978}"/>
              </a:ext>
            </a:extLst>
          </p:cNvPr>
          <p:cNvSpPr>
            <a:spLocks noGrp="1"/>
          </p:cNvSpPr>
          <p:nvPr>
            <p:ph type="body" sz="quarter" idx="27" hasCustomPrompt="1"/>
          </p:nvPr>
        </p:nvSpPr>
        <p:spPr bwMode="gray">
          <a:xfrm>
            <a:off x="1326520" y="5566551"/>
            <a:ext cx="2511148" cy="145909"/>
          </a:xfrm>
        </p:spPr>
        <p:txBody>
          <a:bodyPr/>
          <a:lstStyle>
            <a:lvl1pPr marL="0" indent="0" algn="ctr">
              <a:buNone/>
              <a:defRPr sz="1200">
                <a:solidFill>
                  <a:schemeClr val="tx1"/>
                </a:solidFill>
              </a:defRPr>
            </a:lvl1pPr>
          </a:lstStyle>
          <a:p>
            <a:pPr lvl="0"/>
            <a:r>
              <a:rPr lang="de-DE"/>
              <a:t>E-Mail</a:t>
            </a:r>
          </a:p>
        </p:txBody>
      </p:sp>
      <p:sp>
        <p:nvSpPr>
          <p:cNvPr id="9" name="Textplatzhalter 19">
            <a:extLst>
              <a:ext uri="{FF2B5EF4-FFF2-40B4-BE49-F238E27FC236}">
                <a16:creationId xmlns:a16="http://schemas.microsoft.com/office/drawing/2014/main" id="{1D2D5F28-B111-86F6-4619-F5613632036E}"/>
              </a:ext>
            </a:extLst>
          </p:cNvPr>
          <p:cNvSpPr>
            <a:spLocks noGrp="1"/>
          </p:cNvSpPr>
          <p:nvPr>
            <p:ph type="body" sz="quarter" idx="28" hasCustomPrompt="1"/>
          </p:nvPr>
        </p:nvSpPr>
        <p:spPr bwMode="gray">
          <a:xfrm>
            <a:off x="1326520" y="5731651"/>
            <a:ext cx="2511148" cy="145909"/>
          </a:xfrm>
        </p:spPr>
        <p:txBody>
          <a:bodyPr/>
          <a:lstStyle>
            <a:lvl1pPr marL="0" indent="0" algn="ctr">
              <a:buNone/>
              <a:defRPr sz="1200">
                <a:solidFill>
                  <a:schemeClr val="tx1"/>
                </a:solidFill>
              </a:defRPr>
            </a:lvl1pPr>
          </a:lstStyle>
          <a:p>
            <a:pPr lvl="0"/>
            <a:r>
              <a:rPr lang="de-DE"/>
              <a:t>Phone</a:t>
            </a:r>
          </a:p>
        </p:txBody>
      </p:sp>
      <p:sp>
        <p:nvSpPr>
          <p:cNvPr id="12" name="Bild">
            <a:extLst>
              <a:ext uri="{FF2B5EF4-FFF2-40B4-BE49-F238E27FC236}">
                <a16:creationId xmlns:a16="http://schemas.microsoft.com/office/drawing/2014/main" id="{EEC25022-BC45-C31C-C72F-200DE9FA1720}"/>
              </a:ext>
            </a:extLst>
          </p:cNvPr>
          <p:cNvSpPr>
            <a:spLocks noGrp="1"/>
          </p:cNvSpPr>
          <p:nvPr>
            <p:ph type="pic" sz="quarter" idx="29"/>
          </p:nvPr>
        </p:nvSpPr>
        <p:spPr bwMode="gray">
          <a:xfrm>
            <a:off x="5016397"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de-DE" noProof="0"/>
              <a:t>Bild</a:t>
            </a:r>
          </a:p>
        </p:txBody>
      </p:sp>
      <p:sp>
        <p:nvSpPr>
          <p:cNvPr id="13" name="Bild">
            <a:extLst>
              <a:ext uri="{FF2B5EF4-FFF2-40B4-BE49-F238E27FC236}">
                <a16:creationId xmlns:a16="http://schemas.microsoft.com/office/drawing/2014/main" id="{4836C760-778A-4F6D-EBEB-546A906E5CFA}"/>
              </a:ext>
            </a:extLst>
          </p:cNvPr>
          <p:cNvSpPr>
            <a:spLocks noGrp="1"/>
          </p:cNvSpPr>
          <p:nvPr>
            <p:ph type="pic" sz="quarter" idx="37"/>
          </p:nvPr>
        </p:nvSpPr>
        <p:spPr bwMode="gray">
          <a:xfrm>
            <a:off x="8529896"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de-DE" noProof="0"/>
              <a:t>Bild</a:t>
            </a:r>
          </a:p>
        </p:txBody>
      </p:sp>
      <p:sp>
        <p:nvSpPr>
          <p:cNvPr id="14" name="Textplatzhalter 19">
            <a:extLst>
              <a:ext uri="{FF2B5EF4-FFF2-40B4-BE49-F238E27FC236}">
                <a16:creationId xmlns:a16="http://schemas.microsoft.com/office/drawing/2014/main" id="{8676FDBA-6C0B-DF48-EC66-3F9242DE74B9}"/>
              </a:ext>
            </a:extLst>
          </p:cNvPr>
          <p:cNvSpPr>
            <a:spLocks noGrp="1"/>
          </p:cNvSpPr>
          <p:nvPr>
            <p:ph type="body" sz="quarter" idx="44" hasCustomPrompt="1"/>
          </p:nvPr>
        </p:nvSpPr>
        <p:spPr bwMode="gray">
          <a:xfrm>
            <a:off x="4840019" y="4463802"/>
            <a:ext cx="2511148" cy="199671"/>
          </a:xfrm>
        </p:spPr>
        <p:txBody>
          <a:bodyPr/>
          <a:lstStyle>
            <a:lvl1pPr marL="0" indent="0" algn="ctr">
              <a:buNone/>
              <a:defRPr sz="1600">
                <a:solidFill>
                  <a:schemeClr val="tx1"/>
                </a:solidFill>
              </a:defRPr>
            </a:lvl1pPr>
          </a:lstStyle>
          <a:p>
            <a:pPr lvl="0"/>
            <a:r>
              <a:rPr lang="de-DE"/>
              <a:t>Position</a:t>
            </a:r>
          </a:p>
        </p:txBody>
      </p:sp>
      <p:sp>
        <p:nvSpPr>
          <p:cNvPr id="15" name="Textplatzhalter 19">
            <a:extLst>
              <a:ext uri="{FF2B5EF4-FFF2-40B4-BE49-F238E27FC236}">
                <a16:creationId xmlns:a16="http://schemas.microsoft.com/office/drawing/2014/main" id="{A3556B82-6BB4-F3B0-E5B6-47EBF82E1536}"/>
              </a:ext>
            </a:extLst>
          </p:cNvPr>
          <p:cNvSpPr>
            <a:spLocks noGrp="1"/>
          </p:cNvSpPr>
          <p:nvPr>
            <p:ph type="body" sz="quarter" idx="45" hasCustomPrompt="1"/>
          </p:nvPr>
        </p:nvSpPr>
        <p:spPr bwMode="gray">
          <a:xfrm>
            <a:off x="4840019" y="4686846"/>
            <a:ext cx="2511148" cy="199671"/>
          </a:xfrm>
        </p:spPr>
        <p:txBody>
          <a:bodyPr/>
          <a:lstStyle>
            <a:lvl1pPr marL="0" indent="0" algn="ctr">
              <a:buNone/>
              <a:defRPr sz="1600">
                <a:solidFill>
                  <a:schemeClr val="tx1"/>
                </a:solidFill>
              </a:defRPr>
            </a:lvl1pPr>
          </a:lstStyle>
          <a:p>
            <a:pPr lvl="0"/>
            <a:r>
              <a:rPr lang="de-DE" err="1"/>
              <a:t>Section</a:t>
            </a:r>
            <a:endParaRPr lang="de-DE"/>
          </a:p>
        </p:txBody>
      </p:sp>
      <p:sp>
        <p:nvSpPr>
          <p:cNvPr id="16" name="Textplatzhalter 19">
            <a:extLst>
              <a:ext uri="{FF2B5EF4-FFF2-40B4-BE49-F238E27FC236}">
                <a16:creationId xmlns:a16="http://schemas.microsoft.com/office/drawing/2014/main" id="{2F0C6954-5EF5-0769-11D8-E5623CDC684A}"/>
              </a:ext>
            </a:extLst>
          </p:cNvPr>
          <p:cNvSpPr>
            <a:spLocks noGrp="1"/>
          </p:cNvSpPr>
          <p:nvPr>
            <p:ph type="body" sz="quarter" idx="46" hasCustomPrompt="1"/>
          </p:nvPr>
        </p:nvSpPr>
        <p:spPr bwMode="gray">
          <a:xfrm>
            <a:off x="4840019"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17" name="Textplatzhalter 19">
            <a:extLst>
              <a:ext uri="{FF2B5EF4-FFF2-40B4-BE49-F238E27FC236}">
                <a16:creationId xmlns:a16="http://schemas.microsoft.com/office/drawing/2014/main" id="{0A7C0463-46E8-836A-425E-520EE1E615DD}"/>
              </a:ext>
            </a:extLst>
          </p:cNvPr>
          <p:cNvSpPr>
            <a:spLocks noGrp="1"/>
          </p:cNvSpPr>
          <p:nvPr>
            <p:ph type="body" sz="quarter" idx="47" hasCustomPrompt="1"/>
          </p:nvPr>
        </p:nvSpPr>
        <p:spPr bwMode="gray">
          <a:xfrm>
            <a:off x="4840019" y="5401450"/>
            <a:ext cx="2511148" cy="145909"/>
          </a:xfrm>
        </p:spPr>
        <p:txBody>
          <a:bodyPr/>
          <a:lstStyle>
            <a:lvl1pPr marL="0" indent="0" algn="ctr">
              <a:buNone/>
              <a:defRPr sz="1200">
                <a:solidFill>
                  <a:schemeClr val="tx1"/>
                </a:solidFill>
              </a:defRPr>
            </a:lvl1pPr>
          </a:lstStyle>
          <a:p>
            <a:pPr lvl="0"/>
            <a:r>
              <a:rPr lang="de-DE"/>
              <a:t>Web</a:t>
            </a:r>
          </a:p>
        </p:txBody>
      </p:sp>
      <p:sp>
        <p:nvSpPr>
          <p:cNvPr id="18" name="Textplatzhalter 19">
            <a:extLst>
              <a:ext uri="{FF2B5EF4-FFF2-40B4-BE49-F238E27FC236}">
                <a16:creationId xmlns:a16="http://schemas.microsoft.com/office/drawing/2014/main" id="{C80B01A0-93F7-8C78-C116-4B30F7A3B943}"/>
              </a:ext>
            </a:extLst>
          </p:cNvPr>
          <p:cNvSpPr>
            <a:spLocks noGrp="1"/>
          </p:cNvSpPr>
          <p:nvPr>
            <p:ph type="body" sz="quarter" idx="48" hasCustomPrompt="1"/>
          </p:nvPr>
        </p:nvSpPr>
        <p:spPr bwMode="gray">
          <a:xfrm>
            <a:off x="4840019" y="5566551"/>
            <a:ext cx="2511148" cy="145909"/>
          </a:xfrm>
        </p:spPr>
        <p:txBody>
          <a:bodyPr/>
          <a:lstStyle>
            <a:lvl1pPr marL="0" indent="0" algn="ctr">
              <a:buNone/>
              <a:defRPr sz="1200">
                <a:solidFill>
                  <a:schemeClr val="tx1"/>
                </a:solidFill>
              </a:defRPr>
            </a:lvl1pPr>
          </a:lstStyle>
          <a:p>
            <a:pPr lvl="0"/>
            <a:r>
              <a:rPr lang="de-DE"/>
              <a:t>E-Mail</a:t>
            </a:r>
          </a:p>
        </p:txBody>
      </p:sp>
      <p:sp>
        <p:nvSpPr>
          <p:cNvPr id="19" name="Textplatzhalter 19">
            <a:extLst>
              <a:ext uri="{FF2B5EF4-FFF2-40B4-BE49-F238E27FC236}">
                <a16:creationId xmlns:a16="http://schemas.microsoft.com/office/drawing/2014/main" id="{4B9D98AF-1F3D-E6FE-682D-C08B6C85CD01}"/>
              </a:ext>
            </a:extLst>
          </p:cNvPr>
          <p:cNvSpPr>
            <a:spLocks noGrp="1"/>
          </p:cNvSpPr>
          <p:nvPr>
            <p:ph type="body" sz="quarter" idx="49" hasCustomPrompt="1"/>
          </p:nvPr>
        </p:nvSpPr>
        <p:spPr bwMode="gray">
          <a:xfrm>
            <a:off x="4840019" y="5731651"/>
            <a:ext cx="2511148" cy="145909"/>
          </a:xfrm>
        </p:spPr>
        <p:txBody>
          <a:bodyPr/>
          <a:lstStyle>
            <a:lvl1pPr marL="0" indent="0" algn="ctr">
              <a:buNone/>
              <a:defRPr sz="1200">
                <a:solidFill>
                  <a:schemeClr val="tx1"/>
                </a:solidFill>
              </a:defRPr>
            </a:lvl1pPr>
          </a:lstStyle>
          <a:p>
            <a:pPr lvl="0"/>
            <a:r>
              <a:rPr lang="de-DE"/>
              <a:t>Phone</a:t>
            </a:r>
          </a:p>
        </p:txBody>
      </p:sp>
      <p:sp>
        <p:nvSpPr>
          <p:cNvPr id="20" name="Textplatzhalter 19">
            <a:extLst>
              <a:ext uri="{FF2B5EF4-FFF2-40B4-BE49-F238E27FC236}">
                <a16:creationId xmlns:a16="http://schemas.microsoft.com/office/drawing/2014/main" id="{5266AE98-2AD7-78F9-F979-0AC39C63E0B5}"/>
              </a:ext>
            </a:extLst>
          </p:cNvPr>
          <p:cNvSpPr>
            <a:spLocks noGrp="1"/>
          </p:cNvSpPr>
          <p:nvPr>
            <p:ph type="body" sz="quarter" idx="50" hasCustomPrompt="1"/>
          </p:nvPr>
        </p:nvSpPr>
        <p:spPr bwMode="gray">
          <a:xfrm>
            <a:off x="8353518" y="4463802"/>
            <a:ext cx="2511148" cy="199671"/>
          </a:xfrm>
        </p:spPr>
        <p:txBody>
          <a:bodyPr/>
          <a:lstStyle>
            <a:lvl1pPr marL="0" indent="0" algn="ctr">
              <a:buNone/>
              <a:defRPr sz="1600">
                <a:solidFill>
                  <a:schemeClr val="tx1"/>
                </a:solidFill>
              </a:defRPr>
            </a:lvl1pPr>
          </a:lstStyle>
          <a:p>
            <a:pPr lvl="0"/>
            <a:r>
              <a:rPr lang="de-DE"/>
              <a:t>Position</a:t>
            </a:r>
          </a:p>
        </p:txBody>
      </p:sp>
      <p:sp>
        <p:nvSpPr>
          <p:cNvPr id="21" name="Textplatzhalter 19">
            <a:extLst>
              <a:ext uri="{FF2B5EF4-FFF2-40B4-BE49-F238E27FC236}">
                <a16:creationId xmlns:a16="http://schemas.microsoft.com/office/drawing/2014/main" id="{103720EB-D9B6-49AD-DF01-D193E5155934}"/>
              </a:ext>
            </a:extLst>
          </p:cNvPr>
          <p:cNvSpPr>
            <a:spLocks noGrp="1"/>
          </p:cNvSpPr>
          <p:nvPr>
            <p:ph type="body" sz="quarter" idx="51" hasCustomPrompt="1"/>
          </p:nvPr>
        </p:nvSpPr>
        <p:spPr bwMode="gray">
          <a:xfrm>
            <a:off x="8353518" y="4686846"/>
            <a:ext cx="2511148" cy="199671"/>
          </a:xfrm>
        </p:spPr>
        <p:txBody>
          <a:bodyPr/>
          <a:lstStyle>
            <a:lvl1pPr marL="0" indent="0" algn="ctr">
              <a:buNone/>
              <a:defRPr sz="1600">
                <a:solidFill>
                  <a:schemeClr val="tx1"/>
                </a:solidFill>
              </a:defRPr>
            </a:lvl1pPr>
          </a:lstStyle>
          <a:p>
            <a:pPr lvl="0"/>
            <a:r>
              <a:rPr lang="de-DE" err="1"/>
              <a:t>Section</a:t>
            </a:r>
            <a:endParaRPr lang="de-DE"/>
          </a:p>
        </p:txBody>
      </p:sp>
      <p:sp>
        <p:nvSpPr>
          <p:cNvPr id="22" name="Textplatzhalter 19">
            <a:extLst>
              <a:ext uri="{FF2B5EF4-FFF2-40B4-BE49-F238E27FC236}">
                <a16:creationId xmlns:a16="http://schemas.microsoft.com/office/drawing/2014/main" id="{14B46577-2EBD-2125-A9B1-28F7ACDD530D}"/>
              </a:ext>
            </a:extLst>
          </p:cNvPr>
          <p:cNvSpPr>
            <a:spLocks noGrp="1"/>
          </p:cNvSpPr>
          <p:nvPr>
            <p:ph type="body" sz="quarter" idx="52" hasCustomPrompt="1"/>
          </p:nvPr>
        </p:nvSpPr>
        <p:spPr bwMode="gray">
          <a:xfrm>
            <a:off x="8353518"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23" name="Textplatzhalter 19">
            <a:extLst>
              <a:ext uri="{FF2B5EF4-FFF2-40B4-BE49-F238E27FC236}">
                <a16:creationId xmlns:a16="http://schemas.microsoft.com/office/drawing/2014/main" id="{E561053D-76BE-23F3-9423-B6FE0032BED6}"/>
              </a:ext>
            </a:extLst>
          </p:cNvPr>
          <p:cNvSpPr>
            <a:spLocks noGrp="1"/>
          </p:cNvSpPr>
          <p:nvPr>
            <p:ph type="body" sz="quarter" idx="53" hasCustomPrompt="1"/>
          </p:nvPr>
        </p:nvSpPr>
        <p:spPr bwMode="gray">
          <a:xfrm>
            <a:off x="8353518" y="5401450"/>
            <a:ext cx="2511148" cy="145909"/>
          </a:xfrm>
        </p:spPr>
        <p:txBody>
          <a:bodyPr/>
          <a:lstStyle>
            <a:lvl1pPr marL="0" indent="0" algn="ctr">
              <a:buNone/>
              <a:defRPr sz="1200">
                <a:solidFill>
                  <a:schemeClr val="tx1"/>
                </a:solidFill>
              </a:defRPr>
            </a:lvl1pPr>
          </a:lstStyle>
          <a:p>
            <a:pPr lvl="0"/>
            <a:r>
              <a:rPr lang="de-DE"/>
              <a:t>Web</a:t>
            </a:r>
          </a:p>
        </p:txBody>
      </p:sp>
      <p:sp>
        <p:nvSpPr>
          <p:cNvPr id="24" name="Textplatzhalter 19">
            <a:extLst>
              <a:ext uri="{FF2B5EF4-FFF2-40B4-BE49-F238E27FC236}">
                <a16:creationId xmlns:a16="http://schemas.microsoft.com/office/drawing/2014/main" id="{5EF6677A-F4D2-D988-1B88-65B4A67BFD67}"/>
              </a:ext>
            </a:extLst>
          </p:cNvPr>
          <p:cNvSpPr>
            <a:spLocks noGrp="1"/>
          </p:cNvSpPr>
          <p:nvPr>
            <p:ph type="body" sz="quarter" idx="54" hasCustomPrompt="1"/>
          </p:nvPr>
        </p:nvSpPr>
        <p:spPr bwMode="gray">
          <a:xfrm>
            <a:off x="8353518" y="5566551"/>
            <a:ext cx="2511148" cy="145909"/>
          </a:xfrm>
        </p:spPr>
        <p:txBody>
          <a:bodyPr/>
          <a:lstStyle>
            <a:lvl1pPr marL="0" indent="0" algn="ctr">
              <a:buNone/>
              <a:defRPr sz="1200">
                <a:solidFill>
                  <a:schemeClr val="tx1"/>
                </a:solidFill>
              </a:defRPr>
            </a:lvl1pPr>
          </a:lstStyle>
          <a:p>
            <a:pPr lvl="0"/>
            <a:r>
              <a:rPr lang="de-DE"/>
              <a:t>E-Mail</a:t>
            </a:r>
          </a:p>
        </p:txBody>
      </p:sp>
      <p:sp>
        <p:nvSpPr>
          <p:cNvPr id="25" name="Textplatzhalter 19">
            <a:extLst>
              <a:ext uri="{FF2B5EF4-FFF2-40B4-BE49-F238E27FC236}">
                <a16:creationId xmlns:a16="http://schemas.microsoft.com/office/drawing/2014/main" id="{DE42BCAA-0097-FC55-9E39-E2DA01AB8211}"/>
              </a:ext>
            </a:extLst>
          </p:cNvPr>
          <p:cNvSpPr>
            <a:spLocks noGrp="1"/>
          </p:cNvSpPr>
          <p:nvPr>
            <p:ph type="body" sz="quarter" idx="55" hasCustomPrompt="1"/>
          </p:nvPr>
        </p:nvSpPr>
        <p:spPr bwMode="gray">
          <a:xfrm>
            <a:off x="8353518" y="5731651"/>
            <a:ext cx="2511148" cy="145909"/>
          </a:xfrm>
        </p:spPr>
        <p:txBody>
          <a:bodyPr/>
          <a:lstStyle>
            <a:lvl1pPr marL="0" indent="0" algn="ctr">
              <a:buNone/>
              <a:defRPr sz="1200">
                <a:solidFill>
                  <a:schemeClr val="tx1"/>
                </a:solidFill>
              </a:defRPr>
            </a:lvl1pPr>
          </a:lstStyle>
          <a:p>
            <a:pPr lvl="0"/>
            <a:r>
              <a:rPr lang="de-DE"/>
              <a:t>Phone</a:t>
            </a:r>
          </a:p>
        </p:txBody>
      </p:sp>
      <p:cxnSp>
        <p:nvCxnSpPr>
          <p:cNvPr id="26" name="Gerader Verbinder 25">
            <a:extLst>
              <a:ext uri="{FF2B5EF4-FFF2-40B4-BE49-F238E27FC236}">
                <a16:creationId xmlns:a16="http://schemas.microsoft.com/office/drawing/2014/main" id="{26DE7A2C-5491-28D9-D730-45BA7DE21B09}"/>
              </a:ext>
            </a:extLst>
          </p:cNvPr>
          <p:cNvCxnSpPr>
            <a:cxnSpLocks/>
          </p:cNvCxnSpPr>
          <p:nvPr userDrawn="1"/>
        </p:nvCxnSpPr>
        <p:spPr bwMode="gray">
          <a:xfrm flipH="1">
            <a:off x="9343662"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35816C62-917C-832A-5714-28DA0ACBF116}"/>
              </a:ext>
            </a:extLst>
          </p:cNvPr>
          <p:cNvCxnSpPr>
            <a:cxnSpLocks/>
          </p:cNvCxnSpPr>
          <p:nvPr userDrawn="1"/>
        </p:nvCxnSpPr>
        <p:spPr bwMode="gray">
          <a:xfrm flipH="1">
            <a:off x="5830163"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B7EF6E77-3587-D7D8-89F9-A87572A52709}"/>
              </a:ext>
            </a:extLst>
          </p:cNvPr>
          <p:cNvCxnSpPr>
            <a:cxnSpLocks/>
          </p:cNvCxnSpPr>
          <p:nvPr userDrawn="1"/>
        </p:nvCxnSpPr>
        <p:spPr bwMode="gray">
          <a:xfrm flipH="1">
            <a:off x="2316664"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9" name="NTT DATA Global Logo">
            <a:extLst>
              <a:ext uri="{FF2B5EF4-FFF2-40B4-BE49-F238E27FC236}">
                <a16:creationId xmlns:a16="http://schemas.microsoft.com/office/drawing/2014/main" id="{FF8A76E8-E49A-7BC0-5330-B859C35CD83F}"/>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262130931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_Contact_4">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DD69F77D-B589-4F3A-9274-29083AE57FBD}" type="datetimeyyyy">
              <a:rPr lang="en-US" smtClean="0"/>
              <a:pPr/>
              <a:t>2026</a:t>
            </a:fld>
            <a:r>
              <a:rPr lang="en-US"/>
              <a:t> NTT DATA Business Solutions</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2" name="Bild">
            <a:extLst>
              <a:ext uri="{FF2B5EF4-FFF2-40B4-BE49-F238E27FC236}">
                <a16:creationId xmlns:a16="http://schemas.microsoft.com/office/drawing/2014/main" id="{16F42730-80E4-1B1B-17CC-09DD2547C8D4}"/>
              </a:ext>
            </a:extLst>
          </p:cNvPr>
          <p:cNvSpPr>
            <a:spLocks noGrp="1"/>
          </p:cNvSpPr>
          <p:nvPr>
            <p:ph type="pic" sz="quarter" idx="18"/>
          </p:nvPr>
        </p:nvSpPr>
        <p:spPr bwMode="gray">
          <a:xfrm>
            <a:off x="849755"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de-DE" noProof="0"/>
              <a:t>Bild</a:t>
            </a:r>
          </a:p>
        </p:txBody>
      </p:sp>
      <p:sp>
        <p:nvSpPr>
          <p:cNvPr id="3" name="Textplatzhalter 19">
            <a:extLst>
              <a:ext uri="{FF2B5EF4-FFF2-40B4-BE49-F238E27FC236}">
                <a16:creationId xmlns:a16="http://schemas.microsoft.com/office/drawing/2014/main" id="{A939BA7A-C2B6-B9E0-A193-6357236B0D80}"/>
              </a:ext>
            </a:extLst>
          </p:cNvPr>
          <p:cNvSpPr>
            <a:spLocks noGrp="1"/>
          </p:cNvSpPr>
          <p:nvPr>
            <p:ph type="body" sz="quarter" idx="20" hasCustomPrompt="1"/>
          </p:nvPr>
        </p:nvSpPr>
        <p:spPr bwMode="gray">
          <a:xfrm>
            <a:off x="673377" y="4463802"/>
            <a:ext cx="2511148" cy="199671"/>
          </a:xfrm>
        </p:spPr>
        <p:txBody>
          <a:bodyPr/>
          <a:lstStyle>
            <a:lvl1pPr marL="0" indent="0" algn="ctr">
              <a:buNone/>
              <a:defRPr sz="1600">
                <a:solidFill>
                  <a:schemeClr val="tx1"/>
                </a:solidFill>
              </a:defRPr>
            </a:lvl1pPr>
          </a:lstStyle>
          <a:p>
            <a:pPr lvl="0"/>
            <a:r>
              <a:rPr lang="de-DE"/>
              <a:t>Position</a:t>
            </a:r>
          </a:p>
        </p:txBody>
      </p:sp>
      <p:sp>
        <p:nvSpPr>
          <p:cNvPr id="4" name="Textplatzhalter 19">
            <a:extLst>
              <a:ext uri="{FF2B5EF4-FFF2-40B4-BE49-F238E27FC236}">
                <a16:creationId xmlns:a16="http://schemas.microsoft.com/office/drawing/2014/main" id="{872571A5-732F-3D9E-6B4D-53CD31A3E045}"/>
              </a:ext>
            </a:extLst>
          </p:cNvPr>
          <p:cNvSpPr>
            <a:spLocks noGrp="1"/>
          </p:cNvSpPr>
          <p:nvPr>
            <p:ph type="body" sz="quarter" idx="24" hasCustomPrompt="1"/>
          </p:nvPr>
        </p:nvSpPr>
        <p:spPr bwMode="gray">
          <a:xfrm>
            <a:off x="673377" y="4686846"/>
            <a:ext cx="2511148" cy="199671"/>
          </a:xfrm>
        </p:spPr>
        <p:txBody>
          <a:bodyPr/>
          <a:lstStyle>
            <a:lvl1pPr marL="0" indent="0" algn="ctr">
              <a:buNone/>
              <a:defRPr sz="1600">
                <a:solidFill>
                  <a:schemeClr val="tx1"/>
                </a:solidFill>
              </a:defRPr>
            </a:lvl1pPr>
          </a:lstStyle>
          <a:p>
            <a:pPr lvl="0"/>
            <a:r>
              <a:rPr lang="de-DE" err="1"/>
              <a:t>Section</a:t>
            </a:r>
            <a:endParaRPr lang="de-DE"/>
          </a:p>
        </p:txBody>
      </p:sp>
      <p:sp>
        <p:nvSpPr>
          <p:cNvPr id="5" name="Textplatzhalter 19">
            <a:extLst>
              <a:ext uri="{FF2B5EF4-FFF2-40B4-BE49-F238E27FC236}">
                <a16:creationId xmlns:a16="http://schemas.microsoft.com/office/drawing/2014/main" id="{6788012F-3E41-D655-3CE5-5DFD616E5D86}"/>
              </a:ext>
            </a:extLst>
          </p:cNvPr>
          <p:cNvSpPr>
            <a:spLocks noGrp="1"/>
          </p:cNvSpPr>
          <p:nvPr>
            <p:ph type="body" sz="quarter" idx="25" hasCustomPrompt="1"/>
          </p:nvPr>
        </p:nvSpPr>
        <p:spPr bwMode="gray">
          <a:xfrm>
            <a:off x="673377"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7" name="Textplatzhalter 19">
            <a:extLst>
              <a:ext uri="{FF2B5EF4-FFF2-40B4-BE49-F238E27FC236}">
                <a16:creationId xmlns:a16="http://schemas.microsoft.com/office/drawing/2014/main" id="{58F5FD8B-4ED7-0B49-D043-DA4AB5508D46}"/>
              </a:ext>
            </a:extLst>
          </p:cNvPr>
          <p:cNvSpPr>
            <a:spLocks noGrp="1"/>
          </p:cNvSpPr>
          <p:nvPr>
            <p:ph type="body" sz="quarter" idx="26" hasCustomPrompt="1"/>
          </p:nvPr>
        </p:nvSpPr>
        <p:spPr bwMode="gray">
          <a:xfrm>
            <a:off x="673377" y="5401450"/>
            <a:ext cx="2511148" cy="145909"/>
          </a:xfrm>
        </p:spPr>
        <p:txBody>
          <a:bodyPr/>
          <a:lstStyle>
            <a:lvl1pPr marL="0" indent="0" algn="ctr">
              <a:buNone/>
              <a:defRPr sz="1200">
                <a:solidFill>
                  <a:schemeClr val="tx1"/>
                </a:solidFill>
              </a:defRPr>
            </a:lvl1pPr>
          </a:lstStyle>
          <a:p>
            <a:pPr lvl="0"/>
            <a:r>
              <a:rPr lang="de-DE"/>
              <a:t>Web</a:t>
            </a:r>
          </a:p>
        </p:txBody>
      </p:sp>
      <p:sp>
        <p:nvSpPr>
          <p:cNvPr id="8" name="Textplatzhalter 19">
            <a:extLst>
              <a:ext uri="{FF2B5EF4-FFF2-40B4-BE49-F238E27FC236}">
                <a16:creationId xmlns:a16="http://schemas.microsoft.com/office/drawing/2014/main" id="{4BB89FE6-D2B8-921A-6FAE-AC998BE60074}"/>
              </a:ext>
            </a:extLst>
          </p:cNvPr>
          <p:cNvSpPr>
            <a:spLocks noGrp="1"/>
          </p:cNvSpPr>
          <p:nvPr>
            <p:ph type="body" sz="quarter" idx="27" hasCustomPrompt="1"/>
          </p:nvPr>
        </p:nvSpPr>
        <p:spPr bwMode="gray">
          <a:xfrm>
            <a:off x="673377" y="5566551"/>
            <a:ext cx="2511148" cy="145909"/>
          </a:xfrm>
        </p:spPr>
        <p:txBody>
          <a:bodyPr/>
          <a:lstStyle>
            <a:lvl1pPr marL="0" indent="0" algn="ctr">
              <a:buNone/>
              <a:defRPr sz="1200">
                <a:solidFill>
                  <a:schemeClr val="tx1"/>
                </a:solidFill>
              </a:defRPr>
            </a:lvl1pPr>
          </a:lstStyle>
          <a:p>
            <a:pPr lvl="0"/>
            <a:r>
              <a:rPr lang="de-DE"/>
              <a:t>E-Mail</a:t>
            </a:r>
          </a:p>
        </p:txBody>
      </p:sp>
      <p:sp>
        <p:nvSpPr>
          <p:cNvPr id="9" name="Textplatzhalter 19">
            <a:extLst>
              <a:ext uri="{FF2B5EF4-FFF2-40B4-BE49-F238E27FC236}">
                <a16:creationId xmlns:a16="http://schemas.microsoft.com/office/drawing/2014/main" id="{61275AD2-D3C0-38A7-9367-2B930FAF654B}"/>
              </a:ext>
            </a:extLst>
          </p:cNvPr>
          <p:cNvSpPr>
            <a:spLocks noGrp="1"/>
          </p:cNvSpPr>
          <p:nvPr>
            <p:ph type="body" sz="quarter" idx="28" hasCustomPrompt="1"/>
          </p:nvPr>
        </p:nvSpPr>
        <p:spPr bwMode="gray">
          <a:xfrm>
            <a:off x="673377" y="5731651"/>
            <a:ext cx="2511148" cy="145909"/>
          </a:xfrm>
        </p:spPr>
        <p:txBody>
          <a:bodyPr/>
          <a:lstStyle>
            <a:lvl1pPr marL="0" indent="0" algn="ctr">
              <a:buNone/>
              <a:defRPr sz="1200">
                <a:solidFill>
                  <a:schemeClr val="tx1"/>
                </a:solidFill>
              </a:defRPr>
            </a:lvl1pPr>
          </a:lstStyle>
          <a:p>
            <a:pPr lvl="0"/>
            <a:r>
              <a:rPr lang="de-DE"/>
              <a:t>Phone</a:t>
            </a:r>
          </a:p>
        </p:txBody>
      </p:sp>
      <p:sp>
        <p:nvSpPr>
          <p:cNvPr id="12" name="Bild">
            <a:extLst>
              <a:ext uri="{FF2B5EF4-FFF2-40B4-BE49-F238E27FC236}">
                <a16:creationId xmlns:a16="http://schemas.microsoft.com/office/drawing/2014/main" id="{20412483-972D-CC27-6764-E5EC7D460650}"/>
              </a:ext>
            </a:extLst>
          </p:cNvPr>
          <p:cNvSpPr>
            <a:spLocks noGrp="1"/>
          </p:cNvSpPr>
          <p:nvPr>
            <p:ph type="pic" sz="quarter" idx="29"/>
          </p:nvPr>
        </p:nvSpPr>
        <p:spPr bwMode="gray">
          <a:xfrm>
            <a:off x="6405279"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de-DE" noProof="0"/>
              <a:t>Bild</a:t>
            </a:r>
          </a:p>
        </p:txBody>
      </p:sp>
      <p:sp>
        <p:nvSpPr>
          <p:cNvPr id="13" name="Bild">
            <a:extLst>
              <a:ext uri="{FF2B5EF4-FFF2-40B4-BE49-F238E27FC236}">
                <a16:creationId xmlns:a16="http://schemas.microsoft.com/office/drawing/2014/main" id="{7A76F2C5-F2BC-1C10-AF54-2E6E56002251}"/>
              </a:ext>
            </a:extLst>
          </p:cNvPr>
          <p:cNvSpPr>
            <a:spLocks noGrp="1"/>
          </p:cNvSpPr>
          <p:nvPr>
            <p:ph type="pic" sz="quarter" idx="36"/>
          </p:nvPr>
        </p:nvSpPr>
        <p:spPr bwMode="gray">
          <a:xfrm>
            <a:off x="3627517" y="1719468"/>
            <a:ext cx="2158392" cy="2158204"/>
          </a:xfrm>
          <a:prstGeom prst="ellipse">
            <a:avLst/>
          </a:prstGeom>
          <a:solidFill>
            <a:schemeClr val="accent6"/>
          </a:solidFill>
        </p:spPr>
        <p:txBody>
          <a:bodyPr lIns="144000" tIns="144000" rIns="144000" bIns="144000"/>
          <a:lstStyle>
            <a:lvl1pPr marL="0" indent="0">
              <a:buNone/>
              <a:defRPr sz="1400"/>
            </a:lvl1pPr>
          </a:lstStyle>
          <a:p>
            <a:r>
              <a:rPr lang="de-DE" noProof="0"/>
              <a:t>Bild</a:t>
            </a:r>
          </a:p>
        </p:txBody>
      </p:sp>
      <p:sp>
        <p:nvSpPr>
          <p:cNvPr id="14" name="Bild">
            <a:extLst>
              <a:ext uri="{FF2B5EF4-FFF2-40B4-BE49-F238E27FC236}">
                <a16:creationId xmlns:a16="http://schemas.microsoft.com/office/drawing/2014/main" id="{31975331-6B09-E7CE-F3DB-8C3FCD3B129C}"/>
              </a:ext>
            </a:extLst>
          </p:cNvPr>
          <p:cNvSpPr>
            <a:spLocks noGrp="1"/>
          </p:cNvSpPr>
          <p:nvPr>
            <p:ph type="pic" sz="quarter" idx="37"/>
          </p:nvPr>
        </p:nvSpPr>
        <p:spPr bwMode="gray">
          <a:xfrm>
            <a:off x="9183040" y="1719468"/>
            <a:ext cx="2158392" cy="2158204"/>
          </a:xfrm>
          <a:prstGeom prst="ellipse">
            <a:avLst/>
          </a:prstGeom>
          <a:solidFill>
            <a:schemeClr val="accent6"/>
          </a:solidFill>
        </p:spPr>
        <p:txBody>
          <a:bodyPr lIns="144000" tIns="144000" rIns="144000" bIns="144000"/>
          <a:lstStyle>
            <a:lvl1pPr marL="0" indent="0">
              <a:buNone/>
              <a:defRPr sz="1100"/>
            </a:lvl1pPr>
          </a:lstStyle>
          <a:p>
            <a:r>
              <a:rPr lang="de-DE" noProof="0"/>
              <a:t>Bild</a:t>
            </a:r>
          </a:p>
        </p:txBody>
      </p:sp>
      <p:sp>
        <p:nvSpPr>
          <p:cNvPr id="15" name="Textplatzhalter 19">
            <a:extLst>
              <a:ext uri="{FF2B5EF4-FFF2-40B4-BE49-F238E27FC236}">
                <a16:creationId xmlns:a16="http://schemas.microsoft.com/office/drawing/2014/main" id="{F3E5FC0E-EF90-B021-52B2-0C1414C429DF}"/>
              </a:ext>
            </a:extLst>
          </p:cNvPr>
          <p:cNvSpPr>
            <a:spLocks noGrp="1"/>
          </p:cNvSpPr>
          <p:nvPr>
            <p:ph type="body" sz="quarter" idx="38" hasCustomPrompt="1"/>
          </p:nvPr>
        </p:nvSpPr>
        <p:spPr bwMode="gray">
          <a:xfrm>
            <a:off x="3451139" y="4463802"/>
            <a:ext cx="2511148" cy="199671"/>
          </a:xfrm>
        </p:spPr>
        <p:txBody>
          <a:bodyPr/>
          <a:lstStyle>
            <a:lvl1pPr marL="0" indent="0" algn="ctr">
              <a:buNone/>
              <a:defRPr sz="1600">
                <a:solidFill>
                  <a:schemeClr val="tx1"/>
                </a:solidFill>
              </a:defRPr>
            </a:lvl1pPr>
          </a:lstStyle>
          <a:p>
            <a:pPr lvl="0"/>
            <a:r>
              <a:rPr lang="de-DE"/>
              <a:t>Position</a:t>
            </a:r>
          </a:p>
        </p:txBody>
      </p:sp>
      <p:sp>
        <p:nvSpPr>
          <p:cNvPr id="16" name="Textplatzhalter 19">
            <a:extLst>
              <a:ext uri="{FF2B5EF4-FFF2-40B4-BE49-F238E27FC236}">
                <a16:creationId xmlns:a16="http://schemas.microsoft.com/office/drawing/2014/main" id="{89AE2A50-7EBD-6DC8-F352-D68DFD88E014}"/>
              </a:ext>
            </a:extLst>
          </p:cNvPr>
          <p:cNvSpPr>
            <a:spLocks noGrp="1"/>
          </p:cNvSpPr>
          <p:nvPr>
            <p:ph type="body" sz="quarter" idx="39" hasCustomPrompt="1"/>
          </p:nvPr>
        </p:nvSpPr>
        <p:spPr bwMode="gray">
          <a:xfrm>
            <a:off x="3451139" y="4686846"/>
            <a:ext cx="2511148" cy="199671"/>
          </a:xfrm>
        </p:spPr>
        <p:txBody>
          <a:bodyPr/>
          <a:lstStyle>
            <a:lvl1pPr marL="0" indent="0" algn="ctr">
              <a:buNone/>
              <a:defRPr sz="1600">
                <a:solidFill>
                  <a:schemeClr val="tx1"/>
                </a:solidFill>
              </a:defRPr>
            </a:lvl1pPr>
          </a:lstStyle>
          <a:p>
            <a:pPr lvl="0"/>
            <a:r>
              <a:rPr lang="de-DE" err="1"/>
              <a:t>Section</a:t>
            </a:r>
            <a:endParaRPr lang="de-DE"/>
          </a:p>
        </p:txBody>
      </p:sp>
      <p:sp>
        <p:nvSpPr>
          <p:cNvPr id="17" name="Textplatzhalter 19">
            <a:extLst>
              <a:ext uri="{FF2B5EF4-FFF2-40B4-BE49-F238E27FC236}">
                <a16:creationId xmlns:a16="http://schemas.microsoft.com/office/drawing/2014/main" id="{C64E8E40-1BCF-E2D4-0C28-A618217D249B}"/>
              </a:ext>
            </a:extLst>
          </p:cNvPr>
          <p:cNvSpPr>
            <a:spLocks noGrp="1"/>
          </p:cNvSpPr>
          <p:nvPr>
            <p:ph type="body" sz="quarter" idx="40" hasCustomPrompt="1"/>
          </p:nvPr>
        </p:nvSpPr>
        <p:spPr bwMode="gray">
          <a:xfrm>
            <a:off x="3451139"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18" name="Textplatzhalter 19">
            <a:extLst>
              <a:ext uri="{FF2B5EF4-FFF2-40B4-BE49-F238E27FC236}">
                <a16:creationId xmlns:a16="http://schemas.microsoft.com/office/drawing/2014/main" id="{2A5D2E15-3913-600B-A8E7-01CD5A6376B1}"/>
              </a:ext>
            </a:extLst>
          </p:cNvPr>
          <p:cNvSpPr>
            <a:spLocks noGrp="1"/>
          </p:cNvSpPr>
          <p:nvPr>
            <p:ph type="body" sz="quarter" idx="41" hasCustomPrompt="1"/>
          </p:nvPr>
        </p:nvSpPr>
        <p:spPr bwMode="gray">
          <a:xfrm>
            <a:off x="3451139" y="5401450"/>
            <a:ext cx="2511148" cy="145909"/>
          </a:xfrm>
        </p:spPr>
        <p:txBody>
          <a:bodyPr/>
          <a:lstStyle>
            <a:lvl1pPr marL="0" indent="0" algn="ctr">
              <a:buNone/>
              <a:defRPr sz="1200">
                <a:solidFill>
                  <a:schemeClr val="tx1"/>
                </a:solidFill>
              </a:defRPr>
            </a:lvl1pPr>
          </a:lstStyle>
          <a:p>
            <a:pPr lvl="0"/>
            <a:r>
              <a:rPr lang="de-DE"/>
              <a:t>Web</a:t>
            </a:r>
          </a:p>
        </p:txBody>
      </p:sp>
      <p:sp>
        <p:nvSpPr>
          <p:cNvPr id="19" name="Textplatzhalter 19">
            <a:extLst>
              <a:ext uri="{FF2B5EF4-FFF2-40B4-BE49-F238E27FC236}">
                <a16:creationId xmlns:a16="http://schemas.microsoft.com/office/drawing/2014/main" id="{161D927A-3270-4618-BD8D-F8F3C7F146AC}"/>
              </a:ext>
            </a:extLst>
          </p:cNvPr>
          <p:cNvSpPr>
            <a:spLocks noGrp="1"/>
          </p:cNvSpPr>
          <p:nvPr>
            <p:ph type="body" sz="quarter" idx="42" hasCustomPrompt="1"/>
          </p:nvPr>
        </p:nvSpPr>
        <p:spPr bwMode="gray">
          <a:xfrm>
            <a:off x="3451139" y="5566551"/>
            <a:ext cx="2511148" cy="145909"/>
          </a:xfrm>
        </p:spPr>
        <p:txBody>
          <a:bodyPr/>
          <a:lstStyle>
            <a:lvl1pPr marL="0" indent="0" algn="ctr">
              <a:buNone/>
              <a:defRPr sz="1200">
                <a:solidFill>
                  <a:schemeClr val="tx1"/>
                </a:solidFill>
              </a:defRPr>
            </a:lvl1pPr>
          </a:lstStyle>
          <a:p>
            <a:pPr lvl="0"/>
            <a:r>
              <a:rPr lang="de-DE"/>
              <a:t>E-Mail</a:t>
            </a:r>
          </a:p>
        </p:txBody>
      </p:sp>
      <p:sp>
        <p:nvSpPr>
          <p:cNvPr id="20" name="Textplatzhalter 19">
            <a:extLst>
              <a:ext uri="{FF2B5EF4-FFF2-40B4-BE49-F238E27FC236}">
                <a16:creationId xmlns:a16="http://schemas.microsoft.com/office/drawing/2014/main" id="{49FD7A3D-D4F1-7AF5-6EAE-90907F3279DB}"/>
              </a:ext>
            </a:extLst>
          </p:cNvPr>
          <p:cNvSpPr>
            <a:spLocks noGrp="1"/>
          </p:cNvSpPr>
          <p:nvPr>
            <p:ph type="body" sz="quarter" idx="43" hasCustomPrompt="1"/>
          </p:nvPr>
        </p:nvSpPr>
        <p:spPr bwMode="gray">
          <a:xfrm>
            <a:off x="3451139" y="5731651"/>
            <a:ext cx="2511148" cy="145909"/>
          </a:xfrm>
        </p:spPr>
        <p:txBody>
          <a:bodyPr/>
          <a:lstStyle>
            <a:lvl1pPr marL="0" indent="0" algn="ctr">
              <a:buNone/>
              <a:defRPr sz="1200">
                <a:solidFill>
                  <a:schemeClr val="tx1"/>
                </a:solidFill>
              </a:defRPr>
            </a:lvl1pPr>
          </a:lstStyle>
          <a:p>
            <a:pPr lvl="0"/>
            <a:r>
              <a:rPr lang="de-DE"/>
              <a:t>Phone</a:t>
            </a:r>
          </a:p>
        </p:txBody>
      </p:sp>
      <p:sp>
        <p:nvSpPr>
          <p:cNvPr id="21" name="Textplatzhalter 19">
            <a:extLst>
              <a:ext uri="{FF2B5EF4-FFF2-40B4-BE49-F238E27FC236}">
                <a16:creationId xmlns:a16="http://schemas.microsoft.com/office/drawing/2014/main" id="{78FA88C9-C022-EA4F-DBB9-329D4DD284AD}"/>
              </a:ext>
            </a:extLst>
          </p:cNvPr>
          <p:cNvSpPr>
            <a:spLocks noGrp="1"/>
          </p:cNvSpPr>
          <p:nvPr>
            <p:ph type="body" sz="quarter" idx="44" hasCustomPrompt="1"/>
          </p:nvPr>
        </p:nvSpPr>
        <p:spPr bwMode="gray">
          <a:xfrm>
            <a:off x="6228901" y="4463802"/>
            <a:ext cx="2511148" cy="199671"/>
          </a:xfrm>
        </p:spPr>
        <p:txBody>
          <a:bodyPr/>
          <a:lstStyle>
            <a:lvl1pPr marL="0" indent="0" algn="ctr">
              <a:buNone/>
              <a:defRPr sz="1600">
                <a:solidFill>
                  <a:schemeClr val="tx1"/>
                </a:solidFill>
              </a:defRPr>
            </a:lvl1pPr>
          </a:lstStyle>
          <a:p>
            <a:pPr lvl="0"/>
            <a:r>
              <a:rPr lang="de-DE"/>
              <a:t>Position</a:t>
            </a:r>
          </a:p>
        </p:txBody>
      </p:sp>
      <p:sp>
        <p:nvSpPr>
          <p:cNvPr id="22" name="Textplatzhalter 19">
            <a:extLst>
              <a:ext uri="{FF2B5EF4-FFF2-40B4-BE49-F238E27FC236}">
                <a16:creationId xmlns:a16="http://schemas.microsoft.com/office/drawing/2014/main" id="{523D24B7-3575-BF51-9C96-A605746B9364}"/>
              </a:ext>
            </a:extLst>
          </p:cNvPr>
          <p:cNvSpPr>
            <a:spLocks noGrp="1"/>
          </p:cNvSpPr>
          <p:nvPr>
            <p:ph type="body" sz="quarter" idx="45" hasCustomPrompt="1"/>
          </p:nvPr>
        </p:nvSpPr>
        <p:spPr bwMode="gray">
          <a:xfrm>
            <a:off x="6228901" y="4686846"/>
            <a:ext cx="2511148" cy="199671"/>
          </a:xfrm>
        </p:spPr>
        <p:txBody>
          <a:bodyPr/>
          <a:lstStyle>
            <a:lvl1pPr marL="0" indent="0" algn="ctr">
              <a:buNone/>
              <a:defRPr sz="1600">
                <a:solidFill>
                  <a:schemeClr val="tx1"/>
                </a:solidFill>
              </a:defRPr>
            </a:lvl1pPr>
          </a:lstStyle>
          <a:p>
            <a:pPr lvl="0"/>
            <a:r>
              <a:rPr lang="de-DE" err="1"/>
              <a:t>Section</a:t>
            </a:r>
            <a:endParaRPr lang="de-DE"/>
          </a:p>
        </p:txBody>
      </p:sp>
      <p:sp>
        <p:nvSpPr>
          <p:cNvPr id="23" name="Textplatzhalter 19">
            <a:extLst>
              <a:ext uri="{FF2B5EF4-FFF2-40B4-BE49-F238E27FC236}">
                <a16:creationId xmlns:a16="http://schemas.microsoft.com/office/drawing/2014/main" id="{D0A4412B-D399-9DC1-1EDD-AB58F5B659EB}"/>
              </a:ext>
            </a:extLst>
          </p:cNvPr>
          <p:cNvSpPr>
            <a:spLocks noGrp="1"/>
          </p:cNvSpPr>
          <p:nvPr>
            <p:ph type="body" sz="quarter" idx="46" hasCustomPrompt="1"/>
          </p:nvPr>
        </p:nvSpPr>
        <p:spPr bwMode="gray">
          <a:xfrm>
            <a:off x="6228901"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24" name="Textplatzhalter 19">
            <a:extLst>
              <a:ext uri="{FF2B5EF4-FFF2-40B4-BE49-F238E27FC236}">
                <a16:creationId xmlns:a16="http://schemas.microsoft.com/office/drawing/2014/main" id="{8A69D7E2-534B-74ED-FE81-DB9ECE211ACB}"/>
              </a:ext>
            </a:extLst>
          </p:cNvPr>
          <p:cNvSpPr>
            <a:spLocks noGrp="1"/>
          </p:cNvSpPr>
          <p:nvPr>
            <p:ph type="body" sz="quarter" idx="47" hasCustomPrompt="1"/>
          </p:nvPr>
        </p:nvSpPr>
        <p:spPr bwMode="gray">
          <a:xfrm>
            <a:off x="6228901" y="5401450"/>
            <a:ext cx="2511148" cy="145909"/>
          </a:xfrm>
        </p:spPr>
        <p:txBody>
          <a:bodyPr/>
          <a:lstStyle>
            <a:lvl1pPr marL="0" indent="0" algn="ctr">
              <a:buNone/>
              <a:defRPr sz="1200">
                <a:solidFill>
                  <a:schemeClr val="tx1"/>
                </a:solidFill>
              </a:defRPr>
            </a:lvl1pPr>
          </a:lstStyle>
          <a:p>
            <a:pPr lvl="0"/>
            <a:r>
              <a:rPr lang="de-DE"/>
              <a:t>Web</a:t>
            </a:r>
          </a:p>
        </p:txBody>
      </p:sp>
      <p:sp>
        <p:nvSpPr>
          <p:cNvPr id="25" name="Textplatzhalter 19">
            <a:extLst>
              <a:ext uri="{FF2B5EF4-FFF2-40B4-BE49-F238E27FC236}">
                <a16:creationId xmlns:a16="http://schemas.microsoft.com/office/drawing/2014/main" id="{C5F86150-5752-71F1-CED6-0E3F1ABACCFD}"/>
              </a:ext>
            </a:extLst>
          </p:cNvPr>
          <p:cNvSpPr>
            <a:spLocks noGrp="1"/>
          </p:cNvSpPr>
          <p:nvPr>
            <p:ph type="body" sz="quarter" idx="48" hasCustomPrompt="1"/>
          </p:nvPr>
        </p:nvSpPr>
        <p:spPr bwMode="gray">
          <a:xfrm>
            <a:off x="6228901" y="5566551"/>
            <a:ext cx="2511148" cy="145909"/>
          </a:xfrm>
        </p:spPr>
        <p:txBody>
          <a:bodyPr/>
          <a:lstStyle>
            <a:lvl1pPr marL="0" indent="0" algn="ctr">
              <a:buNone/>
              <a:defRPr sz="1200">
                <a:solidFill>
                  <a:schemeClr val="tx1"/>
                </a:solidFill>
              </a:defRPr>
            </a:lvl1pPr>
          </a:lstStyle>
          <a:p>
            <a:pPr lvl="0"/>
            <a:r>
              <a:rPr lang="de-DE"/>
              <a:t>E-Mail</a:t>
            </a:r>
          </a:p>
        </p:txBody>
      </p:sp>
      <p:sp>
        <p:nvSpPr>
          <p:cNvPr id="26" name="Textplatzhalter 19">
            <a:extLst>
              <a:ext uri="{FF2B5EF4-FFF2-40B4-BE49-F238E27FC236}">
                <a16:creationId xmlns:a16="http://schemas.microsoft.com/office/drawing/2014/main" id="{830AEDA0-5D4D-3F13-89C3-95D8541436B1}"/>
              </a:ext>
            </a:extLst>
          </p:cNvPr>
          <p:cNvSpPr>
            <a:spLocks noGrp="1"/>
          </p:cNvSpPr>
          <p:nvPr>
            <p:ph type="body" sz="quarter" idx="49" hasCustomPrompt="1"/>
          </p:nvPr>
        </p:nvSpPr>
        <p:spPr bwMode="gray">
          <a:xfrm>
            <a:off x="6228901" y="5731651"/>
            <a:ext cx="2511148" cy="145909"/>
          </a:xfrm>
        </p:spPr>
        <p:txBody>
          <a:bodyPr/>
          <a:lstStyle>
            <a:lvl1pPr marL="0" indent="0" algn="ctr">
              <a:buNone/>
              <a:defRPr sz="1200">
                <a:solidFill>
                  <a:schemeClr val="tx1"/>
                </a:solidFill>
              </a:defRPr>
            </a:lvl1pPr>
          </a:lstStyle>
          <a:p>
            <a:pPr lvl="0"/>
            <a:r>
              <a:rPr lang="de-DE"/>
              <a:t>Phone</a:t>
            </a:r>
          </a:p>
        </p:txBody>
      </p:sp>
      <p:sp>
        <p:nvSpPr>
          <p:cNvPr id="27" name="Textplatzhalter 19">
            <a:extLst>
              <a:ext uri="{FF2B5EF4-FFF2-40B4-BE49-F238E27FC236}">
                <a16:creationId xmlns:a16="http://schemas.microsoft.com/office/drawing/2014/main" id="{6BFB1882-F1D8-A85C-B839-ACF2C4545C7D}"/>
              </a:ext>
            </a:extLst>
          </p:cNvPr>
          <p:cNvSpPr>
            <a:spLocks noGrp="1"/>
          </p:cNvSpPr>
          <p:nvPr>
            <p:ph type="body" sz="quarter" idx="50" hasCustomPrompt="1"/>
          </p:nvPr>
        </p:nvSpPr>
        <p:spPr bwMode="gray">
          <a:xfrm>
            <a:off x="9006662" y="4463802"/>
            <a:ext cx="2511148" cy="199671"/>
          </a:xfrm>
        </p:spPr>
        <p:txBody>
          <a:bodyPr/>
          <a:lstStyle>
            <a:lvl1pPr marL="0" indent="0" algn="ctr">
              <a:buNone/>
              <a:defRPr sz="1600">
                <a:solidFill>
                  <a:schemeClr val="tx1"/>
                </a:solidFill>
              </a:defRPr>
            </a:lvl1pPr>
          </a:lstStyle>
          <a:p>
            <a:pPr lvl="0"/>
            <a:r>
              <a:rPr lang="de-DE"/>
              <a:t>Position</a:t>
            </a:r>
          </a:p>
        </p:txBody>
      </p:sp>
      <p:sp>
        <p:nvSpPr>
          <p:cNvPr id="28" name="Textplatzhalter 19">
            <a:extLst>
              <a:ext uri="{FF2B5EF4-FFF2-40B4-BE49-F238E27FC236}">
                <a16:creationId xmlns:a16="http://schemas.microsoft.com/office/drawing/2014/main" id="{D66D50FF-8651-7C92-87EE-7F052014F732}"/>
              </a:ext>
            </a:extLst>
          </p:cNvPr>
          <p:cNvSpPr>
            <a:spLocks noGrp="1"/>
          </p:cNvSpPr>
          <p:nvPr>
            <p:ph type="body" sz="quarter" idx="51" hasCustomPrompt="1"/>
          </p:nvPr>
        </p:nvSpPr>
        <p:spPr bwMode="gray">
          <a:xfrm>
            <a:off x="9006662" y="4686846"/>
            <a:ext cx="2511148" cy="199671"/>
          </a:xfrm>
        </p:spPr>
        <p:txBody>
          <a:bodyPr/>
          <a:lstStyle>
            <a:lvl1pPr marL="0" indent="0" algn="ctr">
              <a:buNone/>
              <a:defRPr sz="1600">
                <a:solidFill>
                  <a:schemeClr val="tx1"/>
                </a:solidFill>
              </a:defRPr>
            </a:lvl1pPr>
          </a:lstStyle>
          <a:p>
            <a:pPr lvl="0"/>
            <a:r>
              <a:rPr lang="de-DE" err="1"/>
              <a:t>Section</a:t>
            </a:r>
            <a:endParaRPr lang="de-DE"/>
          </a:p>
        </p:txBody>
      </p:sp>
      <p:sp>
        <p:nvSpPr>
          <p:cNvPr id="29" name="Textplatzhalter 19">
            <a:extLst>
              <a:ext uri="{FF2B5EF4-FFF2-40B4-BE49-F238E27FC236}">
                <a16:creationId xmlns:a16="http://schemas.microsoft.com/office/drawing/2014/main" id="{65AD2339-B0CC-988A-7A70-B4653D123BDF}"/>
              </a:ext>
            </a:extLst>
          </p:cNvPr>
          <p:cNvSpPr>
            <a:spLocks noGrp="1"/>
          </p:cNvSpPr>
          <p:nvPr>
            <p:ph type="body" sz="quarter" idx="52" hasCustomPrompt="1"/>
          </p:nvPr>
        </p:nvSpPr>
        <p:spPr bwMode="gray">
          <a:xfrm>
            <a:off x="9006662" y="4156615"/>
            <a:ext cx="2511148" cy="286915"/>
          </a:xfrm>
        </p:spPr>
        <p:txBody>
          <a:bodyPr/>
          <a:lstStyle>
            <a:lvl1pPr marL="0" indent="0" algn="ctr">
              <a:buNone/>
              <a:defRPr sz="2000" b="1">
                <a:solidFill>
                  <a:schemeClr val="accent1"/>
                </a:solidFill>
                <a:latin typeface="+mn-lt"/>
              </a:defRPr>
            </a:lvl1pPr>
          </a:lstStyle>
          <a:p>
            <a:pPr lvl="0"/>
            <a:r>
              <a:rPr lang="de-DE"/>
              <a:t>John </a:t>
            </a:r>
            <a:r>
              <a:rPr lang="de-DE" err="1"/>
              <a:t>Doe</a:t>
            </a:r>
            <a:endParaRPr lang="de-DE"/>
          </a:p>
        </p:txBody>
      </p:sp>
      <p:sp>
        <p:nvSpPr>
          <p:cNvPr id="30" name="Textplatzhalter 19">
            <a:extLst>
              <a:ext uri="{FF2B5EF4-FFF2-40B4-BE49-F238E27FC236}">
                <a16:creationId xmlns:a16="http://schemas.microsoft.com/office/drawing/2014/main" id="{1AE5C333-5F10-F2AC-AC41-4C02A80F0E9F}"/>
              </a:ext>
            </a:extLst>
          </p:cNvPr>
          <p:cNvSpPr>
            <a:spLocks noGrp="1"/>
          </p:cNvSpPr>
          <p:nvPr>
            <p:ph type="body" sz="quarter" idx="53" hasCustomPrompt="1"/>
          </p:nvPr>
        </p:nvSpPr>
        <p:spPr bwMode="gray">
          <a:xfrm>
            <a:off x="9006662" y="5401450"/>
            <a:ext cx="2511148" cy="145909"/>
          </a:xfrm>
        </p:spPr>
        <p:txBody>
          <a:bodyPr/>
          <a:lstStyle>
            <a:lvl1pPr marL="0" indent="0" algn="ctr">
              <a:buNone/>
              <a:defRPr sz="1200">
                <a:solidFill>
                  <a:schemeClr val="tx1"/>
                </a:solidFill>
              </a:defRPr>
            </a:lvl1pPr>
          </a:lstStyle>
          <a:p>
            <a:pPr lvl="0"/>
            <a:r>
              <a:rPr lang="de-DE"/>
              <a:t>Web</a:t>
            </a:r>
          </a:p>
        </p:txBody>
      </p:sp>
      <p:sp>
        <p:nvSpPr>
          <p:cNvPr id="31" name="Textplatzhalter 19">
            <a:extLst>
              <a:ext uri="{FF2B5EF4-FFF2-40B4-BE49-F238E27FC236}">
                <a16:creationId xmlns:a16="http://schemas.microsoft.com/office/drawing/2014/main" id="{3E499F00-EF00-009C-6FDC-F2713C718F8D}"/>
              </a:ext>
            </a:extLst>
          </p:cNvPr>
          <p:cNvSpPr>
            <a:spLocks noGrp="1"/>
          </p:cNvSpPr>
          <p:nvPr>
            <p:ph type="body" sz="quarter" idx="54" hasCustomPrompt="1"/>
          </p:nvPr>
        </p:nvSpPr>
        <p:spPr bwMode="gray">
          <a:xfrm>
            <a:off x="9006662" y="5566551"/>
            <a:ext cx="2511148" cy="145909"/>
          </a:xfrm>
        </p:spPr>
        <p:txBody>
          <a:bodyPr/>
          <a:lstStyle>
            <a:lvl1pPr marL="0" indent="0" algn="ctr">
              <a:buNone/>
              <a:defRPr sz="1200">
                <a:solidFill>
                  <a:schemeClr val="tx1"/>
                </a:solidFill>
              </a:defRPr>
            </a:lvl1pPr>
          </a:lstStyle>
          <a:p>
            <a:pPr lvl="0"/>
            <a:r>
              <a:rPr lang="de-DE"/>
              <a:t>E-Mail</a:t>
            </a:r>
          </a:p>
        </p:txBody>
      </p:sp>
      <p:sp>
        <p:nvSpPr>
          <p:cNvPr id="32" name="Textplatzhalter 19">
            <a:extLst>
              <a:ext uri="{FF2B5EF4-FFF2-40B4-BE49-F238E27FC236}">
                <a16:creationId xmlns:a16="http://schemas.microsoft.com/office/drawing/2014/main" id="{04BB8561-C701-C5AD-1868-E39E13B2D485}"/>
              </a:ext>
            </a:extLst>
          </p:cNvPr>
          <p:cNvSpPr>
            <a:spLocks noGrp="1"/>
          </p:cNvSpPr>
          <p:nvPr>
            <p:ph type="body" sz="quarter" idx="55" hasCustomPrompt="1"/>
          </p:nvPr>
        </p:nvSpPr>
        <p:spPr bwMode="gray">
          <a:xfrm>
            <a:off x="9006662" y="5731651"/>
            <a:ext cx="2511148" cy="145909"/>
          </a:xfrm>
        </p:spPr>
        <p:txBody>
          <a:bodyPr/>
          <a:lstStyle>
            <a:lvl1pPr marL="0" indent="0" algn="ctr">
              <a:buNone/>
              <a:defRPr sz="1200">
                <a:solidFill>
                  <a:schemeClr val="tx1"/>
                </a:solidFill>
              </a:defRPr>
            </a:lvl1pPr>
          </a:lstStyle>
          <a:p>
            <a:pPr lvl="0"/>
            <a:r>
              <a:rPr lang="de-DE"/>
              <a:t>Phone</a:t>
            </a:r>
          </a:p>
        </p:txBody>
      </p:sp>
      <p:cxnSp>
        <p:nvCxnSpPr>
          <p:cNvPr id="33" name="Gerader Verbinder 32">
            <a:extLst>
              <a:ext uri="{FF2B5EF4-FFF2-40B4-BE49-F238E27FC236}">
                <a16:creationId xmlns:a16="http://schemas.microsoft.com/office/drawing/2014/main" id="{B355D6BC-5C62-6586-EC58-C6E319705193}"/>
              </a:ext>
            </a:extLst>
          </p:cNvPr>
          <p:cNvCxnSpPr>
            <a:cxnSpLocks/>
          </p:cNvCxnSpPr>
          <p:nvPr userDrawn="1"/>
        </p:nvCxnSpPr>
        <p:spPr bwMode="gray">
          <a:xfrm flipH="1">
            <a:off x="4441283"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AAAECC0A-4739-F741-0C36-5CD62BD48454}"/>
              </a:ext>
            </a:extLst>
          </p:cNvPr>
          <p:cNvCxnSpPr>
            <a:cxnSpLocks/>
          </p:cNvCxnSpPr>
          <p:nvPr userDrawn="1"/>
        </p:nvCxnSpPr>
        <p:spPr bwMode="gray">
          <a:xfrm flipH="1">
            <a:off x="1663521"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F672ADE9-C022-6E2D-A922-90B786298FF9}"/>
              </a:ext>
            </a:extLst>
          </p:cNvPr>
          <p:cNvCxnSpPr>
            <a:cxnSpLocks/>
          </p:cNvCxnSpPr>
          <p:nvPr userDrawn="1"/>
        </p:nvCxnSpPr>
        <p:spPr bwMode="gray">
          <a:xfrm flipH="1">
            <a:off x="7219045"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DA0D3050-60E7-9E5A-1500-FF89FCFA08FD}"/>
              </a:ext>
            </a:extLst>
          </p:cNvPr>
          <p:cNvCxnSpPr>
            <a:cxnSpLocks/>
          </p:cNvCxnSpPr>
          <p:nvPr userDrawn="1"/>
        </p:nvCxnSpPr>
        <p:spPr bwMode="gray">
          <a:xfrm flipH="1">
            <a:off x="9996806" y="5138420"/>
            <a:ext cx="53086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7" name="NTT DATA Global Logo">
            <a:extLst>
              <a:ext uri="{FF2B5EF4-FFF2-40B4-BE49-F238E27FC236}">
                <a16:creationId xmlns:a16="http://schemas.microsoft.com/office/drawing/2014/main" id="{8CB406C5-92DB-1C58-3213-735C7A43D456}"/>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10531554" y="6458371"/>
            <a:ext cx="1288971" cy="262800"/>
          </a:xfrm>
          <a:prstGeom prst="rect">
            <a:avLst/>
          </a:prstGeom>
        </p:spPr>
      </p:pic>
    </p:spTree>
    <p:extLst>
      <p:ext uri="{BB962C8B-B14F-4D97-AF65-F5344CB8AC3E}">
        <p14:creationId xmlns:p14="http://schemas.microsoft.com/office/powerpoint/2010/main" val="162555252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E_Closing Slide Future Blue 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B87ED33-6A4E-4B88-9978-60E9E0EBFC9F}"/>
              </a:ext>
            </a:extLst>
          </p:cNvPr>
          <p:cNvSpPr/>
          <p:nvPr userDrawn="1"/>
        </p:nvSpPr>
        <p:spPr bwMode="gray">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NTT DATA Global Logo">
            <a:extLst>
              <a:ext uri="{FF2B5EF4-FFF2-40B4-BE49-F238E27FC236}">
                <a16:creationId xmlns:a16="http://schemas.microsoft.com/office/drawing/2014/main" id="{3F03F05C-59F6-715B-5A33-907AD87C663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403287" y="2880000"/>
            <a:ext cx="5385427" cy="1098000"/>
          </a:xfrm>
          <a:prstGeom prst="rect">
            <a:avLst/>
          </a:prstGeom>
        </p:spPr>
      </p:pic>
    </p:spTree>
    <p:extLst>
      <p:ext uri="{BB962C8B-B14F-4D97-AF65-F5344CB8AC3E}">
        <p14:creationId xmlns:p14="http://schemas.microsoft.com/office/powerpoint/2010/main" val="210332653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E_Closing Slide Navy Dark with picture dark">
    <p:bg bwMode="gray">
      <p:bgPr>
        <a:solidFill>
          <a:schemeClr val="bg1"/>
        </a:solidFill>
        <a:effectLst/>
      </p:bgPr>
    </p:bg>
    <p:spTree>
      <p:nvGrpSpPr>
        <p:cNvPr id="1" name=""/>
        <p:cNvGrpSpPr/>
        <p:nvPr/>
      </p:nvGrpSpPr>
      <p:grpSpPr>
        <a:xfrm>
          <a:off x="0" y="0"/>
          <a:ext cx="0" cy="0"/>
          <a:chOff x="0" y="0"/>
          <a:chExt cx="0" cy="0"/>
        </a:xfrm>
      </p:grpSpPr>
      <p:sp>
        <p:nvSpPr>
          <p:cNvPr id="7" name="Smart Navy SemiTrans Overlay">
            <a:extLst>
              <a:ext uri="{FF2B5EF4-FFF2-40B4-BE49-F238E27FC236}">
                <a16:creationId xmlns:a16="http://schemas.microsoft.com/office/drawing/2014/main" id="{6E4F8208-B33A-86C1-C4BF-6C513A841DFB}"/>
              </a:ext>
            </a:extLst>
          </p:cNvPr>
          <p:cNvSpPr>
            <a:spLocks noGrp="1"/>
          </p:cNvSpPr>
          <p:nvPr>
            <p:ph type="body" sz="quarter" idx="16" hasCustomPrompt="1"/>
          </p:nvPr>
        </p:nvSpPr>
        <p:spPr bwMode="gray">
          <a:xfrm>
            <a:off x="0" y="0"/>
            <a:ext cx="12192000" cy="6857999"/>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a:t> </a:t>
            </a:r>
          </a:p>
        </p:txBody>
      </p:sp>
      <p:sp>
        <p:nvSpPr>
          <p:cNvPr id="11" name="Picture Placeholder 4">
            <a:extLst>
              <a:ext uri="{FF2B5EF4-FFF2-40B4-BE49-F238E27FC236}">
                <a16:creationId xmlns:a16="http://schemas.microsoft.com/office/drawing/2014/main" id="{DCE6D5FB-5128-84ED-8909-686C6A399387}"/>
              </a:ext>
            </a:extLst>
          </p:cNvPr>
          <p:cNvSpPr>
            <a:spLocks noGrp="1"/>
          </p:cNvSpPr>
          <p:nvPr>
            <p:ph type="pic" sz="quarter" idx="13" hasCustomPrompt="1"/>
          </p:nvPr>
        </p:nvSpPr>
        <p:spPr bwMode="gray">
          <a:xfrm>
            <a:off x="0" y="0"/>
            <a:ext cx="12192000" cy="6860241"/>
          </a:xfrm>
          <a:prstGeom prst="rect">
            <a:avLst/>
          </a:prstGeom>
          <a:noFill/>
        </p:spPr>
        <p:txBody>
          <a:bodyPr tIns="2743200" bIns="0" anchor="ctr"/>
          <a:lstStyle>
            <a:lvl1pPr marL="0" indent="0" algn="ctr">
              <a:buFontTx/>
              <a:buNone/>
              <a:defRPr sz="2400">
                <a:solidFill>
                  <a:srgbClr val="FF7A00"/>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a:t>Click to add image. Then Reorder: Send to back</a:t>
            </a:r>
          </a:p>
        </p:txBody>
      </p:sp>
      <p:sp>
        <p:nvSpPr>
          <p:cNvPr id="10" name="NTT DATA Global Logo" descr="NTT DATA Global Logo">
            <a:extLst>
              <a:ext uri="{FF2B5EF4-FFF2-40B4-BE49-F238E27FC236}">
                <a16:creationId xmlns:a16="http://schemas.microsoft.com/office/drawing/2014/main" id="{188EBC45-4F1C-E0B0-9BB4-2942DDBDBEAF}"/>
              </a:ext>
            </a:extLst>
          </p:cNvPr>
          <p:cNvSpPr>
            <a:spLocks noGrp="1" noChangeAspect="1"/>
          </p:cNvSpPr>
          <p:nvPr>
            <p:ph type="body" sz="quarter" idx="17" hasCustomPrompt="1"/>
          </p:nvPr>
        </p:nvSpPr>
        <p:spPr bwMode="gray">
          <a:xfrm>
            <a:off x="3403200" y="2879266"/>
            <a:ext cx="5385600" cy="1099468"/>
          </a:xfrm>
          <a:prstGeom prst="rect">
            <a:avLst/>
          </a:prstGeom>
          <a:blipFill dpi="0" rotWithShape="1">
            <a:blip r:embed="rId2"/>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a:t> </a:t>
            </a:r>
          </a:p>
        </p:txBody>
      </p:sp>
    </p:spTree>
    <p:extLst>
      <p:ext uri="{BB962C8B-B14F-4D97-AF65-F5344CB8AC3E}">
        <p14:creationId xmlns:p14="http://schemas.microsoft.com/office/powerpoint/2010/main" val="3032305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slideLayout" Target="../slideLayouts/slideLayout52.xml"/><Relationship Id="rId3" Type="http://schemas.openxmlformats.org/officeDocument/2006/relationships/slideLayout" Target="../slideLayouts/slideLayout29.xml"/><Relationship Id="rId21" Type="http://schemas.openxmlformats.org/officeDocument/2006/relationships/slideLayout" Target="../slideLayouts/slideLayout47.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74404F-43CD-40C8-B408-4B36050B4048}"/>
              </a:ext>
            </a:extLst>
          </p:cNvPr>
          <p:cNvSpPr>
            <a:spLocks noGrp="1"/>
          </p:cNvSpPr>
          <p:nvPr>
            <p:ph type="title"/>
          </p:nvPr>
        </p:nvSpPr>
        <p:spPr bwMode="gray">
          <a:xfrm>
            <a:off x="371475" y="333375"/>
            <a:ext cx="11449050" cy="792000"/>
          </a:xfrm>
          <a:prstGeom prst="rect">
            <a:avLst/>
          </a:prstGeom>
        </p:spPr>
        <p:txBody>
          <a:bodyPr vert="horz" lIns="0" tIns="0" rIns="0" bIns="0" rtlCol="0" anchor="t">
            <a:noAutofit/>
          </a:bodyPr>
          <a:lstStyle/>
          <a:p>
            <a:r>
              <a:rPr lang="en-US"/>
              <a:t>Click to edit Master title</a:t>
            </a:r>
          </a:p>
        </p:txBody>
      </p:sp>
      <p:sp>
        <p:nvSpPr>
          <p:cNvPr id="3" name="Text Placeholder 2">
            <a:extLst>
              <a:ext uri="{FF2B5EF4-FFF2-40B4-BE49-F238E27FC236}">
                <a16:creationId xmlns:a16="http://schemas.microsoft.com/office/drawing/2014/main" id="{C844632A-2918-4D07-821E-9CC4B7A378DA}"/>
              </a:ext>
            </a:extLst>
          </p:cNvPr>
          <p:cNvSpPr>
            <a:spLocks noGrp="1"/>
          </p:cNvSpPr>
          <p:nvPr>
            <p:ph type="body" idx="1"/>
          </p:nvPr>
        </p:nvSpPr>
        <p:spPr bwMode="gray">
          <a:xfrm>
            <a:off x="371475" y="1412875"/>
            <a:ext cx="11449050" cy="4824413"/>
          </a:xfrm>
          <a:prstGeom prst="rect">
            <a:avLst/>
          </a:prstGeom>
        </p:spPr>
        <p:txBody>
          <a:bodyPr vert="horz" lIns="0" tIns="0" rIns="0" bIns="0" rtlCol="0">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Footer Placeholder 4">
            <a:extLst>
              <a:ext uri="{FF2B5EF4-FFF2-40B4-BE49-F238E27FC236}">
                <a16:creationId xmlns:a16="http://schemas.microsoft.com/office/drawing/2014/main" id="{A37B7396-CF44-41A3-ABC7-B95299F0C012}"/>
              </a:ext>
            </a:extLst>
          </p:cNvPr>
          <p:cNvSpPr>
            <a:spLocks noGrp="1"/>
          </p:cNvSpPr>
          <p:nvPr>
            <p:ph type="ftr" sz="quarter" idx="3"/>
          </p:nvPr>
        </p:nvSpPr>
        <p:spPr bwMode="gray">
          <a:xfrm>
            <a:off x="371475" y="6546253"/>
            <a:ext cx="4852035" cy="123111"/>
          </a:xfrm>
          <a:prstGeom prst="rect">
            <a:avLst/>
          </a:prstGeom>
          <a:ln>
            <a:noFill/>
          </a:ln>
        </p:spPr>
        <p:txBody>
          <a:bodyPr vert="horz" lIns="0" tIns="0" rIns="0" bIns="0" rtlCol="0" anchor="ctr">
            <a:spAutoFit/>
          </a:bodyPr>
          <a:lstStyle>
            <a:lvl1pPr algn="l">
              <a:lnSpc>
                <a:spcPct val="100000"/>
              </a:lnSpc>
              <a:defRPr sz="800">
                <a:solidFill>
                  <a:schemeClr val="accent6"/>
                </a:solidFill>
              </a:defRPr>
            </a:lvl1pPr>
          </a:lstStyle>
          <a:p>
            <a:r>
              <a:rPr lang="en-US"/>
              <a:t>© </a:t>
            </a:r>
            <a:fld id="{46C5DC35-6722-47A3-9302-D8C7CA6EE954}" type="datetimeyyyy">
              <a:rPr lang="en-US" smtClean="0"/>
              <a:pPr/>
              <a:t>2026</a:t>
            </a:fld>
            <a:r>
              <a:rPr lang="en-US"/>
              <a:t> NTT DATA Business Solutions</a:t>
            </a:r>
          </a:p>
        </p:txBody>
      </p:sp>
      <p:sp>
        <p:nvSpPr>
          <p:cNvPr id="6" name="Slide Number Placeholder 5">
            <a:extLst>
              <a:ext uri="{FF2B5EF4-FFF2-40B4-BE49-F238E27FC236}">
                <a16:creationId xmlns:a16="http://schemas.microsoft.com/office/drawing/2014/main" id="{BE603A65-CACD-4E1E-A1C2-FC8F9891C19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accent6"/>
                </a:solidFill>
              </a:defRPr>
            </a:lvl1pPr>
          </a:lstStyle>
          <a:p>
            <a:fld id="{13CE6DAF-806F-404B-BC68-339BFCB57E5C}" type="slidenum">
              <a:rPr lang="en-US" smtClean="0"/>
              <a:pPr/>
              <a:t>‹#›</a:t>
            </a:fld>
            <a:endParaRPr lang="en-US"/>
          </a:p>
        </p:txBody>
      </p:sp>
      <p:sp>
        <p:nvSpPr>
          <p:cNvPr id="8" name="Textfeld 7">
            <a:extLst>
              <a:ext uri="{FF2B5EF4-FFF2-40B4-BE49-F238E27FC236}">
                <a16:creationId xmlns:a16="http://schemas.microsoft.com/office/drawing/2014/main" id="{6A9351CE-7D27-8427-F777-81AF283C9A11}"/>
              </a:ext>
            </a:extLst>
          </p:cNvPr>
          <p:cNvSpPr txBox="1"/>
          <p:nvPr userDrawn="1">
            <p:extLst>
              <p:ext uri="{1162E1C5-73C7-4A58-AE30-91384D911F3F}">
                <p184:classification xmlns:p184="http://schemas.microsoft.com/office/powerpoint/2018/4/main" val="hdr"/>
              </p:ext>
            </p:extLst>
          </p:nvPr>
        </p:nvSpPr>
        <p:spPr>
          <a:xfrm>
            <a:off x="5679250" y="63500"/>
            <a:ext cx="865187" cy="182880"/>
          </a:xfrm>
          <a:prstGeom prst="rect">
            <a:avLst/>
          </a:prstGeom>
        </p:spPr>
        <p:txBody>
          <a:bodyPr horzOverflow="overflow" lIns="0" tIns="0" rIns="0" bIns="0">
            <a:spAutoFit/>
          </a:bodyPr>
          <a:lstStyle/>
          <a:p>
            <a:pPr algn="l"/>
            <a:r>
              <a:rPr lang="de-DE" sz="1200">
                <a:solidFill>
                  <a:srgbClr val="008000">
                    <a:alpha val="50000"/>
                  </a:srgbClr>
                </a:solidFill>
                <a:latin typeface="Aptos" panose="020B0004020202020204" pitchFamily="34" charset="0"/>
              </a:rPr>
              <a:t>RESTRICTED</a:t>
            </a:r>
          </a:p>
        </p:txBody>
      </p:sp>
    </p:spTree>
    <p:extLst>
      <p:ext uri="{BB962C8B-B14F-4D97-AF65-F5344CB8AC3E}">
        <p14:creationId xmlns:p14="http://schemas.microsoft.com/office/powerpoint/2010/main" val="2874697767"/>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75" r:id="rId4"/>
    <p:sldLayoutId id="2147483718" r:id="rId5"/>
    <p:sldLayoutId id="2147483737" r:id="rId6"/>
    <p:sldLayoutId id="2147483736" r:id="rId7"/>
    <p:sldLayoutId id="2147483687" r:id="rId8"/>
    <p:sldLayoutId id="2147483650" r:id="rId9"/>
    <p:sldLayoutId id="2147483698" r:id="rId10"/>
    <p:sldLayoutId id="2147483771" r:id="rId11"/>
    <p:sldLayoutId id="2147483731" r:id="rId12"/>
    <p:sldLayoutId id="2147483773" r:id="rId13"/>
    <p:sldLayoutId id="2147483774" r:id="rId14"/>
    <p:sldLayoutId id="2147483678" r:id="rId15"/>
    <p:sldLayoutId id="2147483732" r:id="rId16"/>
    <p:sldLayoutId id="2147483734" r:id="rId17"/>
    <p:sldLayoutId id="2147483765" r:id="rId18"/>
    <p:sldLayoutId id="2147483691" r:id="rId19"/>
    <p:sldLayoutId id="2147483735" r:id="rId20"/>
    <p:sldLayoutId id="2147483777" r:id="rId21"/>
    <p:sldLayoutId id="2147483778" r:id="rId22"/>
    <p:sldLayoutId id="2147483779" r:id="rId23"/>
    <p:sldLayoutId id="2147483780" r:id="rId24"/>
    <p:sldLayoutId id="2147483679" r:id="rId25"/>
    <p:sldLayoutId id="2147483729" r:id="rId26"/>
  </p:sldLayoutIdLst>
  <p:hf hdr="0"/>
  <p:txStyles>
    <p:titleStyle>
      <a:lvl1pPr algn="l" defTabSz="914400" rtl="0" eaLnBrk="1" latinLnBrk="0" hangingPunct="1">
        <a:lnSpc>
          <a:spcPct val="90000"/>
        </a:lnSpc>
        <a:spcBef>
          <a:spcPct val="0"/>
        </a:spcBef>
        <a:buNone/>
        <a:defRPr sz="2400" b="0" kern="1200">
          <a:solidFill>
            <a:schemeClr val="bg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lang="en-US" sz="1800" kern="1200" dirty="0">
          <a:solidFill>
            <a:schemeClr val="tx2"/>
          </a:solidFill>
          <a:latin typeface="+mn-lt"/>
          <a:ea typeface="+mn-ea"/>
          <a:cs typeface="+mn-cs"/>
        </a:defRPr>
      </a:lvl1pPr>
      <a:lvl2pPr marL="216000" indent="-216000" algn="l" defTabSz="914400" rtl="0" eaLnBrk="1" latinLnBrk="0" hangingPunct="1">
        <a:lnSpc>
          <a:spcPct val="100000"/>
        </a:lnSpc>
        <a:spcBef>
          <a:spcPts val="500"/>
        </a:spcBef>
        <a:buClr>
          <a:schemeClr val="tx2"/>
        </a:buClr>
        <a:buFont typeface="Arial" panose="020B0604020202020204" pitchFamily="34" charset="0"/>
        <a:buChar char="•"/>
        <a:defRPr lang="en-US" sz="1800" kern="1200" dirty="0">
          <a:solidFill>
            <a:schemeClr val="tx2"/>
          </a:solidFill>
          <a:latin typeface="+mn-lt"/>
          <a:ea typeface="+mn-ea"/>
          <a:cs typeface="+mn-cs"/>
        </a:defRPr>
      </a:lvl2pPr>
      <a:lvl3pPr marL="432000" indent="-216000" algn="l" defTabSz="914400" rtl="0" eaLnBrk="1" latinLnBrk="0" hangingPunct="1">
        <a:lnSpc>
          <a:spcPct val="100000"/>
        </a:lnSpc>
        <a:spcBef>
          <a:spcPts val="500"/>
        </a:spcBef>
        <a:buClr>
          <a:schemeClr val="tx2"/>
        </a:buClr>
        <a:buFont typeface="Arial" panose="020B0604020202020204" pitchFamily="34" charset="0"/>
        <a:buChar char="»"/>
        <a:defRPr lang="en-US" sz="1600" kern="1200" dirty="0">
          <a:solidFill>
            <a:schemeClr val="tx2"/>
          </a:solidFill>
          <a:latin typeface="+mn-lt"/>
          <a:ea typeface="+mn-ea"/>
          <a:cs typeface="+mn-cs"/>
        </a:defRPr>
      </a:lvl3pPr>
      <a:lvl4pPr marL="648000" indent="-216000" algn="l" defTabSz="914400" rtl="0" eaLnBrk="1" latinLnBrk="0" hangingPunct="1">
        <a:lnSpc>
          <a:spcPct val="100000"/>
        </a:lnSpc>
        <a:spcBef>
          <a:spcPts val="500"/>
        </a:spcBef>
        <a:buClr>
          <a:schemeClr val="tx2"/>
        </a:buClr>
        <a:buFont typeface="Arial" panose="020B0604020202020204" pitchFamily="34" charset="0"/>
        <a:buChar char="•"/>
        <a:defRPr lang="en-US" sz="1600" kern="1200" dirty="0">
          <a:solidFill>
            <a:schemeClr val="tx2"/>
          </a:solidFill>
          <a:latin typeface="+mn-lt"/>
          <a:ea typeface="+mn-ea"/>
          <a:cs typeface="+mn-cs"/>
        </a:defRPr>
      </a:lvl4pPr>
      <a:lvl5pPr marL="864000" indent="-216000" algn="l" defTabSz="914400" rtl="0" eaLnBrk="1" latinLnBrk="0" hangingPunct="1">
        <a:lnSpc>
          <a:spcPct val="100000"/>
        </a:lnSpc>
        <a:spcBef>
          <a:spcPts val="500"/>
        </a:spcBef>
        <a:buClr>
          <a:schemeClr val="tx2"/>
        </a:buClr>
        <a:buFont typeface="Arial" panose="020B0604020202020204" pitchFamily="34" charset="0"/>
        <a:buChar char="»"/>
        <a:defRPr lang="en-US" sz="1600" kern="1200" dirty="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p:bodyStyle>
    <p:otherStyle>
      <a:defPPr>
        <a:defRPr lang="en-US"/>
      </a:defPPr>
      <a:lvl1pPr marL="0" indent="0" algn="l" defTabSz="914400" rtl="0" eaLnBrk="1" latinLnBrk="0" hangingPunct="1">
        <a:lnSpc>
          <a:spcPct val="110000"/>
        </a:lnSpc>
        <a:spcBef>
          <a:spcPts val="600"/>
        </a:spcBef>
        <a:buFontTx/>
        <a:buNone/>
        <a:defRPr sz="1800" kern="1200">
          <a:solidFill>
            <a:schemeClr val="tx2"/>
          </a:solidFill>
          <a:latin typeface="+mn-lt"/>
          <a:ea typeface="+mn-ea"/>
          <a:cs typeface="+mn-cs"/>
        </a:defRPr>
      </a:lvl1pPr>
      <a:lvl2pPr marL="0" indent="0" algn="l" defTabSz="914400" rtl="0" eaLnBrk="1" latinLnBrk="0" hangingPunct="1">
        <a:lnSpc>
          <a:spcPct val="110000"/>
        </a:lnSpc>
        <a:spcBef>
          <a:spcPts val="600"/>
        </a:spcBef>
        <a:buFontTx/>
        <a:buNone/>
        <a:defRPr sz="1400" kern="1200">
          <a:solidFill>
            <a:schemeClr val="tx2"/>
          </a:solidFill>
          <a:latin typeface="+mn-lt"/>
          <a:ea typeface="+mn-ea"/>
          <a:cs typeface="+mn-cs"/>
        </a:defRPr>
      </a:lvl2pPr>
      <a:lvl3pPr marL="216000" indent="-216000" algn="l" defTabSz="914400" rtl="0" eaLnBrk="1" latinLnBrk="0" hangingPunct="1">
        <a:lnSpc>
          <a:spcPct val="90000"/>
        </a:lnSpc>
        <a:spcBef>
          <a:spcPts val="600"/>
        </a:spcBef>
        <a:buClr>
          <a:schemeClr val="accent1"/>
        </a:buClr>
        <a:buFont typeface="Wingdings" panose="05000000000000000000" pitchFamily="2" charset="2"/>
        <a:buChar char="§"/>
        <a:defRPr sz="1400" kern="1200">
          <a:solidFill>
            <a:schemeClr val="tx2"/>
          </a:solidFill>
          <a:latin typeface="+mn-lt"/>
          <a:ea typeface="+mn-ea"/>
          <a:cs typeface="+mn-cs"/>
        </a:defRPr>
      </a:lvl3pPr>
      <a:lvl4pPr marL="432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4pPr>
      <a:lvl5pPr marL="648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p:otherStyle>
  </p:txStyles>
  <p:extLst>
    <p:ext uri="{27BBF7A9-308A-43DC-89C8-2F10F3537804}">
      <p15:sldGuideLst xmlns:p15="http://schemas.microsoft.com/office/powerpoint/2012/main">
        <p15:guide id="1" orient="horz" pos="210" userDrawn="1">
          <p15:clr>
            <a:srgbClr val="F26B43"/>
          </p15:clr>
        </p15:guide>
        <p15:guide id="3" orient="horz" pos="890" userDrawn="1">
          <p15:clr>
            <a:srgbClr val="F26B43"/>
          </p15:clr>
        </p15:guide>
        <p15:guide id="4" orient="horz" pos="3929" userDrawn="1">
          <p15:clr>
            <a:srgbClr val="F26B43"/>
          </p15:clr>
        </p15:guide>
        <p15:guide id="5" pos="234" userDrawn="1">
          <p15:clr>
            <a:srgbClr val="F26B43"/>
          </p15:clr>
        </p15:guide>
        <p15:guide id="6" pos="3840" userDrawn="1">
          <p15:clr>
            <a:srgbClr val="F26B43"/>
          </p15:clr>
        </p15:guide>
        <p15:guide id="8" pos="744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74404F-43CD-40C8-B408-4B36050B4048}"/>
              </a:ext>
            </a:extLst>
          </p:cNvPr>
          <p:cNvSpPr>
            <a:spLocks noGrp="1"/>
          </p:cNvSpPr>
          <p:nvPr>
            <p:ph type="title"/>
          </p:nvPr>
        </p:nvSpPr>
        <p:spPr bwMode="gray">
          <a:xfrm>
            <a:off x="371475" y="333375"/>
            <a:ext cx="11449050" cy="792000"/>
          </a:xfrm>
          <a:prstGeom prst="rect">
            <a:avLst/>
          </a:prstGeom>
        </p:spPr>
        <p:txBody>
          <a:bodyPr vert="horz" lIns="0" tIns="0" rIns="0" bIns="0" rtlCol="0" anchor="t">
            <a:noAutofit/>
          </a:bodyPr>
          <a:lstStyle/>
          <a:p>
            <a:r>
              <a:rPr lang="en-US"/>
              <a:t>Click to edit Master title</a:t>
            </a:r>
          </a:p>
        </p:txBody>
      </p:sp>
      <p:sp>
        <p:nvSpPr>
          <p:cNvPr id="5" name="Footer Placeholder 4">
            <a:extLst>
              <a:ext uri="{FF2B5EF4-FFF2-40B4-BE49-F238E27FC236}">
                <a16:creationId xmlns:a16="http://schemas.microsoft.com/office/drawing/2014/main" id="{A37B7396-CF44-41A3-ABC7-B95299F0C012}"/>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tx1"/>
                </a:solidFill>
              </a:defRPr>
            </a:lvl1pPr>
          </a:lstStyle>
          <a:p>
            <a:r>
              <a:rPr lang="en-US"/>
              <a:t>© </a:t>
            </a:r>
            <a:fld id="{C6C70840-BA80-4E9C-89D1-2C507D9D7099}" type="datetimeyyyy">
              <a:rPr lang="en-US" smtClean="0"/>
              <a:pPr/>
              <a:t>2026</a:t>
            </a:fld>
            <a:r>
              <a:rPr lang="en-US"/>
              <a:t> NTT DATA Business Solutions</a:t>
            </a:r>
          </a:p>
        </p:txBody>
      </p:sp>
      <p:sp>
        <p:nvSpPr>
          <p:cNvPr id="6" name="Slide Number Placeholder 5">
            <a:extLst>
              <a:ext uri="{FF2B5EF4-FFF2-40B4-BE49-F238E27FC236}">
                <a16:creationId xmlns:a16="http://schemas.microsoft.com/office/drawing/2014/main" id="{BE603A65-CACD-4E1E-A1C2-FC8F9891C19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tx1"/>
                </a:solidFill>
              </a:defRPr>
            </a:lvl1pPr>
          </a:lstStyle>
          <a:p>
            <a:fld id="{13CE6DAF-806F-404B-BC68-339BFCB57E5C}" type="slidenum">
              <a:rPr lang="en-US" smtClean="0"/>
              <a:pPr/>
              <a:t>‹#›</a:t>
            </a:fld>
            <a:endParaRPr lang="en-US"/>
          </a:p>
        </p:txBody>
      </p:sp>
      <p:sp>
        <p:nvSpPr>
          <p:cNvPr id="11" name="Text Placeholder 2">
            <a:extLst>
              <a:ext uri="{FF2B5EF4-FFF2-40B4-BE49-F238E27FC236}">
                <a16:creationId xmlns:a16="http://schemas.microsoft.com/office/drawing/2014/main" id="{DB22E3CC-1B88-CF67-AD2F-D65E37E3716E}"/>
              </a:ext>
            </a:extLst>
          </p:cNvPr>
          <p:cNvSpPr>
            <a:spLocks noGrp="1"/>
          </p:cNvSpPr>
          <p:nvPr>
            <p:ph type="body" idx="1"/>
          </p:nvPr>
        </p:nvSpPr>
        <p:spPr bwMode="gray">
          <a:xfrm>
            <a:off x="371475" y="1412875"/>
            <a:ext cx="11449050" cy="482441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feld 3">
            <a:extLst>
              <a:ext uri="{FF2B5EF4-FFF2-40B4-BE49-F238E27FC236}">
                <a16:creationId xmlns:a16="http://schemas.microsoft.com/office/drawing/2014/main" id="{E288F54E-CB67-6354-8744-4ACA715CAB17}"/>
              </a:ext>
            </a:extLst>
          </p:cNvPr>
          <p:cNvSpPr txBox="1"/>
          <p:nvPr userDrawn="1">
            <p:extLst>
              <p:ext uri="{1162E1C5-73C7-4A58-AE30-91384D911F3F}">
                <p184:classification xmlns:p184="http://schemas.microsoft.com/office/powerpoint/2018/4/main" val="hdr"/>
              </p:ext>
            </p:extLst>
          </p:nvPr>
        </p:nvSpPr>
        <p:spPr>
          <a:xfrm>
            <a:off x="5679250" y="63500"/>
            <a:ext cx="865187" cy="182880"/>
          </a:xfrm>
          <a:prstGeom prst="rect">
            <a:avLst/>
          </a:prstGeom>
        </p:spPr>
        <p:txBody>
          <a:bodyPr horzOverflow="overflow" lIns="0" tIns="0" rIns="0" bIns="0">
            <a:spAutoFit/>
          </a:bodyPr>
          <a:lstStyle/>
          <a:p>
            <a:pPr algn="l"/>
            <a:r>
              <a:rPr lang="de-DE" sz="1200">
                <a:solidFill>
                  <a:srgbClr val="008000">
                    <a:alpha val="50000"/>
                  </a:srgbClr>
                </a:solidFill>
                <a:latin typeface="Aptos" panose="020B0004020202020204" pitchFamily="34" charset="0"/>
              </a:rPr>
              <a:t>RESTRICTED</a:t>
            </a:r>
          </a:p>
        </p:txBody>
      </p:sp>
    </p:spTree>
    <p:extLst>
      <p:ext uri="{BB962C8B-B14F-4D97-AF65-F5344CB8AC3E}">
        <p14:creationId xmlns:p14="http://schemas.microsoft.com/office/powerpoint/2010/main" val="4099640385"/>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67" r:id="rId3"/>
    <p:sldLayoutId id="2147483768" r:id="rId4"/>
    <p:sldLayoutId id="2147483746" r:id="rId5"/>
    <p:sldLayoutId id="2147483747" r:id="rId6"/>
    <p:sldLayoutId id="2147483748" r:id="rId7"/>
    <p:sldLayoutId id="2147483750" r:id="rId8"/>
    <p:sldLayoutId id="2147483751" r:id="rId9"/>
    <p:sldLayoutId id="2147483752" r:id="rId10"/>
    <p:sldLayoutId id="2147483770" r:id="rId11"/>
    <p:sldLayoutId id="2147483754" r:id="rId12"/>
    <p:sldLayoutId id="2147483769" r:id="rId13"/>
    <p:sldLayoutId id="2147483772" r:id="rId14"/>
    <p:sldLayoutId id="2147483755" r:id="rId15"/>
    <p:sldLayoutId id="2147483756" r:id="rId16"/>
    <p:sldLayoutId id="2147483757" r:id="rId17"/>
    <p:sldLayoutId id="2147483764" r:id="rId18"/>
    <p:sldLayoutId id="2147483758" r:id="rId19"/>
    <p:sldLayoutId id="2147483760" r:id="rId20"/>
    <p:sldLayoutId id="2147483781" r:id="rId21"/>
    <p:sldLayoutId id="2147483782" r:id="rId22"/>
    <p:sldLayoutId id="2147483783" r:id="rId23"/>
    <p:sldLayoutId id="2147483784" r:id="rId24"/>
    <p:sldLayoutId id="2147483761" r:id="rId25"/>
    <p:sldLayoutId id="2147483762" r:id="rId26"/>
  </p:sldLayoutIdLst>
  <p:hf hdr="0"/>
  <p:txStyles>
    <p:titleStyle>
      <a:lvl1pPr algn="l" defTabSz="914400" rtl="0" eaLnBrk="1" latinLnBrk="0" hangingPunct="1">
        <a:lnSpc>
          <a:spcPct val="90000"/>
        </a:lnSpc>
        <a:spcBef>
          <a:spcPct val="0"/>
        </a:spcBef>
        <a:buNone/>
        <a:defRPr sz="24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lang="en-US" sz="1800" kern="1200" dirty="0">
          <a:solidFill>
            <a:schemeClr val="tx1"/>
          </a:solidFill>
          <a:latin typeface="+mn-lt"/>
          <a:ea typeface="+mn-ea"/>
          <a:cs typeface="+mn-cs"/>
        </a:defRPr>
      </a:lvl1pPr>
      <a:lvl2pPr marL="285750" indent="-285750" algn="l" defTabSz="914400" rtl="0" eaLnBrk="1" latinLnBrk="0" hangingPunct="1">
        <a:lnSpc>
          <a:spcPct val="100000"/>
        </a:lnSpc>
        <a:spcBef>
          <a:spcPts val="500"/>
        </a:spcBef>
        <a:buClr>
          <a:schemeClr val="tx1"/>
        </a:buClr>
        <a:buFont typeface="Arial" panose="020B0604020202020204" pitchFamily="34" charset="0"/>
        <a:buChar char="•"/>
        <a:defRPr lang="en-US" sz="1800" kern="1200" dirty="0">
          <a:solidFill>
            <a:schemeClr val="tx1"/>
          </a:solidFill>
          <a:latin typeface="+mn-lt"/>
          <a:ea typeface="+mn-ea"/>
          <a:cs typeface="+mn-cs"/>
        </a:defRPr>
      </a:lvl2pPr>
      <a:lvl3pPr marL="536575" indent="-268288" algn="l" defTabSz="914400" rtl="0" eaLnBrk="1" latinLnBrk="0" hangingPunct="1">
        <a:lnSpc>
          <a:spcPct val="100000"/>
        </a:lnSpc>
        <a:spcBef>
          <a:spcPts val="500"/>
        </a:spcBef>
        <a:buClr>
          <a:schemeClr val="tx1"/>
        </a:buClr>
        <a:buFont typeface="Arial" panose="020B0604020202020204" pitchFamily="34" charset="0"/>
        <a:buChar char="»"/>
        <a:defRPr lang="en-US" sz="1600" kern="1200" dirty="0">
          <a:solidFill>
            <a:schemeClr val="tx1"/>
          </a:solidFill>
          <a:latin typeface="+mn-lt"/>
          <a:ea typeface="+mn-ea"/>
          <a:cs typeface="+mn-cs"/>
        </a:defRPr>
      </a:lvl3pPr>
      <a:lvl4pPr marL="804863" indent="-268288" algn="l" defTabSz="914400" rtl="0" eaLnBrk="1" latinLnBrk="0" hangingPunct="1">
        <a:lnSpc>
          <a:spcPct val="100000"/>
        </a:lnSpc>
        <a:spcBef>
          <a:spcPts val="500"/>
        </a:spcBef>
        <a:buClr>
          <a:schemeClr val="tx1"/>
        </a:buClr>
        <a:buFont typeface="Arial" panose="020B0604020202020204" pitchFamily="34" charset="0"/>
        <a:buChar char="•"/>
        <a:defRPr lang="en-US" sz="1600" kern="1200" dirty="0">
          <a:solidFill>
            <a:schemeClr val="tx1"/>
          </a:solidFill>
          <a:latin typeface="+mn-lt"/>
          <a:ea typeface="+mn-ea"/>
          <a:cs typeface="+mn-cs"/>
        </a:defRPr>
      </a:lvl4pPr>
      <a:lvl5pPr marL="1077913" indent="-273050" algn="l" defTabSz="914400" rtl="0" eaLnBrk="1" latinLnBrk="0" hangingPunct="1">
        <a:lnSpc>
          <a:spcPct val="100000"/>
        </a:lnSpc>
        <a:spcBef>
          <a:spcPts val="500"/>
        </a:spcBef>
        <a:buClr>
          <a:schemeClr val="tx1"/>
        </a:buClr>
        <a:buFont typeface="Arial" panose="020B0604020202020204" pitchFamily="34" charset="0"/>
        <a:buChar char="»"/>
        <a:defRPr lang="en-US" sz="1600" kern="1200" dirty="0">
          <a:solidFill>
            <a:schemeClr val="tx1"/>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p:bodyStyle>
    <p:otherStyle>
      <a:defPPr>
        <a:defRPr lang="en-US"/>
      </a:defPPr>
      <a:lvl1pPr marL="0" indent="0" algn="l" defTabSz="914400" rtl="0" eaLnBrk="1" latinLnBrk="0" hangingPunct="1">
        <a:lnSpc>
          <a:spcPct val="110000"/>
        </a:lnSpc>
        <a:spcBef>
          <a:spcPts val="600"/>
        </a:spcBef>
        <a:buFontTx/>
        <a:buNone/>
        <a:defRPr sz="1800" kern="1200">
          <a:solidFill>
            <a:schemeClr val="tx2"/>
          </a:solidFill>
          <a:latin typeface="+mn-lt"/>
          <a:ea typeface="+mn-ea"/>
          <a:cs typeface="+mn-cs"/>
        </a:defRPr>
      </a:lvl1pPr>
      <a:lvl2pPr marL="0" indent="0" algn="l" defTabSz="914400" rtl="0" eaLnBrk="1" latinLnBrk="0" hangingPunct="1">
        <a:lnSpc>
          <a:spcPct val="110000"/>
        </a:lnSpc>
        <a:spcBef>
          <a:spcPts val="600"/>
        </a:spcBef>
        <a:buFontTx/>
        <a:buNone/>
        <a:defRPr sz="1400" kern="1200">
          <a:solidFill>
            <a:schemeClr val="tx2"/>
          </a:solidFill>
          <a:latin typeface="+mn-lt"/>
          <a:ea typeface="+mn-ea"/>
          <a:cs typeface="+mn-cs"/>
        </a:defRPr>
      </a:lvl2pPr>
      <a:lvl3pPr marL="216000" indent="-216000" algn="l" defTabSz="914400" rtl="0" eaLnBrk="1" latinLnBrk="0" hangingPunct="1">
        <a:lnSpc>
          <a:spcPct val="90000"/>
        </a:lnSpc>
        <a:spcBef>
          <a:spcPts val="600"/>
        </a:spcBef>
        <a:buClr>
          <a:schemeClr val="accent1"/>
        </a:buClr>
        <a:buFont typeface="Wingdings" panose="05000000000000000000" pitchFamily="2" charset="2"/>
        <a:buChar char="§"/>
        <a:defRPr sz="1400" kern="1200">
          <a:solidFill>
            <a:schemeClr val="tx2"/>
          </a:solidFill>
          <a:latin typeface="+mn-lt"/>
          <a:ea typeface="+mn-ea"/>
          <a:cs typeface="+mn-cs"/>
        </a:defRPr>
      </a:lvl3pPr>
      <a:lvl4pPr marL="432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4pPr>
      <a:lvl5pPr marL="648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p:otherStyle>
  </p:txStyles>
  <p:extLst>
    <p:ext uri="{27BBF7A9-308A-43DC-89C8-2F10F3537804}">
      <p15:sldGuideLst xmlns:p15="http://schemas.microsoft.com/office/powerpoint/2012/main">
        <p15:guide id="1" orient="horz" pos="210">
          <p15:clr>
            <a:srgbClr val="F26B43"/>
          </p15:clr>
        </p15:guide>
        <p15:guide id="3" orient="horz" pos="890">
          <p15:clr>
            <a:srgbClr val="F26B43"/>
          </p15:clr>
        </p15:guide>
        <p15:guide id="4" orient="horz" pos="3929" userDrawn="1">
          <p15:clr>
            <a:srgbClr val="F26B43"/>
          </p15:clr>
        </p15:guide>
        <p15:guide id="5" pos="234">
          <p15:clr>
            <a:srgbClr val="F26B43"/>
          </p15:clr>
        </p15:guide>
        <p15:guide id="6" pos="3840">
          <p15:clr>
            <a:srgbClr val="F26B43"/>
          </p15:clr>
        </p15:guide>
        <p15:guide id="8" pos="744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4.xml"/><Relationship Id="rId5" Type="http://schemas.openxmlformats.org/officeDocument/2006/relationships/image" Target="../media/image19.png"/><Relationship Id="rId4" Type="http://schemas.openxmlformats.org/officeDocument/2006/relationships/image" Target="../media/image18.png"/></Relationships>
</file>

<file path=ppt/slides/_rels/slide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7.png"/><Relationship Id="rId1" Type="http://schemas.openxmlformats.org/officeDocument/2006/relationships/slideLayout" Target="../slideLayouts/slideLayout34.xml"/><Relationship Id="rId5" Type="http://schemas.openxmlformats.org/officeDocument/2006/relationships/image" Target="../media/image22.png"/><Relationship Id="rId4" Type="http://schemas.openxmlformats.org/officeDocument/2006/relationships/image" Target="../media/image21.pn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34.xml"/><Relationship Id="rId5" Type="http://schemas.openxmlformats.org/officeDocument/2006/relationships/image" Target="../media/image23.png"/><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4.xml"/><Relationship Id="rId6" Type="http://schemas.openxmlformats.org/officeDocument/2006/relationships/image" Target="../media/image25.png"/><Relationship Id="rId5" Type="http://schemas.openxmlformats.org/officeDocument/2006/relationships/image" Target="../media/image20.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png"/><Relationship Id="rId1" Type="http://schemas.openxmlformats.org/officeDocument/2006/relationships/slideLayout" Target="../slideLayouts/slideLayout34.xml"/><Relationship Id="rId6" Type="http://schemas.openxmlformats.org/officeDocument/2006/relationships/image" Target="../media/image25.png"/><Relationship Id="rId5" Type="http://schemas.openxmlformats.org/officeDocument/2006/relationships/image" Target="../media/image27.png"/><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3.png"/><Relationship Id="rId1" Type="http://schemas.openxmlformats.org/officeDocument/2006/relationships/slideLayout" Target="../slideLayouts/slideLayout34.xml"/><Relationship Id="rId5" Type="http://schemas.openxmlformats.org/officeDocument/2006/relationships/image" Target="../media/image20.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2.png"/><Relationship Id="rId1" Type="http://schemas.openxmlformats.org/officeDocument/2006/relationships/slideLayout" Target="../slideLayouts/slideLayout34.xml"/><Relationship Id="rId5" Type="http://schemas.openxmlformats.org/officeDocument/2006/relationships/image" Target="../media/image27.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9.png"/><Relationship Id="rId2" Type="http://schemas.openxmlformats.org/officeDocument/2006/relationships/image" Target="../media/image16.png"/><Relationship Id="rId1" Type="http://schemas.openxmlformats.org/officeDocument/2006/relationships/slideLayout" Target="../slideLayouts/slideLayout34.xml"/><Relationship Id="rId6" Type="http://schemas.openxmlformats.org/officeDocument/2006/relationships/image" Target="../media/image22.png"/><Relationship Id="rId5" Type="http://schemas.openxmlformats.org/officeDocument/2006/relationships/image" Target="../media/image28.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4CEC355-7920-CBAA-2AD2-5FF8611DA19A}"/>
              </a:ext>
            </a:extLst>
          </p:cNvPr>
          <p:cNvSpPr>
            <a:spLocks noGrp="1"/>
          </p:cNvSpPr>
          <p:nvPr>
            <p:ph type="ftr" sz="quarter" idx="3"/>
          </p:nvPr>
        </p:nvSpPr>
        <p:spPr/>
        <p:txBody>
          <a:bodyPr/>
          <a:lstStyle/>
          <a:p>
            <a:r>
              <a:rPr lang="en-US"/>
              <a:t>© </a:t>
            </a:r>
            <a:fld id="{BD10386A-F078-491A-8D58-536D4066CAE5}" type="datetimeyyyy">
              <a:rPr lang="en-US" smtClean="0"/>
              <a:pPr/>
              <a:t>2026</a:t>
            </a:fld>
            <a:r>
              <a:rPr lang="en-US"/>
              <a:t> NTT DATA Business Solutions</a:t>
            </a:r>
          </a:p>
        </p:txBody>
      </p:sp>
      <p:sp>
        <p:nvSpPr>
          <p:cNvPr id="4" name="Slide Number Placeholder 3">
            <a:extLst>
              <a:ext uri="{FF2B5EF4-FFF2-40B4-BE49-F238E27FC236}">
                <a16:creationId xmlns:a16="http://schemas.microsoft.com/office/drawing/2014/main" id="{1CE1CC02-074D-BB43-3247-A72B4EB88460}"/>
              </a:ext>
            </a:extLst>
          </p:cNvPr>
          <p:cNvSpPr>
            <a:spLocks noGrp="1"/>
          </p:cNvSpPr>
          <p:nvPr>
            <p:ph type="sldNum" sz="quarter" idx="4"/>
          </p:nvPr>
        </p:nvSpPr>
        <p:spPr/>
        <p:txBody>
          <a:bodyPr/>
          <a:lstStyle/>
          <a:p>
            <a:fld id="{13CE6DAF-806F-404B-BC68-339BFCB57E5C}" type="slidenum">
              <a:rPr lang="en-US" smtClean="0"/>
              <a:pPr/>
              <a:t>1</a:t>
            </a:fld>
            <a:endParaRPr lang="en-US"/>
          </a:p>
        </p:txBody>
      </p:sp>
      <p:sp>
        <p:nvSpPr>
          <p:cNvPr id="7" name="Text 6">
            <a:extLst>
              <a:ext uri="{FF2B5EF4-FFF2-40B4-BE49-F238E27FC236}">
                <a16:creationId xmlns:a16="http://schemas.microsoft.com/office/drawing/2014/main" id="{86959537-135E-9A5E-55BB-3EC707A6AA1E}"/>
              </a:ext>
            </a:extLst>
          </p:cNvPr>
          <p:cNvSpPr/>
          <p:nvPr/>
        </p:nvSpPr>
        <p:spPr>
          <a:xfrm>
            <a:off x="411480" y="1005840"/>
            <a:ext cx="4663440" cy="685800"/>
          </a:xfrm>
          <a:prstGeom prst="rect">
            <a:avLst/>
          </a:prstGeom>
          <a:noFill/>
          <a:ln/>
        </p:spPr>
        <p:txBody>
          <a:bodyPr wrap="square" lIns="0" tIns="0" rIns="0" bIns="0" rtlCol="0" anchor="ctr"/>
          <a:lstStyle/>
          <a:p>
            <a:pPr marL="0" indent="0">
              <a:buNone/>
            </a:pPr>
            <a:r>
              <a:rPr lang="en-US" sz="3800" b="1" dirty="0">
                <a:solidFill>
                  <a:srgbClr val="FFFFFF"/>
                </a:solidFill>
                <a:latin typeface="+mj-lt"/>
                <a:ea typeface="Calibri" pitchFamily="34" charset="-122"/>
                <a:cs typeface="Calibri" pitchFamily="34" charset="-120"/>
              </a:rPr>
              <a:t>SAP Supply Chain</a:t>
            </a:r>
            <a:endParaRPr lang="en-US" sz="3800" dirty="0">
              <a:latin typeface="+mj-lt"/>
            </a:endParaRPr>
          </a:p>
        </p:txBody>
      </p:sp>
      <p:sp>
        <p:nvSpPr>
          <p:cNvPr id="8" name="Text 7">
            <a:extLst>
              <a:ext uri="{FF2B5EF4-FFF2-40B4-BE49-F238E27FC236}">
                <a16:creationId xmlns:a16="http://schemas.microsoft.com/office/drawing/2014/main" id="{01320192-2D5A-592B-8FD7-B0DE4BA2338C}"/>
              </a:ext>
            </a:extLst>
          </p:cNvPr>
          <p:cNvSpPr/>
          <p:nvPr/>
        </p:nvSpPr>
        <p:spPr>
          <a:xfrm>
            <a:off x="411480" y="1508760"/>
            <a:ext cx="4663440" cy="685800"/>
          </a:xfrm>
          <a:prstGeom prst="rect">
            <a:avLst/>
          </a:prstGeom>
          <a:noFill/>
          <a:ln/>
        </p:spPr>
        <p:txBody>
          <a:bodyPr wrap="square" lIns="0" tIns="0" rIns="0" bIns="0" rtlCol="0" anchor="ctr"/>
          <a:lstStyle/>
          <a:p>
            <a:pPr marL="0" indent="0">
              <a:buNone/>
            </a:pPr>
            <a:r>
              <a:rPr lang="en-US" sz="3800" b="1" dirty="0">
                <a:solidFill>
                  <a:srgbClr val="50E6FF"/>
                </a:solidFill>
                <a:latin typeface="+mj-lt"/>
                <a:ea typeface="Calibri" pitchFamily="34" charset="-122"/>
                <a:cs typeface="Calibri" pitchFamily="34" charset="-120"/>
              </a:rPr>
              <a:t>Intelligence</a:t>
            </a:r>
            <a:endParaRPr lang="en-US" sz="3800" dirty="0">
              <a:latin typeface="+mj-lt"/>
            </a:endParaRPr>
          </a:p>
        </p:txBody>
      </p:sp>
      <p:sp>
        <p:nvSpPr>
          <p:cNvPr id="9" name="Text 8">
            <a:extLst>
              <a:ext uri="{FF2B5EF4-FFF2-40B4-BE49-F238E27FC236}">
                <a16:creationId xmlns:a16="http://schemas.microsoft.com/office/drawing/2014/main" id="{91CE7D5C-F890-C9CA-E342-F8D954F761EF}"/>
              </a:ext>
            </a:extLst>
          </p:cNvPr>
          <p:cNvSpPr/>
          <p:nvPr/>
        </p:nvSpPr>
        <p:spPr>
          <a:xfrm>
            <a:off x="465772" y="2697480"/>
            <a:ext cx="4663440" cy="731520"/>
          </a:xfrm>
          <a:prstGeom prst="rect">
            <a:avLst/>
          </a:prstGeom>
          <a:noFill/>
          <a:ln/>
        </p:spPr>
        <p:txBody>
          <a:bodyPr wrap="square" lIns="0" tIns="0" rIns="0" bIns="0" rtlCol="0" anchor="ctr"/>
          <a:lstStyle/>
          <a:p>
            <a:pPr marL="0" indent="0">
              <a:buNone/>
            </a:pPr>
            <a:r>
              <a:rPr lang="en-US" sz="1600" dirty="0">
                <a:solidFill>
                  <a:srgbClr val="B8CFE8"/>
                </a:solidFill>
                <a:ea typeface="Calibri" pitchFamily="34" charset="-122"/>
                <a:cs typeface="Calibri" pitchFamily="34" charset="-120"/>
              </a:rPr>
              <a:t>AI-Powered Optimization Across</a:t>
            </a:r>
            <a:endParaRPr lang="en-US" sz="1600" dirty="0"/>
          </a:p>
          <a:p>
            <a:pPr marL="0" indent="0">
              <a:buNone/>
            </a:pPr>
            <a:r>
              <a:rPr lang="en-US" sz="1600" dirty="0">
                <a:solidFill>
                  <a:srgbClr val="B8CFE8"/>
                </a:solidFill>
                <a:ea typeface="Calibri" pitchFamily="34" charset="-122"/>
                <a:cs typeface="Calibri" pitchFamily="34" charset="-120"/>
              </a:rPr>
              <a:t>Demand · Inventory · Planning · Logistics</a:t>
            </a:r>
            <a:endParaRPr lang="en-US" sz="1600" dirty="0"/>
          </a:p>
        </p:txBody>
      </p:sp>
      <p:pic>
        <p:nvPicPr>
          <p:cNvPr id="11" name="Image 0" descr="preencoded.png">
            <a:extLst>
              <a:ext uri="{FF2B5EF4-FFF2-40B4-BE49-F238E27FC236}">
                <a16:creationId xmlns:a16="http://schemas.microsoft.com/office/drawing/2014/main" id="{4B3D7F9D-9AAB-B48F-69B8-DDCDFDD6B525}"/>
              </a:ext>
            </a:extLst>
          </p:cNvPr>
          <p:cNvPicPr>
            <a:picLocks noChangeAspect="1"/>
          </p:cNvPicPr>
          <p:nvPr/>
        </p:nvPicPr>
        <p:blipFill>
          <a:blip r:embed="rId2"/>
          <a:stretch>
            <a:fillRect/>
          </a:stretch>
        </p:blipFill>
        <p:spPr>
          <a:xfrm>
            <a:off x="7431991" y="794198"/>
            <a:ext cx="979850" cy="1153021"/>
          </a:xfrm>
          <a:prstGeom prst="rect">
            <a:avLst/>
          </a:prstGeom>
        </p:spPr>
      </p:pic>
      <p:sp>
        <p:nvSpPr>
          <p:cNvPr id="12" name="Text 9">
            <a:extLst>
              <a:ext uri="{FF2B5EF4-FFF2-40B4-BE49-F238E27FC236}">
                <a16:creationId xmlns:a16="http://schemas.microsoft.com/office/drawing/2014/main" id="{47610C92-D904-B4F6-9264-01204DB64AD7}"/>
              </a:ext>
            </a:extLst>
          </p:cNvPr>
          <p:cNvSpPr/>
          <p:nvPr/>
        </p:nvSpPr>
        <p:spPr>
          <a:xfrm>
            <a:off x="8013443" y="1662687"/>
            <a:ext cx="3474720" cy="822960"/>
          </a:xfrm>
          <a:prstGeom prst="rect">
            <a:avLst/>
          </a:prstGeom>
          <a:noFill/>
          <a:ln/>
        </p:spPr>
        <p:txBody>
          <a:bodyPr wrap="square" lIns="0" tIns="0" rIns="0" bIns="0" rtlCol="0" anchor="ctr"/>
          <a:lstStyle/>
          <a:p>
            <a:pPr marL="0" indent="0" algn="ctr">
              <a:buNone/>
            </a:pPr>
            <a:r>
              <a:rPr lang="en-US" sz="1600" b="1" dirty="0">
                <a:solidFill>
                  <a:srgbClr val="FFFFFF"/>
                </a:solidFill>
                <a:latin typeface="+mj-lt"/>
                <a:ea typeface="Calibri" pitchFamily="34" charset="-122"/>
                <a:cs typeface="Calibri" pitchFamily="34" charset="-120"/>
              </a:rPr>
              <a:t>Microsoft Azure</a:t>
            </a:r>
            <a:endParaRPr lang="en-US" sz="1600" dirty="0">
              <a:latin typeface="+mj-lt"/>
            </a:endParaRPr>
          </a:p>
          <a:p>
            <a:pPr marL="0" indent="0" algn="ctr">
              <a:buNone/>
            </a:pPr>
            <a:r>
              <a:rPr lang="en-US" sz="1600" b="1" dirty="0">
                <a:solidFill>
                  <a:srgbClr val="FFFFFF"/>
                </a:solidFill>
                <a:latin typeface="+mj-lt"/>
                <a:ea typeface="Calibri" pitchFamily="34" charset="-122"/>
                <a:cs typeface="Calibri" pitchFamily="34" charset="-120"/>
              </a:rPr>
              <a:t>&amp; Fabric Platform</a:t>
            </a:r>
            <a:endParaRPr lang="en-US" sz="1600" dirty="0">
              <a:latin typeface="+mj-lt"/>
            </a:endParaRPr>
          </a:p>
        </p:txBody>
      </p:sp>
      <p:sp>
        <p:nvSpPr>
          <p:cNvPr id="13" name="Shape 10">
            <a:extLst>
              <a:ext uri="{FF2B5EF4-FFF2-40B4-BE49-F238E27FC236}">
                <a16:creationId xmlns:a16="http://schemas.microsoft.com/office/drawing/2014/main" id="{4A1B7AF9-29C4-18E4-7131-99A6E2E75CAC}"/>
              </a:ext>
            </a:extLst>
          </p:cNvPr>
          <p:cNvSpPr/>
          <p:nvPr/>
        </p:nvSpPr>
        <p:spPr>
          <a:xfrm>
            <a:off x="7500271" y="2986221"/>
            <a:ext cx="4296427" cy="656052"/>
          </a:xfrm>
          <a:prstGeom prst="rect">
            <a:avLst/>
          </a:prstGeom>
          <a:solidFill>
            <a:srgbClr val="FFFFFF">
              <a:alpha val="85000"/>
            </a:srgbClr>
          </a:solidFill>
          <a:ln w="12700">
            <a:solidFill>
              <a:srgbClr val="FFFFFF">
                <a:alpha val="70000"/>
              </a:srgbClr>
            </a:solidFill>
            <a:prstDash val="solid"/>
          </a:ln>
        </p:spPr>
        <p:txBody>
          <a:bodyPr/>
          <a:lstStyle/>
          <a:p>
            <a:endParaRPr lang="en-IN"/>
          </a:p>
        </p:txBody>
      </p:sp>
      <p:pic>
        <p:nvPicPr>
          <p:cNvPr id="14" name="Image 1" descr="preencoded.png">
            <a:extLst>
              <a:ext uri="{FF2B5EF4-FFF2-40B4-BE49-F238E27FC236}">
                <a16:creationId xmlns:a16="http://schemas.microsoft.com/office/drawing/2014/main" id="{0A8BBB58-C3E9-ECB4-3307-5EF088CEB699}"/>
              </a:ext>
            </a:extLst>
          </p:cNvPr>
          <p:cNvPicPr>
            <a:picLocks noChangeAspect="1"/>
          </p:cNvPicPr>
          <p:nvPr/>
        </p:nvPicPr>
        <p:blipFill>
          <a:blip r:embed="rId3"/>
          <a:stretch>
            <a:fillRect/>
          </a:stretch>
        </p:blipFill>
        <p:spPr>
          <a:xfrm>
            <a:off x="7775806" y="3054862"/>
            <a:ext cx="481468" cy="481468"/>
          </a:xfrm>
          <a:prstGeom prst="rect">
            <a:avLst/>
          </a:prstGeom>
        </p:spPr>
      </p:pic>
      <p:sp>
        <p:nvSpPr>
          <p:cNvPr id="15" name="Text 11">
            <a:extLst>
              <a:ext uri="{FF2B5EF4-FFF2-40B4-BE49-F238E27FC236}">
                <a16:creationId xmlns:a16="http://schemas.microsoft.com/office/drawing/2014/main" id="{F6EBC638-6AEF-681E-5668-9B8EEB5BD803}"/>
              </a:ext>
            </a:extLst>
          </p:cNvPr>
          <p:cNvSpPr/>
          <p:nvPr/>
        </p:nvSpPr>
        <p:spPr>
          <a:xfrm>
            <a:off x="8411841" y="3004715"/>
            <a:ext cx="3314387" cy="619064"/>
          </a:xfrm>
          <a:prstGeom prst="rect">
            <a:avLst/>
          </a:prstGeom>
          <a:noFill/>
          <a:ln/>
        </p:spPr>
        <p:txBody>
          <a:bodyPr wrap="square" lIns="0" tIns="0" rIns="0" bIns="0" rtlCol="0" anchor="ctr"/>
          <a:lstStyle/>
          <a:p>
            <a:pPr marL="0" indent="0">
              <a:buNone/>
            </a:pPr>
            <a:r>
              <a:rPr lang="en-US" sz="1600" dirty="0">
                <a:solidFill>
                  <a:schemeClr val="bg1"/>
                </a:solidFill>
                <a:ea typeface="Calibri" pitchFamily="34" charset="-122"/>
                <a:cs typeface="Calibri" pitchFamily="34" charset="-120"/>
              </a:rPr>
              <a:t>Azure Data Factory / ADF</a:t>
            </a:r>
            <a:endParaRPr lang="en-US" sz="1600" dirty="0">
              <a:solidFill>
                <a:schemeClr val="bg1"/>
              </a:solidFill>
            </a:endParaRPr>
          </a:p>
        </p:txBody>
      </p:sp>
      <p:sp>
        <p:nvSpPr>
          <p:cNvPr id="16" name="Shape 12">
            <a:extLst>
              <a:ext uri="{FF2B5EF4-FFF2-40B4-BE49-F238E27FC236}">
                <a16:creationId xmlns:a16="http://schemas.microsoft.com/office/drawing/2014/main" id="{A9545576-479E-8727-992B-1BAFCE65C3AA}"/>
              </a:ext>
            </a:extLst>
          </p:cNvPr>
          <p:cNvSpPr/>
          <p:nvPr/>
        </p:nvSpPr>
        <p:spPr>
          <a:xfrm>
            <a:off x="7500270" y="3790529"/>
            <a:ext cx="4296427" cy="656053"/>
          </a:xfrm>
          <a:prstGeom prst="rect">
            <a:avLst/>
          </a:prstGeom>
          <a:solidFill>
            <a:srgbClr val="FFFFFF">
              <a:alpha val="85000"/>
            </a:srgbClr>
          </a:solidFill>
          <a:ln w="12700">
            <a:solidFill>
              <a:srgbClr val="FFFFFF">
                <a:alpha val="70000"/>
              </a:srgbClr>
            </a:solidFill>
            <a:prstDash val="solid"/>
          </a:ln>
        </p:spPr>
        <p:txBody>
          <a:bodyPr/>
          <a:lstStyle/>
          <a:p>
            <a:endParaRPr lang="en-IN"/>
          </a:p>
        </p:txBody>
      </p:sp>
      <p:sp>
        <p:nvSpPr>
          <p:cNvPr id="17" name="Shape 12">
            <a:extLst>
              <a:ext uri="{FF2B5EF4-FFF2-40B4-BE49-F238E27FC236}">
                <a16:creationId xmlns:a16="http://schemas.microsoft.com/office/drawing/2014/main" id="{DA02C6A1-7329-432B-628B-00C46564B451}"/>
              </a:ext>
            </a:extLst>
          </p:cNvPr>
          <p:cNvSpPr/>
          <p:nvPr/>
        </p:nvSpPr>
        <p:spPr>
          <a:xfrm>
            <a:off x="7500270" y="4554149"/>
            <a:ext cx="4296427" cy="656053"/>
          </a:xfrm>
          <a:prstGeom prst="rect">
            <a:avLst/>
          </a:prstGeom>
          <a:solidFill>
            <a:srgbClr val="FFFFFF">
              <a:alpha val="85000"/>
            </a:srgbClr>
          </a:solidFill>
          <a:ln w="12700">
            <a:solidFill>
              <a:srgbClr val="FFFFFF">
                <a:alpha val="70000"/>
              </a:srgbClr>
            </a:solidFill>
            <a:prstDash val="solid"/>
          </a:ln>
        </p:spPr>
        <p:txBody>
          <a:bodyPr/>
          <a:lstStyle/>
          <a:p>
            <a:endParaRPr lang="en-IN"/>
          </a:p>
        </p:txBody>
      </p:sp>
      <p:sp>
        <p:nvSpPr>
          <p:cNvPr id="18" name="Shape 12">
            <a:extLst>
              <a:ext uri="{FF2B5EF4-FFF2-40B4-BE49-F238E27FC236}">
                <a16:creationId xmlns:a16="http://schemas.microsoft.com/office/drawing/2014/main" id="{B1C9BB8F-AC6C-3326-B498-5708A2160BCF}"/>
              </a:ext>
            </a:extLst>
          </p:cNvPr>
          <p:cNvSpPr/>
          <p:nvPr/>
        </p:nvSpPr>
        <p:spPr>
          <a:xfrm>
            <a:off x="7500270" y="5388390"/>
            <a:ext cx="4296427" cy="656053"/>
          </a:xfrm>
          <a:prstGeom prst="rect">
            <a:avLst/>
          </a:prstGeom>
          <a:solidFill>
            <a:srgbClr val="FFFFFF">
              <a:alpha val="85000"/>
            </a:srgbClr>
          </a:solidFill>
          <a:ln w="12700">
            <a:solidFill>
              <a:srgbClr val="FFFFFF">
                <a:alpha val="70000"/>
              </a:srgbClr>
            </a:solidFill>
            <a:prstDash val="solid"/>
          </a:ln>
        </p:spPr>
        <p:txBody>
          <a:bodyPr/>
          <a:lstStyle/>
          <a:p>
            <a:endParaRPr lang="en-IN"/>
          </a:p>
        </p:txBody>
      </p:sp>
      <p:sp>
        <p:nvSpPr>
          <p:cNvPr id="19" name="Text 13">
            <a:extLst>
              <a:ext uri="{FF2B5EF4-FFF2-40B4-BE49-F238E27FC236}">
                <a16:creationId xmlns:a16="http://schemas.microsoft.com/office/drawing/2014/main" id="{63E573E2-9EC7-A0C8-DF9B-2CE75D9CF4AE}"/>
              </a:ext>
            </a:extLst>
          </p:cNvPr>
          <p:cNvSpPr/>
          <p:nvPr/>
        </p:nvSpPr>
        <p:spPr>
          <a:xfrm>
            <a:off x="8411841" y="3958535"/>
            <a:ext cx="2926080" cy="320040"/>
          </a:xfrm>
          <a:prstGeom prst="rect">
            <a:avLst/>
          </a:prstGeom>
          <a:noFill/>
          <a:ln/>
        </p:spPr>
        <p:txBody>
          <a:bodyPr wrap="square" lIns="0" tIns="0" rIns="0" bIns="0" rtlCol="0" anchor="ctr"/>
          <a:lstStyle/>
          <a:p>
            <a:pPr marL="0" indent="0">
              <a:buNone/>
            </a:pPr>
            <a:r>
              <a:rPr lang="en-US" sz="1600" dirty="0">
                <a:solidFill>
                  <a:schemeClr val="bg1"/>
                </a:solidFill>
                <a:ea typeface="Calibri" pitchFamily="34" charset="-122"/>
                <a:cs typeface="Calibri" pitchFamily="34" charset="-120"/>
              </a:rPr>
              <a:t>Microsoft Fabric / Lakehouse</a:t>
            </a:r>
            <a:endParaRPr lang="en-US" sz="1600" dirty="0">
              <a:solidFill>
                <a:schemeClr val="bg1"/>
              </a:solidFill>
            </a:endParaRPr>
          </a:p>
        </p:txBody>
      </p:sp>
      <p:pic>
        <p:nvPicPr>
          <p:cNvPr id="20" name="Image 2" descr="preencoded.png">
            <a:extLst>
              <a:ext uri="{FF2B5EF4-FFF2-40B4-BE49-F238E27FC236}">
                <a16:creationId xmlns:a16="http://schemas.microsoft.com/office/drawing/2014/main" id="{288EFA2D-C092-C596-8C7D-7292BA79428A}"/>
              </a:ext>
            </a:extLst>
          </p:cNvPr>
          <p:cNvPicPr>
            <a:picLocks noChangeAspect="1"/>
          </p:cNvPicPr>
          <p:nvPr/>
        </p:nvPicPr>
        <p:blipFill>
          <a:blip r:embed="rId4"/>
          <a:stretch>
            <a:fillRect/>
          </a:stretch>
        </p:blipFill>
        <p:spPr>
          <a:xfrm>
            <a:off x="7742581" y="3827734"/>
            <a:ext cx="495229" cy="495229"/>
          </a:xfrm>
          <a:prstGeom prst="rect">
            <a:avLst/>
          </a:prstGeom>
        </p:spPr>
      </p:pic>
      <p:sp>
        <p:nvSpPr>
          <p:cNvPr id="21" name="Text 15">
            <a:extLst>
              <a:ext uri="{FF2B5EF4-FFF2-40B4-BE49-F238E27FC236}">
                <a16:creationId xmlns:a16="http://schemas.microsoft.com/office/drawing/2014/main" id="{89CA2BAA-47D3-9D5B-9C2A-A3D249108508}"/>
              </a:ext>
            </a:extLst>
          </p:cNvPr>
          <p:cNvSpPr/>
          <p:nvPr/>
        </p:nvSpPr>
        <p:spPr>
          <a:xfrm>
            <a:off x="8411841" y="4749571"/>
            <a:ext cx="2926080" cy="320040"/>
          </a:xfrm>
          <a:prstGeom prst="rect">
            <a:avLst/>
          </a:prstGeom>
          <a:noFill/>
          <a:ln/>
        </p:spPr>
        <p:txBody>
          <a:bodyPr wrap="square" lIns="0" tIns="0" rIns="0" bIns="0" rtlCol="0" anchor="ctr"/>
          <a:lstStyle/>
          <a:p>
            <a:pPr marL="0" indent="0">
              <a:buNone/>
            </a:pPr>
            <a:r>
              <a:rPr lang="en-US" sz="1600" dirty="0">
                <a:solidFill>
                  <a:schemeClr val="bg1"/>
                </a:solidFill>
                <a:ea typeface="Calibri" pitchFamily="34" charset="-122"/>
                <a:cs typeface="Calibri" pitchFamily="34" charset="-120"/>
              </a:rPr>
              <a:t>Azure ML + OpenAI</a:t>
            </a:r>
            <a:endParaRPr lang="en-US" sz="1600" dirty="0">
              <a:solidFill>
                <a:schemeClr val="bg1"/>
              </a:solidFill>
            </a:endParaRPr>
          </a:p>
        </p:txBody>
      </p:sp>
      <p:pic>
        <p:nvPicPr>
          <p:cNvPr id="22" name="Image 3" descr="preencoded.png">
            <a:extLst>
              <a:ext uri="{FF2B5EF4-FFF2-40B4-BE49-F238E27FC236}">
                <a16:creationId xmlns:a16="http://schemas.microsoft.com/office/drawing/2014/main" id="{BB81D91E-4077-6DBB-B263-BF2ABA1245B8}"/>
              </a:ext>
            </a:extLst>
          </p:cNvPr>
          <p:cNvPicPr>
            <a:picLocks noChangeAspect="1"/>
          </p:cNvPicPr>
          <p:nvPr/>
        </p:nvPicPr>
        <p:blipFill>
          <a:blip r:embed="rId2"/>
          <a:stretch>
            <a:fillRect/>
          </a:stretch>
        </p:blipFill>
        <p:spPr>
          <a:xfrm>
            <a:off x="7775806" y="4594838"/>
            <a:ext cx="484632" cy="484632"/>
          </a:xfrm>
          <a:prstGeom prst="rect">
            <a:avLst/>
          </a:prstGeom>
        </p:spPr>
      </p:pic>
      <p:sp>
        <p:nvSpPr>
          <p:cNvPr id="23" name="Text 17">
            <a:extLst>
              <a:ext uri="{FF2B5EF4-FFF2-40B4-BE49-F238E27FC236}">
                <a16:creationId xmlns:a16="http://schemas.microsoft.com/office/drawing/2014/main" id="{A3C7B80C-9E46-689F-D14F-7161022EDFF0}"/>
              </a:ext>
            </a:extLst>
          </p:cNvPr>
          <p:cNvSpPr/>
          <p:nvPr/>
        </p:nvSpPr>
        <p:spPr>
          <a:xfrm>
            <a:off x="8411841" y="5556396"/>
            <a:ext cx="2926080" cy="320040"/>
          </a:xfrm>
          <a:prstGeom prst="rect">
            <a:avLst/>
          </a:prstGeom>
          <a:noFill/>
          <a:ln/>
        </p:spPr>
        <p:txBody>
          <a:bodyPr wrap="square" lIns="0" tIns="0" rIns="0" bIns="0" rtlCol="0" anchor="ctr"/>
          <a:lstStyle/>
          <a:p>
            <a:pPr marL="0" indent="0">
              <a:buNone/>
            </a:pPr>
            <a:r>
              <a:rPr lang="en-US" sz="1600" dirty="0">
                <a:solidFill>
                  <a:schemeClr val="bg1"/>
                </a:solidFill>
                <a:ea typeface="Calibri" pitchFamily="34" charset="-122"/>
                <a:cs typeface="Calibri" pitchFamily="34" charset="-120"/>
              </a:rPr>
              <a:t>Agentic AI Copilot Layer</a:t>
            </a:r>
            <a:endParaRPr lang="en-US" sz="1600" dirty="0">
              <a:solidFill>
                <a:schemeClr val="bg1"/>
              </a:solidFill>
            </a:endParaRPr>
          </a:p>
        </p:txBody>
      </p:sp>
      <p:pic>
        <p:nvPicPr>
          <p:cNvPr id="24" name="Image 4" descr="preencoded.png">
            <a:extLst>
              <a:ext uri="{FF2B5EF4-FFF2-40B4-BE49-F238E27FC236}">
                <a16:creationId xmlns:a16="http://schemas.microsoft.com/office/drawing/2014/main" id="{AC64C995-06FE-390A-4222-30E92E7D80DA}"/>
              </a:ext>
            </a:extLst>
          </p:cNvPr>
          <p:cNvPicPr>
            <a:picLocks noChangeAspect="1"/>
          </p:cNvPicPr>
          <p:nvPr/>
        </p:nvPicPr>
        <p:blipFill>
          <a:blip r:embed="rId5"/>
          <a:stretch>
            <a:fillRect/>
          </a:stretch>
        </p:blipFill>
        <p:spPr>
          <a:xfrm>
            <a:off x="7732634" y="5450695"/>
            <a:ext cx="561619" cy="561619"/>
          </a:xfrm>
          <a:prstGeom prst="rect">
            <a:avLst/>
          </a:prstGeom>
        </p:spPr>
      </p:pic>
    </p:spTree>
    <p:extLst>
      <p:ext uri="{BB962C8B-B14F-4D97-AF65-F5344CB8AC3E}">
        <p14:creationId xmlns:p14="http://schemas.microsoft.com/office/powerpoint/2010/main" val="2001187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D7B41-9375-E60D-AA51-6148AE35DED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9CF5DDC-854B-EA16-5EE9-87260BC6E99D}"/>
              </a:ext>
            </a:extLst>
          </p:cNvPr>
          <p:cNvSpPr>
            <a:spLocks noGrp="1"/>
          </p:cNvSpPr>
          <p:nvPr>
            <p:ph type="ftr" sz="quarter" idx="3"/>
          </p:nvPr>
        </p:nvSpPr>
        <p:spPr>
          <a:xfrm>
            <a:off x="371475" y="6563358"/>
            <a:ext cx="4877407" cy="60103"/>
          </a:xfrm>
        </p:spPr>
        <p:txBody>
          <a:bodyPr/>
          <a:lstStyle/>
          <a:p>
            <a:r>
              <a:rPr lang="en-US"/>
              <a:t>© </a:t>
            </a:r>
            <a:fld id="{BD10386A-F078-491A-8D58-536D4066CAE5}" type="datetimeyyyy">
              <a:rPr lang="en-US" smtClean="0"/>
              <a:pPr/>
              <a:t>2026</a:t>
            </a:fld>
            <a:r>
              <a:rPr lang="en-US"/>
              <a:t> NTT DATA Business Solutions</a:t>
            </a:r>
          </a:p>
        </p:txBody>
      </p:sp>
      <p:sp>
        <p:nvSpPr>
          <p:cNvPr id="4" name="Slide Number Placeholder 3">
            <a:extLst>
              <a:ext uri="{FF2B5EF4-FFF2-40B4-BE49-F238E27FC236}">
                <a16:creationId xmlns:a16="http://schemas.microsoft.com/office/drawing/2014/main" id="{3D4CE89E-118C-669C-F355-D7FC545B174A}"/>
              </a:ext>
            </a:extLst>
          </p:cNvPr>
          <p:cNvSpPr>
            <a:spLocks noGrp="1"/>
          </p:cNvSpPr>
          <p:nvPr>
            <p:ph type="sldNum" sz="quarter" idx="4"/>
          </p:nvPr>
        </p:nvSpPr>
        <p:spPr>
          <a:xfrm>
            <a:off x="5943600" y="6563358"/>
            <a:ext cx="306394" cy="60103"/>
          </a:xfrm>
        </p:spPr>
        <p:txBody>
          <a:bodyPr/>
          <a:lstStyle/>
          <a:p>
            <a:fld id="{13CE6DAF-806F-404B-BC68-339BFCB57E5C}" type="slidenum">
              <a:rPr lang="en-US" smtClean="0"/>
              <a:pPr/>
              <a:t>2</a:t>
            </a:fld>
            <a:endParaRPr lang="en-US"/>
          </a:p>
        </p:txBody>
      </p:sp>
      <p:sp>
        <p:nvSpPr>
          <p:cNvPr id="7" name="Shape 0">
            <a:extLst>
              <a:ext uri="{FF2B5EF4-FFF2-40B4-BE49-F238E27FC236}">
                <a16:creationId xmlns:a16="http://schemas.microsoft.com/office/drawing/2014/main" id="{86F82372-7096-A6CD-7E4D-C294116BF270}"/>
              </a:ext>
            </a:extLst>
          </p:cNvPr>
          <p:cNvSpPr/>
          <p:nvPr/>
        </p:nvSpPr>
        <p:spPr>
          <a:xfrm>
            <a:off x="-1" y="-13715"/>
            <a:ext cx="12255753" cy="49456"/>
          </a:xfrm>
          <a:prstGeom prst="rect">
            <a:avLst/>
          </a:prstGeom>
          <a:solidFill>
            <a:srgbClr val="0078D4"/>
          </a:solidFill>
          <a:ln w="12700">
            <a:solidFill>
              <a:srgbClr val="0078D4"/>
            </a:solidFill>
            <a:prstDash val="solid"/>
          </a:ln>
        </p:spPr>
        <p:txBody>
          <a:bodyPr/>
          <a:lstStyle/>
          <a:p>
            <a:endParaRPr lang="en-IN" sz="1867"/>
          </a:p>
        </p:txBody>
      </p:sp>
      <p:sp>
        <p:nvSpPr>
          <p:cNvPr id="8" name="Text 1">
            <a:extLst>
              <a:ext uri="{FF2B5EF4-FFF2-40B4-BE49-F238E27FC236}">
                <a16:creationId xmlns:a16="http://schemas.microsoft.com/office/drawing/2014/main" id="{7712EB8A-E6DB-249E-DC06-F50DE5A570D5}"/>
              </a:ext>
            </a:extLst>
          </p:cNvPr>
          <p:cNvSpPr/>
          <p:nvPr/>
        </p:nvSpPr>
        <p:spPr>
          <a:xfrm>
            <a:off x="428511" y="205991"/>
            <a:ext cx="11030177" cy="494558"/>
          </a:xfrm>
          <a:prstGeom prst="rect">
            <a:avLst/>
          </a:prstGeom>
          <a:noFill/>
          <a:ln/>
        </p:spPr>
        <p:txBody>
          <a:bodyPr wrap="square" lIns="0" tIns="0" rIns="0" bIns="0" rtlCol="0" anchor="ctr"/>
          <a:lstStyle/>
          <a:p>
            <a:r>
              <a:rPr lang="en-US" sz="3467" b="1" dirty="0">
                <a:solidFill>
                  <a:srgbClr val="FFFFFF"/>
                </a:solidFill>
                <a:latin typeface="+mj-lt"/>
                <a:ea typeface="Calibri" pitchFamily="34" charset="-122"/>
                <a:cs typeface="Calibri" pitchFamily="34" charset="-120"/>
              </a:rPr>
              <a:t>The SAP Supply Chain Opportunity</a:t>
            </a:r>
            <a:endParaRPr lang="en-US" sz="3467" dirty="0">
              <a:latin typeface="+mj-lt"/>
            </a:endParaRPr>
          </a:p>
        </p:txBody>
      </p:sp>
      <p:sp>
        <p:nvSpPr>
          <p:cNvPr id="9" name="Text 2">
            <a:extLst>
              <a:ext uri="{FF2B5EF4-FFF2-40B4-BE49-F238E27FC236}">
                <a16:creationId xmlns:a16="http://schemas.microsoft.com/office/drawing/2014/main" id="{09868FEC-3086-F177-229B-7F90FFC86E24}"/>
              </a:ext>
            </a:extLst>
          </p:cNvPr>
          <p:cNvSpPr/>
          <p:nvPr/>
        </p:nvSpPr>
        <p:spPr>
          <a:xfrm>
            <a:off x="670559" y="900685"/>
            <a:ext cx="11030177" cy="288492"/>
          </a:xfrm>
          <a:prstGeom prst="rect">
            <a:avLst/>
          </a:prstGeom>
          <a:noFill/>
          <a:ln/>
        </p:spPr>
        <p:txBody>
          <a:bodyPr wrap="square" lIns="0" tIns="0" rIns="0" bIns="0" rtlCol="0" anchor="ctr"/>
          <a:lstStyle/>
          <a:p>
            <a:r>
              <a:rPr lang="en-US" sz="1733" dirty="0">
                <a:solidFill>
                  <a:srgbClr val="B8CFE8"/>
                </a:solidFill>
                <a:ea typeface="Calibri" pitchFamily="34" charset="-122"/>
                <a:cs typeface="Calibri" pitchFamily="34" charset="-120"/>
              </a:rPr>
              <a:t>Why your clients can no longer wait to act</a:t>
            </a:r>
            <a:endParaRPr lang="en-US" sz="1733" dirty="0"/>
          </a:p>
        </p:txBody>
      </p:sp>
      <p:sp>
        <p:nvSpPr>
          <p:cNvPr id="10" name="Shape 3">
            <a:extLst>
              <a:ext uri="{FF2B5EF4-FFF2-40B4-BE49-F238E27FC236}">
                <a16:creationId xmlns:a16="http://schemas.microsoft.com/office/drawing/2014/main" id="{572F4395-9534-7556-764C-B217EA2A2F53}"/>
              </a:ext>
            </a:extLst>
          </p:cNvPr>
          <p:cNvSpPr/>
          <p:nvPr/>
        </p:nvSpPr>
        <p:spPr>
          <a:xfrm>
            <a:off x="426720" y="1510285"/>
            <a:ext cx="3554168" cy="1318820"/>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11" name="Shape 4">
            <a:extLst>
              <a:ext uri="{FF2B5EF4-FFF2-40B4-BE49-F238E27FC236}">
                <a16:creationId xmlns:a16="http://schemas.microsoft.com/office/drawing/2014/main" id="{A2220EDC-300F-337B-2B67-D3308B83FCEE}"/>
              </a:ext>
            </a:extLst>
          </p:cNvPr>
          <p:cNvSpPr/>
          <p:nvPr/>
        </p:nvSpPr>
        <p:spPr>
          <a:xfrm>
            <a:off x="426720" y="1510285"/>
            <a:ext cx="3554168" cy="57698"/>
          </a:xfrm>
          <a:prstGeom prst="rect">
            <a:avLst/>
          </a:prstGeom>
          <a:solidFill>
            <a:srgbClr val="0078D4"/>
          </a:solidFill>
          <a:ln w="12700">
            <a:solidFill>
              <a:srgbClr val="0078D4"/>
            </a:solidFill>
            <a:prstDash val="solid"/>
          </a:ln>
        </p:spPr>
        <p:txBody>
          <a:bodyPr/>
          <a:lstStyle/>
          <a:p>
            <a:endParaRPr lang="en-IN" sz="1867"/>
          </a:p>
        </p:txBody>
      </p:sp>
      <p:sp>
        <p:nvSpPr>
          <p:cNvPr id="12" name="Text 5">
            <a:extLst>
              <a:ext uri="{FF2B5EF4-FFF2-40B4-BE49-F238E27FC236}">
                <a16:creationId xmlns:a16="http://schemas.microsoft.com/office/drawing/2014/main" id="{A9B361BD-6BDF-C364-7E85-D518E841A489}"/>
              </a:ext>
            </a:extLst>
          </p:cNvPr>
          <p:cNvSpPr/>
          <p:nvPr/>
        </p:nvSpPr>
        <p:spPr>
          <a:xfrm>
            <a:off x="426720" y="1693165"/>
            <a:ext cx="3554168" cy="576984"/>
          </a:xfrm>
          <a:prstGeom prst="rect">
            <a:avLst/>
          </a:prstGeom>
          <a:noFill/>
          <a:ln/>
        </p:spPr>
        <p:txBody>
          <a:bodyPr wrap="square" lIns="0" tIns="0" rIns="0" bIns="0" rtlCol="0" anchor="ctr"/>
          <a:lstStyle/>
          <a:p>
            <a:pPr algn="ctr"/>
            <a:r>
              <a:rPr lang="en-US" sz="4533" b="1" dirty="0">
                <a:solidFill>
                  <a:srgbClr val="0078D4"/>
                </a:solidFill>
                <a:ea typeface="Calibri" pitchFamily="34" charset="-122"/>
                <a:cs typeface="Calibri" pitchFamily="34" charset="-120"/>
              </a:rPr>
              <a:t>72%</a:t>
            </a:r>
            <a:endParaRPr lang="en-US" sz="4533" dirty="0"/>
          </a:p>
        </p:txBody>
      </p:sp>
      <p:sp>
        <p:nvSpPr>
          <p:cNvPr id="13" name="Text 6">
            <a:extLst>
              <a:ext uri="{FF2B5EF4-FFF2-40B4-BE49-F238E27FC236}">
                <a16:creationId xmlns:a16="http://schemas.microsoft.com/office/drawing/2014/main" id="{07B1A0D9-22DC-78E4-AB1F-12A827B52A04}"/>
              </a:ext>
            </a:extLst>
          </p:cNvPr>
          <p:cNvSpPr/>
          <p:nvPr/>
        </p:nvSpPr>
        <p:spPr>
          <a:xfrm>
            <a:off x="548639" y="2546605"/>
            <a:ext cx="3309053" cy="494558"/>
          </a:xfrm>
          <a:prstGeom prst="rect">
            <a:avLst/>
          </a:prstGeom>
          <a:noFill/>
          <a:ln/>
        </p:spPr>
        <p:txBody>
          <a:bodyPr wrap="square" lIns="0" tIns="0" rIns="0" bIns="0" rtlCol="0" anchor="ctr"/>
          <a:lstStyle/>
          <a:p>
            <a:pPr algn="ctr"/>
            <a:r>
              <a:rPr lang="en-US" sz="1467" dirty="0">
                <a:solidFill>
                  <a:srgbClr val="B8CFE8"/>
                </a:solidFill>
                <a:ea typeface="Calibri" pitchFamily="34" charset="-122"/>
                <a:cs typeface="Calibri" pitchFamily="34" charset="-120"/>
              </a:rPr>
              <a:t>of SAP clients lack real-time</a:t>
            </a:r>
            <a:endParaRPr lang="en-US" sz="1467" dirty="0"/>
          </a:p>
          <a:p>
            <a:pPr algn="ctr"/>
            <a:r>
              <a:rPr lang="en-US" sz="1467" dirty="0">
                <a:solidFill>
                  <a:srgbClr val="B8CFE8"/>
                </a:solidFill>
                <a:ea typeface="Calibri" pitchFamily="34" charset="-122"/>
                <a:cs typeface="Calibri" pitchFamily="34" charset="-120"/>
              </a:rPr>
              <a:t>demand visibility</a:t>
            </a:r>
            <a:endParaRPr lang="en-US" sz="1467" dirty="0"/>
          </a:p>
        </p:txBody>
      </p:sp>
      <p:sp>
        <p:nvSpPr>
          <p:cNvPr id="14" name="Shape 7">
            <a:extLst>
              <a:ext uri="{FF2B5EF4-FFF2-40B4-BE49-F238E27FC236}">
                <a16:creationId xmlns:a16="http://schemas.microsoft.com/office/drawing/2014/main" id="{319809C6-9038-B572-A88E-A95790C482FE}"/>
              </a:ext>
            </a:extLst>
          </p:cNvPr>
          <p:cNvSpPr/>
          <p:nvPr/>
        </p:nvSpPr>
        <p:spPr>
          <a:xfrm>
            <a:off x="4328160" y="1510285"/>
            <a:ext cx="3554168" cy="1318820"/>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15" name="Shape 8">
            <a:extLst>
              <a:ext uri="{FF2B5EF4-FFF2-40B4-BE49-F238E27FC236}">
                <a16:creationId xmlns:a16="http://schemas.microsoft.com/office/drawing/2014/main" id="{325AE383-70B0-8BF9-EEC5-553FA1D07508}"/>
              </a:ext>
            </a:extLst>
          </p:cNvPr>
          <p:cNvSpPr/>
          <p:nvPr/>
        </p:nvSpPr>
        <p:spPr>
          <a:xfrm>
            <a:off x="4328160" y="1510285"/>
            <a:ext cx="3554168" cy="57698"/>
          </a:xfrm>
          <a:prstGeom prst="rect">
            <a:avLst/>
          </a:prstGeom>
          <a:solidFill>
            <a:srgbClr val="FFB900"/>
          </a:solidFill>
          <a:ln w="12700">
            <a:solidFill>
              <a:srgbClr val="FFB900"/>
            </a:solidFill>
            <a:prstDash val="solid"/>
          </a:ln>
        </p:spPr>
        <p:txBody>
          <a:bodyPr/>
          <a:lstStyle/>
          <a:p>
            <a:endParaRPr lang="en-IN" sz="1867"/>
          </a:p>
        </p:txBody>
      </p:sp>
      <p:sp>
        <p:nvSpPr>
          <p:cNvPr id="16" name="Text 9">
            <a:extLst>
              <a:ext uri="{FF2B5EF4-FFF2-40B4-BE49-F238E27FC236}">
                <a16:creationId xmlns:a16="http://schemas.microsoft.com/office/drawing/2014/main" id="{4CF3E2B8-34F1-5396-71AA-E7795B10D5B0}"/>
              </a:ext>
            </a:extLst>
          </p:cNvPr>
          <p:cNvSpPr/>
          <p:nvPr/>
        </p:nvSpPr>
        <p:spPr>
          <a:xfrm>
            <a:off x="4328160" y="1693165"/>
            <a:ext cx="3554168" cy="576984"/>
          </a:xfrm>
          <a:prstGeom prst="rect">
            <a:avLst/>
          </a:prstGeom>
          <a:noFill/>
          <a:ln/>
        </p:spPr>
        <p:txBody>
          <a:bodyPr wrap="square" lIns="0" tIns="0" rIns="0" bIns="0" rtlCol="0" anchor="ctr"/>
          <a:lstStyle/>
          <a:p>
            <a:pPr algn="ctr"/>
            <a:r>
              <a:rPr lang="en-US" sz="4533" b="1" dirty="0">
                <a:solidFill>
                  <a:srgbClr val="FFB900"/>
                </a:solidFill>
                <a:ea typeface="Calibri" pitchFamily="34" charset="-122"/>
                <a:cs typeface="Calibri" pitchFamily="34" charset="-120"/>
              </a:rPr>
              <a:t>₹18L Cr</a:t>
            </a:r>
            <a:endParaRPr lang="en-US" sz="4533" dirty="0"/>
          </a:p>
        </p:txBody>
      </p:sp>
      <p:sp>
        <p:nvSpPr>
          <p:cNvPr id="17" name="Text 10">
            <a:extLst>
              <a:ext uri="{FF2B5EF4-FFF2-40B4-BE49-F238E27FC236}">
                <a16:creationId xmlns:a16="http://schemas.microsoft.com/office/drawing/2014/main" id="{07D7B113-1138-704D-589D-4597E7FA0D10}"/>
              </a:ext>
            </a:extLst>
          </p:cNvPr>
          <p:cNvSpPr/>
          <p:nvPr/>
        </p:nvSpPr>
        <p:spPr>
          <a:xfrm>
            <a:off x="4450079" y="2546605"/>
            <a:ext cx="3309053" cy="494558"/>
          </a:xfrm>
          <a:prstGeom prst="rect">
            <a:avLst/>
          </a:prstGeom>
          <a:noFill/>
          <a:ln/>
        </p:spPr>
        <p:txBody>
          <a:bodyPr wrap="square" lIns="0" tIns="0" rIns="0" bIns="0" rtlCol="0" anchor="ctr"/>
          <a:lstStyle/>
          <a:p>
            <a:pPr algn="ctr"/>
            <a:r>
              <a:rPr lang="en-US" sz="1467" dirty="0">
                <a:solidFill>
                  <a:srgbClr val="B8CFE8"/>
                </a:solidFill>
                <a:ea typeface="Calibri" pitchFamily="34" charset="-122"/>
                <a:cs typeface="Calibri" pitchFamily="34" charset="-120"/>
              </a:rPr>
              <a:t>inventory locked in Indian</a:t>
            </a:r>
            <a:endParaRPr lang="en-US" sz="1467" dirty="0"/>
          </a:p>
          <a:p>
            <a:pPr algn="ctr"/>
            <a:r>
              <a:rPr lang="en-US" sz="1467" dirty="0">
                <a:solidFill>
                  <a:srgbClr val="B8CFE8"/>
                </a:solidFill>
                <a:ea typeface="Calibri" pitchFamily="34" charset="-122"/>
                <a:cs typeface="Calibri" pitchFamily="34" charset="-120"/>
              </a:rPr>
              <a:t>supply chains annually</a:t>
            </a:r>
            <a:endParaRPr lang="en-US" sz="1467" dirty="0"/>
          </a:p>
        </p:txBody>
      </p:sp>
      <p:sp>
        <p:nvSpPr>
          <p:cNvPr id="18" name="Shape 11">
            <a:extLst>
              <a:ext uri="{FF2B5EF4-FFF2-40B4-BE49-F238E27FC236}">
                <a16:creationId xmlns:a16="http://schemas.microsoft.com/office/drawing/2014/main" id="{343D64ED-9985-3B13-4C50-1D16B7990645}"/>
              </a:ext>
            </a:extLst>
          </p:cNvPr>
          <p:cNvSpPr/>
          <p:nvPr/>
        </p:nvSpPr>
        <p:spPr>
          <a:xfrm>
            <a:off x="8229600" y="1510285"/>
            <a:ext cx="3554168" cy="1318820"/>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19" name="Shape 12">
            <a:extLst>
              <a:ext uri="{FF2B5EF4-FFF2-40B4-BE49-F238E27FC236}">
                <a16:creationId xmlns:a16="http://schemas.microsoft.com/office/drawing/2014/main" id="{DEA4412B-B826-D172-E505-69AA48536043}"/>
              </a:ext>
            </a:extLst>
          </p:cNvPr>
          <p:cNvSpPr/>
          <p:nvPr/>
        </p:nvSpPr>
        <p:spPr>
          <a:xfrm>
            <a:off x="8229600" y="1510285"/>
            <a:ext cx="3554168" cy="57698"/>
          </a:xfrm>
          <a:prstGeom prst="rect">
            <a:avLst/>
          </a:prstGeom>
          <a:solidFill>
            <a:srgbClr val="00B294"/>
          </a:solidFill>
          <a:ln w="12700">
            <a:solidFill>
              <a:srgbClr val="00B294"/>
            </a:solidFill>
            <a:prstDash val="solid"/>
          </a:ln>
        </p:spPr>
        <p:txBody>
          <a:bodyPr/>
          <a:lstStyle/>
          <a:p>
            <a:endParaRPr lang="en-IN" sz="1867"/>
          </a:p>
        </p:txBody>
      </p:sp>
      <p:sp>
        <p:nvSpPr>
          <p:cNvPr id="20" name="Text 13">
            <a:extLst>
              <a:ext uri="{FF2B5EF4-FFF2-40B4-BE49-F238E27FC236}">
                <a16:creationId xmlns:a16="http://schemas.microsoft.com/office/drawing/2014/main" id="{53527EEA-311F-C56D-9DBF-41C1FB3E2E00}"/>
              </a:ext>
            </a:extLst>
          </p:cNvPr>
          <p:cNvSpPr/>
          <p:nvPr/>
        </p:nvSpPr>
        <p:spPr>
          <a:xfrm>
            <a:off x="8229600" y="1693165"/>
            <a:ext cx="3554168" cy="576984"/>
          </a:xfrm>
          <a:prstGeom prst="rect">
            <a:avLst/>
          </a:prstGeom>
          <a:noFill/>
          <a:ln/>
        </p:spPr>
        <p:txBody>
          <a:bodyPr wrap="square" lIns="0" tIns="0" rIns="0" bIns="0" rtlCol="0" anchor="ctr"/>
          <a:lstStyle/>
          <a:p>
            <a:pPr algn="ctr"/>
            <a:r>
              <a:rPr lang="en-US" sz="4533" b="1" dirty="0">
                <a:solidFill>
                  <a:srgbClr val="00B294"/>
                </a:solidFill>
                <a:ea typeface="Calibri" pitchFamily="34" charset="-122"/>
                <a:cs typeface="Calibri" pitchFamily="34" charset="-120"/>
              </a:rPr>
              <a:t>3.2×</a:t>
            </a:r>
            <a:endParaRPr lang="en-US" sz="4533" dirty="0"/>
          </a:p>
        </p:txBody>
      </p:sp>
      <p:sp>
        <p:nvSpPr>
          <p:cNvPr id="21" name="Text 14">
            <a:extLst>
              <a:ext uri="{FF2B5EF4-FFF2-40B4-BE49-F238E27FC236}">
                <a16:creationId xmlns:a16="http://schemas.microsoft.com/office/drawing/2014/main" id="{4A1E4A6A-8759-BEEC-9073-CD19FF0CC19F}"/>
              </a:ext>
            </a:extLst>
          </p:cNvPr>
          <p:cNvSpPr/>
          <p:nvPr/>
        </p:nvSpPr>
        <p:spPr>
          <a:xfrm>
            <a:off x="8351519" y="2546605"/>
            <a:ext cx="3309053" cy="494558"/>
          </a:xfrm>
          <a:prstGeom prst="rect">
            <a:avLst/>
          </a:prstGeom>
          <a:noFill/>
          <a:ln/>
        </p:spPr>
        <p:txBody>
          <a:bodyPr wrap="square" lIns="0" tIns="0" rIns="0" bIns="0" rtlCol="0" anchor="ctr"/>
          <a:lstStyle/>
          <a:p>
            <a:pPr algn="ctr"/>
            <a:r>
              <a:rPr lang="en-US" sz="1467" dirty="0">
                <a:solidFill>
                  <a:srgbClr val="B8CFE8"/>
                </a:solidFill>
                <a:ea typeface="Calibri" pitchFamily="34" charset="-122"/>
                <a:cs typeface="Calibri" pitchFamily="34" charset="-120"/>
              </a:rPr>
              <a:t>ROI on AI-driven supply chain</a:t>
            </a:r>
            <a:endParaRPr lang="en-US" sz="1467" dirty="0"/>
          </a:p>
          <a:p>
            <a:pPr algn="ctr"/>
            <a:r>
              <a:rPr lang="en-US" sz="1467" dirty="0">
                <a:solidFill>
                  <a:srgbClr val="B8CFE8"/>
                </a:solidFill>
                <a:ea typeface="Calibri" pitchFamily="34" charset="-122"/>
                <a:cs typeface="Calibri" pitchFamily="34" charset="-120"/>
              </a:rPr>
              <a:t>vs. manual planning</a:t>
            </a:r>
            <a:endParaRPr lang="en-US" sz="1467" dirty="0"/>
          </a:p>
        </p:txBody>
      </p:sp>
      <p:sp>
        <p:nvSpPr>
          <p:cNvPr id="22" name="Text 15">
            <a:extLst>
              <a:ext uri="{FF2B5EF4-FFF2-40B4-BE49-F238E27FC236}">
                <a16:creationId xmlns:a16="http://schemas.microsoft.com/office/drawing/2014/main" id="{30939BBB-D2F4-08B1-7555-5884235CC57A}"/>
              </a:ext>
            </a:extLst>
          </p:cNvPr>
          <p:cNvSpPr/>
          <p:nvPr/>
        </p:nvSpPr>
        <p:spPr>
          <a:xfrm>
            <a:off x="426720" y="3765805"/>
            <a:ext cx="11397850" cy="288492"/>
          </a:xfrm>
          <a:prstGeom prst="rect">
            <a:avLst/>
          </a:prstGeom>
          <a:noFill/>
          <a:ln/>
        </p:spPr>
        <p:txBody>
          <a:bodyPr wrap="square" lIns="0" tIns="0" rIns="0" bIns="0" rtlCol="0" anchor="ctr"/>
          <a:lstStyle/>
          <a:p>
            <a:r>
              <a:rPr lang="en-US" sz="1867" b="1" dirty="0">
                <a:solidFill>
                  <a:srgbClr val="50E6FF"/>
                </a:solidFill>
                <a:ea typeface="Calibri" pitchFamily="34" charset="-122"/>
                <a:cs typeface="Calibri" pitchFamily="34" charset="-120"/>
              </a:rPr>
              <a:t>What SAP clients are struggling with today</a:t>
            </a:r>
            <a:endParaRPr lang="en-US" sz="1867" dirty="0"/>
          </a:p>
        </p:txBody>
      </p:sp>
      <p:sp>
        <p:nvSpPr>
          <p:cNvPr id="23" name="Shape 16">
            <a:extLst>
              <a:ext uri="{FF2B5EF4-FFF2-40B4-BE49-F238E27FC236}">
                <a16:creationId xmlns:a16="http://schemas.microsoft.com/office/drawing/2014/main" id="{22C8E8E6-B95E-F4B0-B706-51FB1D686B8F}"/>
              </a:ext>
            </a:extLst>
          </p:cNvPr>
          <p:cNvSpPr/>
          <p:nvPr/>
        </p:nvSpPr>
        <p:spPr>
          <a:xfrm>
            <a:off x="426720" y="4314445"/>
            <a:ext cx="11397850" cy="329705"/>
          </a:xfrm>
          <a:prstGeom prst="rect">
            <a:avLst/>
          </a:prstGeom>
          <a:solidFill>
            <a:srgbClr val="162845"/>
          </a:solidFill>
          <a:ln w="12700">
            <a:solidFill>
              <a:srgbClr val="162845"/>
            </a:solidFill>
            <a:prstDash val="solid"/>
          </a:ln>
          <a:effectLst>
            <a:outerShdw blurRad="152400" dist="38100" dir="8100000" algn="bl" rotWithShape="0">
              <a:srgbClr val="000000">
                <a:alpha val="25000"/>
              </a:srgbClr>
            </a:outerShdw>
          </a:effectLst>
        </p:spPr>
        <p:txBody>
          <a:bodyPr/>
          <a:lstStyle/>
          <a:p>
            <a:endParaRPr lang="en-IN" sz="1867"/>
          </a:p>
        </p:txBody>
      </p:sp>
      <p:pic>
        <p:nvPicPr>
          <p:cNvPr id="24" name="Image 0" descr="preencoded.png">
            <a:extLst>
              <a:ext uri="{FF2B5EF4-FFF2-40B4-BE49-F238E27FC236}">
                <a16:creationId xmlns:a16="http://schemas.microsoft.com/office/drawing/2014/main" id="{3ECCA9F0-050B-2245-3E27-E87757B7F494}"/>
              </a:ext>
            </a:extLst>
          </p:cNvPr>
          <p:cNvPicPr>
            <a:picLocks noChangeAspect="1"/>
          </p:cNvPicPr>
          <p:nvPr/>
        </p:nvPicPr>
        <p:blipFill>
          <a:blip r:embed="rId2"/>
          <a:stretch>
            <a:fillRect/>
          </a:stretch>
        </p:blipFill>
        <p:spPr>
          <a:xfrm>
            <a:off x="585215" y="4363212"/>
            <a:ext cx="367673" cy="367673"/>
          </a:xfrm>
          <a:prstGeom prst="rect">
            <a:avLst/>
          </a:prstGeom>
        </p:spPr>
      </p:pic>
      <p:sp>
        <p:nvSpPr>
          <p:cNvPr id="25" name="Text 17">
            <a:extLst>
              <a:ext uri="{FF2B5EF4-FFF2-40B4-BE49-F238E27FC236}">
                <a16:creationId xmlns:a16="http://schemas.microsoft.com/office/drawing/2014/main" id="{7AB095EA-5FE3-E561-E77F-AC15720BD1E9}"/>
              </a:ext>
            </a:extLst>
          </p:cNvPr>
          <p:cNvSpPr/>
          <p:nvPr/>
        </p:nvSpPr>
        <p:spPr>
          <a:xfrm>
            <a:off x="1097279" y="4375405"/>
            <a:ext cx="10539947" cy="247279"/>
          </a:xfrm>
          <a:prstGeom prst="rect">
            <a:avLst/>
          </a:prstGeom>
          <a:noFill/>
          <a:ln/>
        </p:spPr>
        <p:txBody>
          <a:bodyPr wrap="square" lIns="0" tIns="0" rIns="0" bIns="0" rtlCol="0" anchor="ctr"/>
          <a:lstStyle/>
          <a:p>
            <a:r>
              <a:rPr lang="en-US" sz="1600" dirty="0">
                <a:solidFill>
                  <a:srgbClr val="E8F4FD"/>
                </a:solidFill>
                <a:ea typeface="Calibri" pitchFamily="34" charset="-122"/>
                <a:cs typeface="Calibri" pitchFamily="34" charset="-120"/>
              </a:rPr>
              <a:t>SAP data trapped in ECC/S4HANA — no real-time analytics layer</a:t>
            </a:r>
            <a:endParaRPr lang="en-US" sz="1600" dirty="0"/>
          </a:p>
        </p:txBody>
      </p:sp>
      <p:sp>
        <p:nvSpPr>
          <p:cNvPr id="26" name="Shape 18">
            <a:extLst>
              <a:ext uri="{FF2B5EF4-FFF2-40B4-BE49-F238E27FC236}">
                <a16:creationId xmlns:a16="http://schemas.microsoft.com/office/drawing/2014/main" id="{25A7F006-A970-09AE-EFC6-F3D377B2FF21}"/>
              </a:ext>
            </a:extLst>
          </p:cNvPr>
          <p:cNvSpPr/>
          <p:nvPr/>
        </p:nvSpPr>
        <p:spPr>
          <a:xfrm>
            <a:off x="426720" y="4887469"/>
            <a:ext cx="11397850" cy="329705"/>
          </a:xfrm>
          <a:prstGeom prst="rect">
            <a:avLst/>
          </a:prstGeom>
          <a:solidFill>
            <a:srgbClr val="162845"/>
          </a:solidFill>
          <a:ln w="12700">
            <a:solidFill>
              <a:srgbClr val="162845"/>
            </a:solidFill>
            <a:prstDash val="solid"/>
          </a:ln>
          <a:effectLst>
            <a:outerShdw blurRad="152400" dist="38100" dir="8100000" algn="bl" rotWithShape="0">
              <a:srgbClr val="000000">
                <a:alpha val="25000"/>
              </a:srgbClr>
            </a:outerShdw>
          </a:effectLst>
        </p:spPr>
        <p:txBody>
          <a:bodyPr/>
          <a:lstStyle/>
          <a:p>
            <a:endParaRPr lang="en-IN" sz="1867"/>
          </a:p>
        </p:txBody>
      </p:sp>
      <p:pic>
        <p:nvPicPr>
          <p:cNvPr id="27" name="Image 1" descr="preencoded.png">
            <a:extLst>
              <a:ext uri="{FF2B5EF4-FFF2-40B4-BE49-F238E27FC236}">
                <a16:creationId xmlns:a16="http://schemas.microsoft.com/office/drawing/2014/main" id="{AF90209A-E7D4-89C3-B8ED-835107CE0023}"/>
              </a:ext>
            </a:extLst>
          </p:cNvPr>
          <p:cNvPicPr>
            <a:picLocks noChangeAspect="1"/>
          </p:cNvPicPr>
          <p:nvPr/>
        </p:nvPicPr>
        <p:blipFill>
          <a:blip r:embed="rId3"/>
          <a:stretch>
            <a:fillRect/>
          </a:stretch>
        </p:blipFill>
        <p:spPr>
          <a:xfrm>
            <a:off x="585215" y="4936236"/>
            <a:ext cx="367673" cy="367673"/>
          </a:xfrm>
          <a:prstGeom prst="rect">
            <a:avLst/>
          </a:prstGeom>
        </p:spPr>
      </p:pic>
      <p:sp>
        <p:nvSpPr>
          <p:cNvPr id="28" name="Text 19">
            <a:extLst>
              <a:ext uri="{FF2B5EF4-FFF2-40B4-BE49-F238E27FC236}">
                <a16:creationId xmlns:a16="http://schemas.microsoft.com/office/drawing/2014/main" id="{FC4695B1-DC75-CDF3-9684-8534A79EB424}"/>
              </a:ext>
            </a:extLst>
          </p:cNvPr>
          <p:cNvSpPr/>
          <p:nvPr/>
        </p:nvSpPr>
        <p:spPr>
          <a:xfrm>
            <a:off x="1097279" y="4948429"/>
            <a:ext cx="10539947" cy="247279"/>
          </a:xfrm>
          <a:prstGeom prst="rect">
            <a:avLst/>
          </a:prstGeom>
          <a:noFill/>
          <a:ln/>
        </p:spPr>
        <p:txBody>
          <a:bodyPr wrap="square" lIns="0" tIns="0" rIns="0" bIns="0" rtlCol="0" anchor="ctr"/>
          <a:lstStyle/>
          <a:p>
            <a:r>
              <a:rPr lang="en-US" sz="1600" dirty="0">
                <a:solidFill>
                  <a:srgbClr val="E8F4FD"/>
                </a:solidFill>
                <a:ea typeface="Calibri" pitchFamily="34" charset="-122"/>
                <a:cs typeface="Calibri" pitchFamily="34" charset="-120"/>
              </a:rPr>
              <a:t>Demand forecasting done in Excel — no ML, no confidence intervals</a:t>
            </a:r>
            <a:endParaRPr lang="en-US" sz="1600" dirty="0"/>
          </a:p>
        </p:txBody>
      </p:sp>
      <p:sp>
        <p:nvSpPr>
          <p:cNvPr id="29" name="Shape 20">
            <a:extLst>
              <a:ext uri="{FF2B5EF4-FFF2-40B4-BE49-F238E27FC236}">
                <a16:creationId xmlns:a16="http://schemas.microsoft.com/office/drawing/2014/main" id="{194FE803-EFB4-FFF5-BF23-BF8F0021219C}"/>
              </a:ext>
            </a:extLst>
          </p:cNvPr>
          <p:cNvSpPr/>
          <p:nvPr/>
        </p:nvSpPr>
        <p:spPr>
          <a:xfrm>
            <a:off x="426720" y="5460493"/>
            <a:ext cx="11397850" cy="329705"/>
          </a:xfrm>
          <a:prstGeom prst="rect">
            <a:avLst/>
          </a:prstGeom>
          <a:solidFill>
            <a:srgbClr val="162845"/>
          </a:solidFill>
          <a:ln w="12700">
            <a:solidFill>
              <a:srgbClr val="162845"/>
            </a:solidFill>
            <a:prstDash val="solid"/>
          </a:ln>
          <a:effectLst>
            <a:outerShdw blurRad="152400" dist="38100" dir="8100000" algn="bl" rotWithShape="0">
              <a:srgbClr val="000000">
                <a:alpha val="25000"/>
              </a:srgbClr>
            </a:outerShdw>
          </a:effectLst>
        </p:spPr>
        <p:txBody>
          <a:bodyPr/>
          <a:lstStyle/>
          <a:p>
            <a:endParaRPr lang="en-IN" sz="1867"/>
          </a:p>
        </p:txBody>
      </p:sp>
      <p:pic>
        <p:nvPicPr>
          <p:cNvPr id="30" name="Image 2" descr="preencoded.png">
            <a:extLst>
              <a:ext uri="{FF2B5EF4-FFF2-40B4-BE49-F238E27FC236}">
                <a16:creationId xmlns:a16="http://schemas.microsoft.com/office/drawing/2014/main" id="{539C3912-5474-F8B8-52E3-3C9391CBB618}"/>
              </a:ext>
            </a:extLst>
          </p:cNvPr>
          <p:cNvPicPr>
            <a:picLocks noChangeAspect="1"/>
          </p:cNvPicPr>
          <p:nvPr/>
        </p:nvPicPr>
        <p:blipFill>
          <a:blip r:embed="rId4"/>
          <a:stretch>
            <a:fillRect/>
          </a:stretch>
        </p:blipFill>
        <p:spPr>
          <a:xfrm>
            <a:off x="585215" y="5509260"/>
            <a:ext cx="367673" cy="367673"/>
          </a:xfrm>
          <a:prstGeom prst="rect">
            <a:avLst/>
          </a:prstGeom>
        </p:spPr>
      </p:pic>
      <p:sp>
        <p:nvSpPr>
          <p:cNvPr id="31" name="Text 21">
            <a:extLst>
              <a:ext uri="{FF2B5EF4-FFF2-40B4-BE49-F238E27FC236}">
                <a16:creationId xmlns:a16="http://schemas.microsoft.com/office/drawing/2014/main" id="{99836D00-E57B-D477-534F-31B8CC0449D2}"/>
              </a:ext>
            </a:extLst>
          </p:cNvPr>
          <p:cNvSpPr/>
          <p:nvPr/>
        </p:nvSpPr>
        <p:spPr>
          <a:xfrm>
            <a:off x="1097279" y="5521453"/>
            <a:ext cx="10539947" cy="247279"/>
          </a:xfrm>
          <a:prstGeom prst="rect">
            <a:avLst/>
          </a:prstGeom>
          <a:noFill/>
          <a:ln/>
        </p:spPr>
        <p:txBody>
          <a:bodyPr wrap="square" lIns="0" tIns="0" rIns="0" bIns="0" rtlCol="0" anchor="ctr"/>
          <a:lstStyle/>
          <a:p>
            <a:r>
              <a:rPr lang="en-US" sz="1600" dirty="0">
                <a:solidFill>
                  <a:srgbClr val="E8F4FD"/>
                </a:solidFill>
                <a:ea typeface="Calibri" pitchFamily="34" charset="-122"/>
                <a:cs typeface="Calibri" pitchFamily="34" charset="-120"/>
              </a:rPr>
              <a:t>Inventory decisions lag 2–4 weeks behind actual consumption signals</a:t>
            </a:r>
            <a:endParaRPr lang="en-US" sz="1600" dirty="0"/>
          </a:p>
        </p:txBody>
      </p:sp>
      <p:sp>
        <p:nvSpPr>
          <p:cNvPr id="32" name="Shape 22">
            <a:extLst>
              <a:ext uri="{FF2B5EF4-FFF2-40B4-BE49-F238E27FC236}">
                <a16:creationId xmlns:a16="http://schemas.microsoft.com/office/drawing/2014/main" id="{D77B9CBF-1A56-2F58-52C1-3D97C26F7180}"/>
              </a:ext>
            </a:extLst>
          </p:cNvPr>
          <p:cNvSpPr/>
          <p:nvPr/>
        </p:nvSpPr>
        <p:spPr>
          <a:xfrm>
            <a:off x="426720" y="6033517"/>
            <a:ext cx="11397850" cy="329705"/>
          </a:xfrm>
          <a:prstGeom prst="rect">
            <a:avLst/>
          </a:prstGeom>
          <a:solidFill>
            <a:srgbClr val="162845"/>
          </a:solidFill>
          <a:ln w="12700">
            <a:solidFill>
              <a:srgbClr val="162845"/>
            </a:solidFill>
            <a:prstDash val="solid"/>
          </a:ln>
          <a:effectLst>
            <a:outerShdw blurRad="152400" dist="38100" dir="8100000" algn="bl" rotWithShape="0">
              <a:srgbClr val="000000">
                <a:alpha val="25000"/>
              </a:srgbClr>
            </a:outerShdw>
          </a:effectLst>
        </p:spPr>
        <p:txBody>
          <a:bodyPr/>
          <a:lstStyle/>
          <a:p>
            <a:endParaRPr lang="en-IN" sz="1867"/>
          </a:p>
        </p:txBody>
      </p:sp>
      <p:pic>
        <p:nvPicPr>
          <p:cNvPr id="33" name="Image 3" descr="preencoded.png">
            <a:extLst>
              <a:ext uri="{FF2B5EF4-FFF2-40B4-BE49-F238E27FC236}">
                <a16:creationId xmlns:a16="http://schemas.microsoft.com/office/drawing/2014/main" id="{8BB1056C-1411-68AC-4E1F-A073BC9A1B95}"/>
              </a:ext>
            </a:extLst>
          </p:cNvPr>
          <p:cNvPicPr>
            <a:picLocks noChangeAspect="1"/>
          </p:cNvPicPr>
          <p:nvPr/>
        </p:nvPicPr>
        <p:blipFill>
          <a:blip r:embed="rId5"/>
          <a:stretch>
            <a:fillRect/>
          </a:stretch>
        </p:blipFill>
        <p:spPr>
          <a:xfrm>
            <a:off x="585215" y="6082284"/>
            <a:ext cx="367673" cy="367673"/>
          </a:xfrm>
          <a:prstGeom prst="rect">
            <a:avLst/>
          </a:prstGeom>
        </p:spPr>
      </p:pic>
      <p:sp>
        <p:nvSpPr>
          <p:cNvPr id="34" name="Text 23">
            <a:extLst>
              <a:ext uri="{FF2B5EF4-FFF2-40B4-BE49-F238E27FC236}">
                <a16:creationId xmlns:a16="http://schemas.microsoft.com/office/drawing/2014/main" id="{AB880E87-D4AB-C940-C41B-75F3ACC1C19A}"/>
              </a:ext>
            </a:extLst>
          </p:cNvPr>
          <p:cNvSpPr/>
          <p:nvPr/>
        </p:nvSpPr>
        <p:spPr>
          <a:xfrm>
            <a:off x="1097279" y="6094477"/>
            <a:ext cx="10539947" cy="247279"/>
          </a:xfrm>
          <a:prstGeom prst="rect">
            <a:avLst/>
          </a:prstGeom>
          <a:noFill/>
          <a:ln/>
        </p:spPr>
        <p:txBody>
          <a:bodyPr wrap="square" lIns="0" tIns="0" rIns="0" bIns="0" rtlCol="0" anchor="ctr"/>
          <a:lstStyle/>
          <a:p>
            <a:r>
              <a:rPr lang="en-US" sz="1600" dirty="0">
                <a:solidFill>
                  <a:srgbClr val="E8F4FD"/>
                </a:solidFill>
                <a:ea typeface="Calibri" pitchFamily="34" charset="-122"/>
                <a:cs typeface="Calibri" pitchFamily="34" charset="-120"/>
              </a:rPr>
              <a:t>Logistics routes manually planned — no dynamic rerouting or ETA prediction</a:t>
            </a:r>
            <a:endParaRPr lang="en-US" sz="1600" dirty="0"/>
          </a:p>
        </p:txBody>
      </p:sp>
    </p:spTree>
    <p:extLst>
      <p:ext uri="{BB962C8B-B14F-4D97-AF65-F5344CB8AC3E}">
        <p14:creationId xmlns:p14="http://schemas.microsoft.com/office/powerpoint/2010/main" val="2824092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43DC6-00DA-D16C-8C76-5C4716CD066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A9EF2C8-F70B-E3E9-FBD1-D22A70F64DDB}"/>
              </a:ext>
            </a:extLst>
          </p:cNvPr>
          <p:cNvSpPr>
            <a:spLocks noGrp="1"/>
          </p:cNvSpPr>
          <p:nvPr>
            <p:ph type="ftr" sz="quarter" idx="3"/>
          </p:nvPr>
        </p:nvSpPr>
        <p:spPr/>
        <p:txBody>
          <a:bodyPr/>
          <a:lstStyle/>
          <a:p>
            <a:r>
              <a:rPr lang="en-US"/>
              <a:t>© </a:t>
            </a:r>
            <a:fld id="{BD10386A-F078-491A-8D58-536D4066CAE5}" type="datetimeyyyy">
              <a:rPr lang="en-US" smtClean="0"/>
              <a:pPr/>
              <a:t>2026</a:t>
            </a:fld>
            <a:r>
              <a:rPr lang="en-US"/>
              <a:t> NTT DATA Business Solutions</a:t>
            </a:r>
          </a:p>
        </p:txBody>
      </p:sp>
      <p:sp>
        <p:nvSpPr>
          <p:cNvPr id="4" name="Slide Number Placeholder 3">
            <a:extLst>
              <a:ext uri="{FF2B5EF4-FFF2-40B4-BE49-F238E27FC236}">
                <a16:creationId xmlns:a16="http://schemas.microsoft.com/office/drawing/2014/main" id="{DB3533C8-2D1F-2A98-EAE1-AD3F063E45F3}"/>
              </a:ext>
            </a:extLst>
          </p:cNvPr>
          <p:cNvSpPr>
            <a:spLocks noGrp="1"/>
          </p:cNvSpPr>
          <p:nvPr>
            <p:ph type="sldNum" sz="quarter" idx="4"/>
          </p:nvPr>
        </p:nvSpPr>
        <p:spPr/>
        <p:txBody>
          <a:bodyPr/>
          <a:lstStyle/>
          <a:p>
            <a:fld id="{13CE6DAF-806F-404B-BC68-339BFCB57E5C}" type="slidenum">
              <a:rPr lang="en-US" smtClean="0"/>
              <a:pPr/>
              <a:t>3</a:t>
            </a:fld>
            <a:endParaRPr lang="en-US"/>
          </a:p>
        </p:txBody>
      </p:sp>
      <p:sp>
        <p:nvSpPr>
          <p:cNvPr id="80" name="Shape 0">
            <a:extLst>
              <a:ext uri="{FF2B5EF4-FFF2-40B4-BE49-F238E27FC236}">
                <a16:creationId xmlns:a16="http://schemas.microsoft.com/office/drawing/2014/main" id="{0D51C177-F2CA-B86D-9C9E-F49346B5CA84}"/>
              </a:ext>
            </a:extLst>
          </p:cNvPr>
          <p:cNvSpPr/>
          <p:nvPr/>
        </p:nvSpPr>
        <p:spPr>
          <a:xfrm>
            <a:off x="0" y="0"/>
            <a:ext cx="12192000" cy="73152"/>
          </a:xfrm>
          <a:prstGeom prst="rect">
            <a:avLst/>
          </a:prstGeom>
          <a:solidFill>
            <a:srgbClr val="0078D4"/>
          </a:solidFill>
          <a:ln w="12700">
            <a:solidFill>
              <a:srgbClr val="0078D4"/>
            </a:solidFill>
            <a:prstDash val="solid"/>
          </a:ln>
        </p:spPr>
        <p:txBody>
          <a:bodyPr/>
          <a:lstStyle/>
          <a:p>
            <a:endParaRPr lang="en-IN" sz="1867"/>
          </a:p>
        </p:txBody>
      </p:sp>
      <p:sp>
        <p:nvSpPr>
          <p:cNvPr id="81" name="Text 1">
            <a:extLst>
              <a:ext uri="{FF2B5EF4-FFF2-40B4-BE49-F238E27FC236}">
                <a16:creationId xmlns:a16="http://schemas.microsoft.com/office/drawing/2014/main" id="{DA290C1D-FD9B-5502-95A9-317913A1C1DD}"/>
              </a:ext>
            </a:extLst>
          </p:cNvPr>
          <p:cNvSpPr/>
          <p:nvPr/>
        </p:nvSpPr>
        <p:spPr>
          <a:xfrm>
            <a:off x="426720" y="219456"/>
            <a:ext cx="10972800" cy="731520"/>
          </a:xfrm>
          <a:prstGeom prst="rect">
            <a:avLst/>
          </a:prstGeom>
          <a:noFill/>
          <a:ln/>
        </p:spPr>
        <p:txBody>
          <a:bodyPr wrap="square" lIns="0" tIns="0" rIns="0" bIns="0" rtlCol="0" anchor="ctr"/>
          <a:lstStyle/>
          <a:p>
            <a:r>
              <a:rPr lang="en-US" sz="3467" b="1" dirty="0">
                <a:solidFill>
                  <a:srgbClr val="FFFFFF"/>
                </a:solidFill>
                <a:latin typeface="+mj-lt"/>
                <a:ea typeface="Calibri" pitchFamily="34" charset="-122"/>
                <a:cs typeface="Calibri" pitchFamily="34" charset="-120"/>
              </a:rPr>
              <a:t>Our Approach: SAP → Azure → AI → Action</a:t>
            </a:r>
            <a:endParaRPr lang="en-US" sz="3467" dirty="0">
              <a:latin typeface="+mj-lt"/>
            </a:endParaRPr>
          </a:p>
        </p:txBody>
      </p:sp>
      <p:sp>
        <p:nvSpPr>
          <p:cNvPr id="82" name="Text 2">
            <a:extLst>
              <a:ext uri="{FF2B5EF4-FFF2-40B4-BE49-F238E27FC236}">
                <a16:creationId xmlns:a16="http://schemas.microsoft.com/office/drawing/2014/main" id="{15B7999A-1E82-72A5-75CC-C7FE2FDEAA7D}"/>
              </a:ext>
            </a:extLst>
          </p:cNvPr>
          <p:cNvSpPr/>
          <p:nvPr/>
        </p:nvSpPr>
        <p:spPr>
          <a:xfrm>
            <a:off x="371475" y="914400"/>
            <a:ext cx="10972800" cy="426720"/>
          </a:xfrm>
          <a:prstGeom prst="rect">
            <a:avLst/>
          </a:prstGeom>
          <a:noFill/>
          <a:ln/>
        </p:spPr>
        <p:txBody>
          <a:bodyPr wrap="square" lIns="0" tIns="0" rIns="0" bIns="0" rtlCol="0" anchor="ctr"/>
          <a:lstStyle/>
          <a:p>
            <a:r>
              <a:rPr lang="en-US" sz="1733" dirty="0">
                <a:solidFill>
                  <a:srgbClr val="B8CFE8"/>
                </a:solidFill>
                <a:ea typeface="Calibri" pitchFamily="34" charset="-122"/>
                <a:cs typeface="Calibri" pitchFamily="34" charset="-120"/>
              </a:rPr>
              <a:t>A three-layer intelligence architecture that SAP clients cannot replicate alone</a:t>
            </a:r>
            <a:endParaRPr lang="en-US" sz="1733" dirty="0"/>
          </a:p>
        </p:txBody>
      </p:sp>
      <p:sp>
        <p:nvSpPr>
          <p:cNvPr id="83" name="Shape 3">
            <a:extLst>
              <a:ext uri="{FF2B5EF4-FFF2-40B4-BE49-F238E27FC236}">
                <a16:creationId xmlns:a16="http://schemas.microsoft.com/office/drawing/2014/main" id="{3053DA9C-9AF8-1622-7EA5-8A6BB275D889}"/>
              </a:ext>
            </a:extLst>
          </p:cNvPr>
          <p:cNvSpPr/>
          <p:nvPr/>
        </p:nvSpPr>
        <p:spPr>
          <a:xfrm>
            <a:off x="426720" y="1463040"/>
            <a:ext cx="11338560" cy="1463040"/>
          </a:xfrm>
          <a:prstGeom prst="rect">
            <a:avLst/>
          </a:prstGeom>
          <a:solidFill>
            <a:srgbClr val="2D4A70"/>
          </a:solidFill>
          <a:ln w="12700">
            <a:solidFill>
              <a:srgbClr val="2D4A70"/>
            </a:solidFill>
            <a:prstDash val="solid"/>
          </a:ln>
          <a:effectLst>
            <a:outerShdw blurRad="152400" dist="38100" dir="8100000" algn="bl" rotWithShape="0">
              <a:srgbClr val="000000">
                <a:alpha val="25000"/>
              </a:srgbClr>
            </a:outerShdw>
          </a:effectLst>
        </p:spPr>
        <p:txBody>
          <a:bodyPr/>
          <a:lstStyle/>
          <a:p>
            <a:endParaRPr lang="en-IN" sz="1867"/>
          </a:p>
        </p:txBody>
      </p:sp>
      <p:sp>
        <p:nvSpPr>
          <p:cNvPr id="84" name="Shape 4">
            <a:extLst>
              <a:ext uri="{FF2B5EF4-FFF2-40B4-BE49-F238E27FC236}">
                <a16:creationId xmlns:a16="http://schemas.microsoft.com/office/drawing/2014/main" id="{2D4E4E0A-42FD-E1AC-9E58-6E92C8787312}"/>
              </a:ext>
            </a:extLst>
          </p:cNvPr>
          <p:cNvSpPr/>
          <p:nvPr/>
        </p:nvSpPr>
        <p:spPr>
          <a:xfrm>
            <a:off x="426720" y="1463040"/>
            <a:ext cx="85344" cy="1463040"/>
          </a:xfrm>
          <a:prstGeom prst="rect">
            <a:avLst/>
          </a:prstGeom>
          <a:solidFill>
            <a:srgbClr val="0078D4"/>
          </a:solidFill>
          <a:ln w="12700">
            <a:solidFill>
              <a:srgbClr val="0078D4"/>
            </a:solidFill>
            <a:prstDash val="solid"/>
          </a:ln>
        </p:spPr>
        <p:txBody>
          <a:bodyPr/>
          <a:lstStyle/>
          <a:p>
            <a:endParaRPr lang="en-IN" sz="1867"/>
          </a:p>
        </p:txBody>
      </p:sp>
      <p:pic>
        <p:nvPicPr>
          <p:cNvPr id="85" name="Image 0" descr="preencoded.png">
            <a:extLst>
              <a:ext uri="{FF2B5EF4-FFF2-40B4-BE49-F238E27FC236}">
                <a16:creationId xmlns:a16="http://schemas.microsoft.com/office/drawing/2014/main" id="{886B5595-945E-F5A8-9594-5CE794960F0E}"/>
              </a:ext>
            </a:extLst>
          </p:cNvPr>
          <p:cNvPicPr>
            <a:picLocks noChangeAspect="1"/>
          </p:cNvPicPr>
          <p:nvPr/>
        </p:nvPicPr>
        <p:blipFill>
          <a:blip r:embed="rId2"/>
          <a:stretch>
            <a:fillRect/>
          </a:stretch>
        </p:blipFill>
        <p:spPr>
          <a:xfrm>
            <a:off x="731520" y="1889760"/>
            <a:ext cx="609600" cy="609600"/>
          </a:xfrm>
          <a:prstGeom prst="rect">
            <a:avLst/>
          </a:prstGeom>
        </p:spPr>
      </p:pic>
      <p:sp>
        <p:nvSpPr>
          <p:cNvPr id="86" name="Text 5">
            <a:extLst>
              <a:ext uri="{FF2B5EF4-FFF2-40B4-BE49-F238E27FC236}">
                <a16:creationId xmlns:a16="http://schemas.microsoft.com/office/drawing/2014/main" id="{9D948425-347B-25A7-3C38-C8CFE29094B4}"/>
              </a:ext>
            </a:extLst>
          </p:cNvPr>
          <p:cNvSpPr/>
          <p:nvPr/>
        </p:nvSpPr>
        <p:spPr>
          <a:xfrm>
            <a:off x="1584960" y="1584960"/>
            <a:ext cx="4876800" cy="463296"/>
          </a:xfrm>
          <a:prstGeom prst="rect">
            <a:avLst/>
          </a:prstGeom>
          <a:noFill/>
          <a:ln/>
        </p:spPr>
        <p:txBody>
          <a:bodyPr wrap="square" lIns="0" tIns="0" rIns="0" bIns="0" rtlCol="0" anchor="ctr"/>
          <a:lstStyle/>
          <a:p>
            <a:r>
              <a:rPr lang="en-US" sz="1733" b="1" dirty="0">
                <a:solidFill>
                  <a:srgbClr val="0078D4"/>
                </a:solidFill>
                <a:ea typeface="Calibri" pitchFamily="34" charset="-122"/>
                <a:cs typeface="Calibri" pitchFamily="34" charset="-120"/>
              </a:rPr>
              <a:t>Layer 1 — DATA INGESTION</a:t>
            </a:r>
            <a:endParaRPr lang="en-US" sz="1733" dirty="0"/>
          </a:p>
        </p:txBody>
      </p:sp>
      <p:sp>
        <p:nvSpPr>
          <p:cNvPr id="87" name="Text 6">
            <a:extLst>
              <a:ext uri="{FF2B5EF4-FFF2-40B4-BE49-F238E27FC236}">
                <a16:creationId xmlns:a16="http://schemas.microsoft.com/office/drawing/2014/main" id="{462FFF5C-A078-A4D9-15E3-EF0C7664FC47}"/>
              </a:ext>
            </a:extLst>
          </p:cNvPr>
          <p:cNvSpPr/>
          <p:nvPr/>
        </p:nvSpPr>
        <p:spPr>
          <a:xfrm>
            <a:off x="1584960" y="2011680"/>
            <a:ext cx="4876800" cy="365760"/>
          </a:xfrm>
          <a:prstGeom prst="rect">
            <a:avLst/>
          </a:prstGeom>
          <a:noFill/>
          <a:ln/>
        </p:spPr>
        <p:txBody>
          <a:bodyPr wrap="square" lIns="0" tIns="0" rIns="0" bIns="0" rtlCol="0" anchor="ctr"/>
          <a:lstStyle/>
          <a:p>
            <a:r>
              <a:rPr lang="en-US" sz="1467" i="1" dirty="0">
                <a:solidFill>
                  <a:srgbClr val="B8CFE8"/>
                </a:solidFill>
                <a:ea typeface="Calibri" pitchFamily="34" charset="-122"/>
                <a:cs typeface="Calibri" pitchFamily="34" charset="-120"/>
              </a:rPr>
              <a:t>SAP ECC / S4HANA / BW → Azure</a:t>
            </a:r>
            <a:endParaRPr lang="en-US" sz="1467" dirty="0"/>
          </a:p>
        </p:txBody>
      </p:sp>
      <p:sp>
        <p:nvSpPr>
          <p:cNvPr id="88" name="Text 7">
            <a:extLst>
              <a:ext uri="{FF2B5EF4-FFF2-40B4-BE49-F238E27FC236}">
                <a16:creationId xmlns:a16="http://schemas.microsoft.com/office/drawing/2014/main" id="{3E3150A1-77F5-8EFB-E337-D77E83D73004}"/>
              </a:ext>
            </a:extLst>
          </p:cNvPr>
          <p:cNvSpPr/>
          <p:nvPr/>
        </p:nvSpPr>
        <p:spPr>
          <a:xfrm>
            <a:off x="6461760" y="1609344"/>
            <a:ext cx="4998720" cy="1097280"/>
          </a:xfrm>
          <a:prstGeom prst="rect">
            <a:avLst/>
          </a:prstGeom>
          <a:noFill/>
          <a:ln/>
        </p:spPr>
        <p:txBody>
          <a:bodyPr wrap="square" lIns="0" tIns="0" rIns="0" bIns="0" rtlCol="0" anchor="ctr"/>
          <a:lstStyle/>
          <a:p>
            <a:r>
              <a:rPr lang="en-US" sz="1467" dirty="0">
                <a:solidFill>
                  <a:srgbClr val="E8F4FD"/>
                </a:solidFill>
                <a:ea typeface="Calibri" pitchFamily="34" charset="-122"/>
                <a:cs typeface="Calibri" pitchFamily="34" charset="-120"/>
              </a:rPr>
              <a:t>ADF + SAP ODP/BAPI connectors, CDC pipelines, Delta Lake on Fabric Lakehouse. Full fidelity of SD, MM, PP, WM, TM modules.</a:t>
            </a:r>
            <a:endParaRPr lang="en-US" sz="1467" dirty="0"/>
          </a:p>
        </p:txBody>
      </p:sp>
      <p:sp>
        <p:nvSpPr>
          <p:cNvPr id="89" name="Shape 8">
            <a:extLst>
              <a:ext uri="{FF2B5EF4-FFF2-40B4-BE49-F238E27FC236}">
                <a16:creationId xmlns:a16="http://schemas.microsoft.com/office/drawing/2014/main" id="{A8548714-4332-D799-66F3-C424633A23E0}"/>
              </a:ext>
            </a:extLst>
          </p:cNvPr>
          <p:cNvSpPr/>
          <p:nvPr/>
        </p:nvSpPr>
        <p:spPr>
          <a:xfrm>
            <a:off x="426720" y="3145536"/>
            <a:ext cx="11338560" cy="1463040"/>
          </a:xfrm>
          <a:prstGeom prst="rect">
            <a:avLst/>
          </a:prstGeom>
          <a:solidFill>
            <a:srgbClr val="2D4A70"/>
          </a:solidFill>
          <a:ln w="12700">
            <a:solidFill>
              <a:srgbClr val="2D4A70"/>
            </a:solidFill>
            <a:prstDash val="solid"/>
          </a:ln>
          <a:effectLst>
            <a:outerShdw blurRad="152400" dist="38100" dir="8100000" algn="bl" rotWithShape="0">
              <a:srgbClr val="000000">
                <a:alpha val="25000"/>
              </a:srgbClr>
            </a:outerShdw>
          </a:effectLst>
        </p:spPr>
        <p:txBody>
          <a:bodyPr/>
          <a:lstStyle/>
          <a:p>
            <a:endParaRPr lang="en-IN" sz="1867"/>
          </a:p>
        </p:txBody>
      </p:sp>
      <p:sp>
        <p:nvSpPr>
          <p:cNvPr id="90" name="Shape 9">
            <a:extLst>
              <a:ext uri="{FF2B5EF4-FFF2-40B4-BE49-F238E27FC236}">
                <a16:creationId xmlns:a16="http://schemas.microsoft.com/office/drawing/2014/main" id="{BE8A871B-5503-C0A4-80C6-4156AF03E0A9}"/>
              </a:ext>
            </a:extLst>
          </p:cNvPr>
          <p:cNvSpPr/>
          <p:nvPr/>
        </p:nvSpPr>
        <p:spPr>
          <a:xfrm>
            <a:off x="426720" y="3145536"/>
            <a:ext cx="85344" cy="1463040"/>
          </a:xfrm>
          <a:prstGeom prst="rect">
            <a:avLst/>
          </a:prstGeom>
          <a:solidFill>
            <a:srgbClr val="FFB900"/>
          </a:solidFill>
          <a:ln w="12700">
            <a:solidFill>
              <a:srgbClr val="FFB900"/>
            </a:solidFill>
            <a:prstDash val="solid"/>
          </a:ln>
        </p:spPr>
        <p:txBody>
          <a:bodyPr/>
          <a:lstStyle/>
          <a:p>
            <a:endParaRPr lang="en-IN" sz="1867"/>
          </a:p>
        </p:txBody>
      </p:sp>
      <p:pic>
        <p:nvPicPr>
          <p:cNvPr id="91" name="Image 1" descr="preencoded.png">
            <a:extLst>
              <a:ext uri="{FF2B5EF4-FFF2-40B4-BE49-F238E27FC236}">
                <a16:creationId xmlns:a16="http://schemas.microsoft.com/office/drawing/2014/main" id="{6C9EAAFB-FF64-AFC7-694E-5E169DC3A7A0}"/>
              </a:ext>
            </a:extLst>
          </p:cNvPr>
          <p:cNvPicPr>
            <a:picLocks noChangeAspect="1"/>
          </p:cNvPicPr>
          <p:nvPr/>
        </p:nvPicPr>
        <p:blipFill>
          <a:blip r:embed="rId3"/>
          <a:stretch>
            <a:fillRect/>
          </a:stretch>
        </p:blipFill>
        <p:spPr>
          <a:xfrm>
            <a:off x="731520" y="3572256"/>
            <a:ext cx="609600" cy="609600"/>
          </a:xfrm>
          <a:prstGeom prst="rect">
            <a:avLst/>
          </a:prstGeom>
        </p:spPr>
      </p:pic>
      <p:sp>
        <p:nvSpPr>
          <p:cNvPr id="92" name="Text 10">
            <a:extLst>
              <a:ext uri="{FF2B5EF4-FFF2-40B4-BE49-F238E27FC236}">
                <a16:creationId xmlns:a16="http://schemas.microsoft.com/office/drawing/2014/main" id="{178A3451-6D54-4C6B-3AED-FABA494F9DE2}"/>
              </a:ext>
            </a:extLst>
          </p:cNvPr>
          <p:cNvSpPr/>
          <p:nvPr/>
        </p:nvSpPr>
        <p:spPr>
          <a:xfrm>
            <a:off x="1584960" y="3267456"/>
            <a:ext cx="4876800" cy="463296"/>
          </a:xfrm>
          <a:prstGeom prst="rect">
            <a:avLst/>
          </a:prstGeom>
          <a:noFill/>
          <a:ln/>
        </p:spPr>
        <p:txBody>
          <a:bodyPr wrap="square" lIns="0" tIns="0" rIns="0" bIns="0" rtlCol="0" anchor="ctr"/>
          <a:lstStyle/>
          <a:p>
            <a:r>
              <a:rPr lang="en-US" sz="1733" b="1" dirty="0">
                <a:solidFill>
                  <a:srgbClr val="FFB900"/>
                </a:solidFill>
                <a:ea typeface="Calibri" pitchFamily="34" charset="-122"/>
                <a:cs typeface="Calibri" pitchFamily="34" charset="-120"/>
              </a:rPr>
              <a:t>Layer 2 — AI &amp; ANALYTICS</a:t>
            </a:r>
            <a:endParaRPr lang="en-US" sz="1733" dirty="0"/>
          </a:p>
        </p:txBody>
      </p:sp>
      <p:sp>
        <p:nvSpPr>
          <p:cNvPr id="93" name="Text 11">
            <a:extLst>
              <a:ext uri="{FF2B5EF4-FFF2-40B4-BE49-F238E27FC236}">
                <a16:creationId xmlns:a16="http://schemas.microsoft.com/office/drawing/2014/main" id="{6E0749DF-A339-C041-76C1-548C30AEEA1D}"/>
              </a:ext>
            </a:extLst>
          </p:cNvPr>
          <p:cNvSpPr/>
          <p:nvPr/>
        </p:nvSpPr>
        <p:spPr>
          <a:xfrm>
            <a:off x="1584960" y="3694176"/>
            <a:ext cx="4876800" cy="365760"/>
          </a:xfrm>
          <a:prstGeom prst="rect">
            <a:avLst/>
          </a:prstGeom>
          <a:noFill/>
          <a:ln/>
        </p:spPr>
        <p:txBody>
          <a:bodyPr wrap="square" lIns="0" tIns="0" rIns="0" bIns="0" rtlCol="0" anchor="ctr"/>
          <a:lstStyle/>
          <a:p>
            <a:r>
              <a:rPr lang="en-US" sz="1467" i="1" dirty="0">
                <a:solidFill>
                  <a:srgbClr val="B8CFE8"/>
                </a:solidFill>
                <a:ea typeface="Calibri" pitchFamily="34" charset="-122"/>
                <a:cs typeface="Calibri" pitchFamily="34" charset="-120"/>
              </a:rPr>
              <a:t>Microsoft Fabric · Azure ML · OpenAI</a:t>
            </a:r>
            <a:endParaRPr lang="en-US" sz="1467" dirty="0"/>
          </a:p>
        </p:txBody>
      </p:sp>
      <p:sp>
        <p:nvSpPr>
          <p:cNvPr id="94" name="Text 12">
            <a:extLst>
              <a:ext uri="{FF2B5EF4-FFF2-40B4-BE49-F238E27FC236}">
                <a16:creationId xmlns:a16="http://schemas.microsoft.com/office/drawing/2014/main" id="{E073A63F-C896-3363-C308-03DC89C88E48}"/>
              </a:ext>
            </a:extLst>
          </p:cNvPr>
          <p:cNvSpPr/>
          <p:nvPr/>
        </p:nvSpPr>
        <p:spPr>
          <a:xfrm>
            <a:off x="6461760" y="3291840"/>
            <a:ext cx="4998720" cy="1097280"/>
          </a:xfrm>
          <a:prstGeom prst="rect">
            <a:avLst/>
          </a:prstGeom>
          <a:noFill/>
          <a:ln/>
        </p:spPr>
        <p:txBody>
          <a:bodyPr wrap="square" lIns="0" tIns="0" rIns="0" bIns="0" rtlCol="0" anchor="ctr"/>
          <a:lstStyle/>
          <a:p>
            <a:r>
              <a:rPr lang="en-US" sz="1467" dirty="0">
                <a:solidFill>
                  <a:srgbClr val="E8F4FD"/>
                </a:solidFill>
                <a:ea typeface="Calibri" pitchFamily="34" charset="-122"/>
                <a:cs typeface="Calibri" pitchFamily="34" charset="-120"/>
              </a:rPr>
              <a:t>Prophet, LightGBM, LSTM for forecasting. OR-Tools for optimization. Semantic models in Power BI. Real-time scoring APIs.</a:t>
            </a:r>
            <a:endParaRPr lang="en-US" sz="1467" dirty="0"/>
          </a:p>
        </p:txBody>
      </p:sp>
      <p:sp>
        <p:nvSpPr>
          <p:cNvPr id="95" name="Shape 13">
            <a:extLst>
              <a:ext uri="{FF2B5EF4-FFF2-40B4-BE49-F238E27FC236}">
                <a16:creationId xmlns:a16="http://schemas.microsoft.com/office/drawing/2014/main" id="{9C5655DE-0A6C-9012-14FD-F21AFB088A32}"/>
              </a:ext>
            </a:extLst>
          </p:cNvPr>
          <p:cNvSpPr/>
          <p:nvPr/>
        </p:nvSpPr>
        <p:spPr>
          <a:xfrm>
            <a:off x="426720" y="4828032"/>
            <a:ext cx="11338560" cy="1463040"/>
          </a:xfrm>
          <a:prstGeom prst="rect">
            <a:avLst/>
          </a:prstGeom>
          <a:solidFill>
            <a:srgbClr val="2D4A70"/>
          </a:solidFill>
          <a:ln w="12700">
            <a:solidFill>
              <a:srgbClr val="2D4A70"/>
            </a:solidFill>
            <a:prstDash val="solid"/>
          </a:ln>
          <a:effectLst>
            <a:outerShdw blurRad="152400" dist="38100" dir="8100000" algn="bl" rotWithShape="0">
              <a:srgbClr val="000000">
                <a:alpha val="25000"/>
              </a:srgbClr>
            </a:outerShdw>
          </a:effectLst>
        </p:spPr>
        <p:txBody>
          <a:bodyPr/>
          <a:lstStyle/>
          <a:p>
            <a:endParaRPr lang="en-IN" sz="1867"/>
          </a:p>
        </p:txBody>
      </p:sp>
      <p:sp>
        <p:nvSpPr>
          <p:cNvPr id="96" name="Shape 14">
            <a:extLst>
              <a:ext uri="{FF2B5EF4-FFF2-40B4-BE49-F238E27FC236}">
                <a16:creationId xmlns:a16="http://schemas.microsoft.com/office/drawing/2014/main" id="{E6317006-5F4F-8730-9B71-BEAE8ECF7498}"/>
              </a:ext>
            </a:extLst>
          </p:cNvPr>
          <p:cNvSpPr/>
          <p:nvPr/>
        </p:nvSpPr>
        <p:spPr>
          <a:xfrm>
            <a:off x="426720" y="4828032"/>
            <a:ext cx="85344" cy="1463040"/>
          </a:xfrm>
          <a:prstGeom prst="rect">
            <a:avLst/>
          </a:prstGeom>
          <a:solidFill>
            <a:srgbClr val="00B294"/>
          </a:solidFill>
          <a:ln w="12700">
            <a:solidFill>
              <a:srgbClr val="00B294"/>
            </a:solidFill>
            <a:prstDash val="solid"/>
          </a:ln>
        </p:spPr>
        <p:txBody>
          <a:bodyPr/>
          <a:lstStyle/>
          <a:p>
            <a:endParaRPr lang="en-IN" sz="1867"/>
          </a:p>
        </p:txBody>
      </p:sp>
      <p:pic>
        <p:nvPicPr>
          <p:cNvPr id="97" name="Image 2" descr="preencoded.png">
            <a:extLst>
              <a:ext uri="{FF2B5EF4-FFF2-40B4-BE49-F238E27FC236}">
                <a16:creationId xmlns:a16="http://schemas.microsoft.com/office/drawing/2014/main" id="{95FA7820-861B-459A-60D9-8E781E43F02A}"/>
              </a:ext>
            </a:extLst>
          </p:cNvPr>
          <p:cNvPicPr>
            <a:picLocks noChangeAspect="1"/>
          </p:cNvPicPr>
          <p:nvPr/>
        </p:nvPicPr>
        <p:blipFill>
          <a:blip r:embed="rId4"/>
          <a:stretch>
            <a:fillRect/>
          </a:stretch>
        </p:blipFill>
        <p:spPr>
          <a:xfrm>
            <a:off x="731520" y="5254752"/>
            <a:ext cx="609600" cy="609600"/>
          </a:xfrm>
          <a:prstGeom prst="rect">
            <a:avLst/>
          </a:prstGeom>
        </p:spPr>
      </p:pic>
      <p:sp>
        <p:nvSpPr>
          <p:cNvPr id="98" name="Text 15">
            <a:extLst>
              <a:ext uri="{FF2B5EF4-FFF2-40B4-BE49-F238E27FC236}">
                <a16:creationId xmlns:a16="http://schemas.microsoft.com/office/drawing/2014/main" id="{572BD2C2-9575-E83B-8F67-19790FC6AFA1}"/>
              </a:ext>
            </a:extLst>
          </p:cNvPr>
          <p:cNvSpPr/>
          <p:nvPr/>
        </p:nvSpPr>
        <p:spPr>
          <a:xfrm>
            <a:off x="1584960" y="4949952"/>
            <a:ext cx="4876800" cy="463296"/>
          </a:xfrm>
          <a:prstGeom prst="rect">
            <a:avLst/>
          </a:prstGeom>
          <a:noFill/>
          <a:ln/>
        </p:spPr>
        <p:txBody>
          <a:bodyPr wrap="square" lIns="0" tIns="0" rIns="0" bIns="0" rtlCol="0" anchor="ctr"/>
          <a:lstStyle/>
          <a:p>
            <a:r>
              <a:rPr lang="en-US" sz="1733" b="1" dirty="0">
                <a:solidFill>
                  <a:srgbClr val="00B294"/>
                </a:solidFill>
                <a:ea typeface="Calibri" pitchFamily="34" charset="-122"/>
                <a:cs typeface="Calibri" pitchFamily="34" charset="-120"/>
              </a:rPr>
              <a:t>Layer 3 — AGENTIC BOT</a:t>
            </a:r>
            <a:endParaRPr lang="en-US" sz="1733" dirty="0"/>
          </a:p>
        </p:txBody>
      </p:sp>
      <p:sp>
        <p:nvSpPr>
          <p:cNvPr id="99" name="Text 16">
            <a:extLst>
              <a:ext uri="{FF2B5EF4-FFF2-40B4-BE49-F238E27FC236}">
                <a16:creationId xmlns:a16="http://schemas.microsoft.com/office/drawing/2014/main" id="{71DB4528-F4CB-8208-DDAF-D04D37590A8A}"/>
              </a:ext>
            </a:extLst>
          </p:cNvPr>
          <p:cNvSpPr/>
          <p:nvPr/>
        </p:nvSpPr>
        <p:spPr>
          <a:xfrm>
            <a:off x="1584960" y="5376672"/>
            <a:ext cx="4876800" cy="365760"/>
          </a:xfrm>
          <a:prstGeom prst="rect">
            <a:avLst/>
          </a:prstGeom>
          <a:noFill/>
          <a:ln/>
        </p:spPr>
        <p:txBody>
          <a:bodyPr wrap="square" lIns="0" tIns="0" rIns="0" bIns="0" rtlCol="0" anchor="ctr"/>
          <a:lstStyle/>
          <a:p>
            <a:r>
              <a:rPr lang="en-US" sz="1467" i="1" dirty="0">
                <a:solidFill>
                  <a:srgbClr val="B8CFE8"/>
                </a:solidFill>
                <a:ea typeface="Calibri" pitchFamily="34" charset="-122"/>
                <a:cs typeface="Calibri" pitchFamily="34" charset="-120"/>
              </a:rPr>
              <a:t>Copilot Studio + Azure OpenAI</a:t>
            </a:r>
            <a:endParaRPr lang="en-US" sz="1467" dirty="0"/>
          </a:p>
        </p:txBody>
      </p:sp>
      <p:sp>
        <p:nvSpPr>
          <p:cNvPr id="100" name="Text 17">
            <a:extLst>
              <a:ext uri="{FF2B5EF4-FFF2-40B4-BE49-F238E27FC236}">
                <a16:creationId xmlns:a16="http://schemas.microsoft.com/office/drawing/2014/main" id="{52205459-3990-28AF-88B2-1B80BD1CDD3E}"/>
              </a:ext>
            </a:extLst>
          </p:cNvPr>
          <p:cNvSpPr/>
          <p:nvPr/>
        </p:nvSpPr>
        <p:spPr>
          <a:xfrm>
            <a:off x="6461760" y="4974336"/>
            <a:ext cx="4998720" cy="1097280"/>
          </a:xfrm>
          <a:prstGeom prst="rect">
            <a:avLst/>
          </a:prstGeom>
          <a:noFill/>
          <a:ln/>
        </p:spPr>
        <p:txBody>
          <a:bodyPr wrap="square" lIns="0" tIns="0" rIns="0" bIns="0" rtlCol="0" anchor="ctr"/>
          <a:lstStyle/>
          <a:p>
            <a:r>
              <a:rPr lang="en-US" sz="1467" dirty="0">
                <a:solidFill>
                  <a:srgbClr val="E8F4FD"/>
                </a:solidFill>
                <a:ea typeface="Calibri" pitchFamily="34" charset="-122"/>
                <a:cs typeface="Calibri" pitchFamily="34" charset="-120"/>
              </a:rPr>
              <a:t>Natural language interface wrapping all AI models. Autonomous decision loops — order, alert, reroute. Integrated with SAP back-write via APIs.</a:t>
            </a:r>
            <a:endParaRPr lang="en-US" sz="1467" dirty="0"/>
          </a:p>
        </p:txBody>
      </p:sp>
      <p:sp>
        <p:nvSpPr>
          <p:cNvPr id="101" name="Shape 18">
            <a:extLst>
              <a:ext uri="{FF2B5EF4-FFF2-40B4-BE49-F238E27FC236}">
                <a16:creationId xmlns:a16="http://schemas.microsoft.com/office/drawing/2014/main" id="{BD29556C-CFB7-3C35-E8C8-2884EB6D39DE}"/>
              </a:ext>
            </a:extLst>
          </p:cNvPr>
          <p:cNvSpPr/>
          <p:nvPr/>
        </p:nvSpPr>
        <p:spPr>
          <a:xfrm>
            <a:off x="5730240" y="2913888"/>
            <a:ext cx="731520" cy="207264"/>
          </a:xfrm>
          <a:prstGeom prst="rect">
            <a:avLst/>
          </a:prstGeom>
          <a:solidFill>
            <a:srgbClr val="0F2040"/>
          </a:solidFill>
          <a:ln w="12700">
            <a:solidFill>
              <a:srgbClr val="0F2040"/>
            </a:solidFill>
            <a:prstDash val="solid"/>
          </a:ln>
        </p:spPr>
        <p:txBody>
          <a:bodyPr/>
          <a:lstStyle/>
          <a:p>
            <a:endParaRPr lang="en-IN" sz="1867"/>
          </a:p>
        </p:txBody>
      </p:sp>
      <p:pic>
        <p:nvPicPr>
          <p:cNvPr id="102" name="Image 3" descr="preencoded.png">
            <a:extLst>
              <a:ext uri="{FF2B5EF4-FFF2-40B4-BE49-F238E27FC236}">
                <a16:creationId xmlns:a16="http://schemas.microsoft.com/office/drawing/2014/main" id="{B9CF1961-803F-6FB9-491C-4797455C04A4}"/>
              </a:ext>
            </a:extLst>
          </p:cNvPr>
          <p:cNvPicPr>
            <a:picLocks noChangeAspect="1"/>
          </p:cNvPicPr>
          <p:nvPr/>
        </p:nvPicPr>
        <p:blipFill>
          <a:blip r:embed="rId5"/>
          <a:stretch>
            <a:fillRect/>
          </a:stretch>
        </p:blipFill>
        <p:spPr>
          <a:xfrm>
            <a:off x="5791200" y="2865120"/>
            <a:ext cx="304800" cy="304800"/>
          </a:xfrm>
          <a:prstGeom prst="rect">
            <a:avLst/>
          </a:prstGeom>
        </p:spPr>
      </p:pic>
      <p:sp>
        <p:nvSpPr>
          <p:cNvPr id="103" name="Shape 19">
            <a:extLst>
              <a:ext uri="{FF2B5EF4-FFF2-40B4-BE49-F238E27FC236}">
                <a16:creationId xmlns:a16="http://schemas.microsoft.com/office/drawing/2014/main" id="{34658C87-CE00-786D-D510-C15C4E412CE7}"/>
              </a:ext>
            </a:extLst>
          </p:cNvPr>
          <p:cNvSpPr/>
          <p:nvPr/>
        </p:nvSpPr>
        <p:spPr>
          <a:xfrm>
            <a:off x="5730240" y="4596384"/>
            <a:ext cx="731520" cy="207264"/>
          </a:xfrm>
          <a:prstGeom prst="rect">
            <a:avLst/>
          </a:prstGeom>
          <a:solidFill>
            <a:srgbClr val="0F2040"/>
          </a:solidFill>
          <a:ln w="12700">
            <a:solidFill>
              <a:srgbClr val="0F2040"/>
            </a:solidFill>
            <a:prstDash val="solid"/>
          </a:ln>
        </p:spPr>
        <p:txBody>
          <a:bodyPr/>
          <a:lstStyle/>
          <a:p>
            <a:endParaRPr lang="en-IN" sz="1867"/>
          </a:p>
        </p:txBody>
      </p:sp>
      <p:pic>
        <p:nvPicPr>
          <p:cNvPr id="104" name="Image 4" descr="preencoded.png">
            <a:extLst>
              <a:ext uri="{FF2B5EF4-FFF2-40B4-BE49-F238E27FC236}">
                <a16:creationId xmlns:a16="http://schemas.microsoft.com/office/drawing/2014/main" id="{E655B131-58AD-278D-6811-9B54B483F412}"/>
              </a:ext>
            </a:extLst>
          </p:cNvPr>
          <p:cNvPicPr>
            <a:picLocks noChangeAspect="1"/>
          </p:cNvPicPr>
          <p:nvPr/>
        </p:nvPicPr>
        <p:blipFill>
          <a:blip r:embed="rId5"/>
          <a:stretch>
            <a:fillRect/>
          </a:stretch>
        </p:blipFill>
        <p:spPr>
          <a:xfrm>
            <a:off x="5791200" y="4547616"/>
            <a:ext cx="304800" cy="304800"/>
          </a:xfrm>
          <a:prstGeom prst="rect">
            <a:avLst/>
          </a:prstGeom>
        </p:spPr>
      </p:pic>
    </p:spTree>
    <p:extLst>
      <p:ext uri="{BB962C8B-B14F-4D97-AF65-F5344CB8AC3E}">
        <p14:creationId xmlns:p14="http://schemas.microsoft.com/office/powerpoint/2010/main" val="1650460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5B2DE-9F4F-1687-1D1F-B164B899FE2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905F73E-9262-CC8F-6917-50AA63EFE566}"/>
              </a:ext>
            </a:extLst>
          </p:cNvPr>
          <p:cNvSpPr>
            <a:spLocks noGrp="1"/>
          </p:cNvSpPr>
          <p:nvPr>
            <p:ph type="ftr" sz="quarter" idx="3"/>
          </p:nvPr>
        </p:nvSpPr>
        <p:spPr/>
        <p:txBody>
          <a:bodyPr/>
          <a:lstStyle/>
          <a:p>
            <a:r>
              <a:rPr lang="en-US"/>
              <a:t>© </a:t>
            </a:r>
            <a:fld id="{BD10386A-F078-491A-8D58-536D4066CAE5}" type="datetimeyyyy">
              <a:rPr lang="en-US" smtClean="0"/>
              <a:pPr/>
              <a:t>2026</a:t>
            </a:fld>
            <a:r>
              <a:rPr lang="en-US"/>
              <a:t> NTT DATA Business Solutions</a:t>
            </a:r>
          </a:p>
        </p:txBody>
      </p:sp>
      <p:sp>
        <p:nvSpPr>
          <p:cNvPr id="4" name="Slide Number Placeholder 3">
            <a:extLst>
              <a:ext uri="{FF2B5EF4-FFF2-40B4-BE49-F238E27FC236}">
                <a16:creationId xmlns:a16="http://schemas.microsoft.com/office/drawing/2014/main" id="{18BB1DE2-1916-0397-10B0-E7E159E6B8D6}"/>
              </a:ext>
            </a:extLst>
          </p:cNvPr>
          <p:cNvSpPr>
            <a:spLocks noGrp="1"/>
          </p:cNvSpPr>
          <p:nvPr>
            <p:ph type="sldNum" sz="quarter" idx="4"/>
          </p:nvPr>
        </p:nvSpPr>
        <p:spPr/>
        <p:txBody>
          <a:bodyPr/>
          <a:lstStyle/>
          <a:p>
            <a:fld id="{13CE6DAF-806F-404B-BC68-339BFCB57E5C}" type="slidenum">
              <a:rPr lang="en-US" smtClean="0"/>
              <a:pPr/>
              <a:t>4</a:t>
            </a:fld>
            <a:endParaRPr lang="en-US"/>
          </a:p>
        </p:txBody>
      </p:sp>
      <p:sp>
        <p:nvSpPr>
          <p:cNvPr id="5" name="Shape 0">
            <a:extLst>
              <a:ext uri="{FF2B5EF4-FFF2-40B4-BE49-F238E27FC236}">
                <a16:creationId xmlns:a16="http://schemas.microsoft.com/office/drawing/2014/main" id="{61BB300C-3338-6368-5AD6-6F6A0454D283}"/>
              </a:ext>
            </a:extLst>
          </p:cNvPr>
          <p:cNvSpPr/>
          <p:nvPr/>
        </p:nvSpPr>
        <p:spPr>
          <a:xfrm>
            <a:off x="0" y="0"/>
            <a:ext cx="12192000" cy="73152"/>
          </a:xfrm>
          <a:prstGeom prst="rect">
            <a:avLst/>
          </a:prstGeom>
          <a:solidFill>
            <a:srgbClr val="0078D4"/>
          </a:solidFill>
          <a:ln w="12700">
            <a:solidFill>
              <a:srgbClr val="0078D4"/>
            </a:solidFill>
            <a:prstDash val="solid"/>
          </a:ln>
        </p:spPr>
        <p:txBody>
          <a:bodyPr/>
          <a:lstStyle/>
          <a:p>
            <a:endParaRPr lang="en-IN" sz="1867"/>
          </a:p>
        </p:txBody>
      </p:sp>
      <p:sp>
        <p:nvSpPr>
          <p:cNvPr id="6" name="Text 1">
            <a:extLst>
              <a:ext uri="{FF2B5EF4-FFF2-40B4-BE49-F238E27FC236}">
                <a16:creationId xmlns:a16="http://schemas.microsoft.com/office/drawing/2014/main" id="{4EFAAFAD-2ACD-AA97-B028-F0D24491F940}"/>
              </a:ext>
            </a:extLst>
          </p:cNvPr>
          <p:cNvSpPr/>
          <p:nvPr/>
        </p:nvSpPr>
        <p:spPr>
          <a:xfrm>
            <a:off x="371475" y="223521"/>
            <a:ext cx="10972800" cy="731520"/>
          </a:xfrm>
          <a:prstGeom prst="rect">
            <a:avLst/>
          </a:prstGeom>
          <a:noFill/>
          <a:ln/>
        </p:spPr>
        <p:txBody>
          <a:bodyPr wrap="square" lIns="0" tIns="0" rIns="0" bIns="0" rtlCol="0" anchor="ctr"/>
          <a:lstStyle/>
          <a:p>
            <a:r>
              <a:rPr lang="en-US" sz="3467" b="1" dirty="0">
                <a:solidFill>
                  <a:srgbClr val="FFFFFF"/>
                </a:solidFill>
                <a:latin typeface="+mj-lt"/>
                <a:ea typeface="Calibri" pitchFamily="34" charset="-122"/>
                <a:cs typeface="Calibri" pitchFamily="34" charset="-120"/>
              </a:rPr>
              <a:t>Data Integration: SAP → Microsoft Fabric</a:t>
            </a:r>
            <a:endParaRPr lang="en-US" sz="3467" dirty="0">
              <a:latin typeface="+mj-lt"/>
            </a:endParaRPr>
          </a:p>
        </p:txBody>
      </p:sp>
      <p:sp>
        <p:nvSpPr>
          <p:cNvPr id="7" name="Text 2">
            <a:extLst>
              <a:ext uri="{FF2B5EF4-FFF2-40B4-BE49-F238E27FC236}">
                <a16:creationId xmlns:a16="http://schemas.microsoft.com/office/drawing/2014/main" id="{610F473D-A129-52F9-95D1-1E9D057F49CE}"/>
              </a:ext>
            </a:extLst>
          </p:cNvPr>
          <p:cNvSpPr/>
          <p:nvPr/>
        </p:nvSpPr>
        <p:spPr>
          <a:xfrm>
            <a:off x="457200" y="866998"/>
            <a:ext cx="10972800" cy="426720"/>
          </a:xfrm>
          <a:prstGeom prst="rect">
            <a:avLst/>
          </a:prstGeom>
          <a:noFill/>
          <a:ln/>
        </p:spPr>
        <p:txBody>
          <a:bodyPr wrap="square" lIns="0" tIns="0" rIns="0" bIns="0" rtlCol="0" anchor="ctr"/>
          <a:lstStyle/>
          <a:p>
            <a:r>
              <a:rPr lang="en-US" sz="1733" dirty="0">
                <a:solidFill>
                  <a:srgbClr val="B8CFE8"/>
                </a:solidFill>
                <a:ea typeface="Calibri" pitchFamily="34" charset="-122"/>
                <a:cs typeface="Calibri" pitchFamily="34" charset="-120"/>
              </a:rPr>
              <a:t>MDP methods that maintain data fidelity and governance</a:t>
            </a:r>
            <a:endParaRPr lang="en-US" sz="1733" dirty="0"/>
          </a:p>
        </p:txBody>
      </p:sp>
      <p:sp>
        <p:nvSpPr>
          <p:cNvPr id="8" name="Text 3">
            <a:extLst>
              <a:ext uri="{FF2B5EF4-FFF2-40B4-BE49-F238E27FC236}">
                <a16:creationId xmlns:a16="http://schemas.microsoft.com/office/drawing/2014/main" id="{E8956B63-7BDF-0C04-1C20-813A1E2F57F3}"/>
              </a:ext>
            </a:extLst>
          </p:cNvPr>
          <p:cNvSpPr/>
          <p:nvPr/>
        </p:nvSpPr>
        <p:spPr>
          <a:xfrm>
            <a:off x="426720" y="1487424"/>
            <a:ext cx="5486400" cy="426720"/>
          </a:xfrm>
          <a:prstGeom prst="rect">
            <a:avLst/>
          </a:prstGeom>
          <a:noFill/>
          <a:ln/>
        </p:spPr>
        <p:txBody>
          <a:bodyPr wrap="square" lIns="0" tIns="0" rIns="0" bIns="0" rtlCol="0" anchor="ctr"/>
          <a:lstStyle/>
          <a:p>
            <a:r>
              <a:rPr lang="en-US" sz="1867" b="1" dirty="0">
                <a:solidFill>
                  <a:srgbClr val="50E6FF"/>
                </a:solidFill>
                <a:ea typeface="Calibri" pitchFamily="34" charset="-122"/>
                <a:cs typeface="Calibri" pitchFamily="34" charset="-120"/>
              </a:rPr>
              <a:t>Extraction Methods</a:t>
            </a:r>
            <a:endParaRPr lang="en-US" sz="1867" dirty="0"/>
          </a:p>
        </p:txBody>
      </p:sp>
      <p:sp>
        <p:nvSpPr>
          <p:cNvPr id="9" name="Shape 4">
            <a:extLst>
              <a:ext uri="{FF2B5EF4-FFF2-40B4-BE49-F238E27FC236}">
                <a16:creationId xmlns:a16="http://schemas.microsoft.com/office/drawing/2014/main" id="{FA6DBF8A-F32F-C80C-0831-ACE37C13E247}"/>
              </a:ext>
            </a:extLst>
          </p:cNvPr>
          <p:cNvSpPr/>
          <p:nvPr/>
        </p:nvSpPr>
        <p:spPr>
          <a:xfrm>
            <a:off x="426720" y="2011680"/>
            <a:ext cx="5486400" cy="707136"/>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10" name="Text 5">
            <a:extLst>
              <a:ext uri="{FF2B5EF4-FFF2-40B4-BE49-F238E27FC236}">
                <a16:creationId xmlns:a16="http://schemas.microsoft.com/office/drawing/2014/main" id="{205189F8-3780-F7A9-668A-81D54A294001}"/>
              </a:ext>
            </a:extLst>
          </p:cNvPr>
          <p:cNvSpPr/>
          <p:nvPr/>
        </p:nvSpPr>
        <p:spPr>
          <a:xfrm>
            <a:off x="609600" y="2060448"/>
            <a:ext cx="5120640" cy="268224"/>
          </a:xfrm>
          <a:prstGeom prst="rect">
            <a:avLst/>
          </a:prstGeom>
          <a:noFill/>
          <a:ln/>
        </p:spPr>
        <p:txBody>
          <a:bodyPr wrap="square" lIns="0" tIns="0" rIns="0" bIns="0" rtlCol="0" anchor="ctr"/>
          <a:lstStyle/>
          <a:p>
            <a:r>
              <a:rPr lang="en-US" sz="1533" b="1" dirty="0">
                <a:solidFill>
                  <a:srgbClr val="0078D4"/>
                </a:solidFill>
                <a:ea typeface="Calibri" pitchFamily="34" charset="-122"/>
                <a:cs typeface="Calibri" pitchFamily="34" charset="-120"/>
              </a:rPr>
              <a:t>SAP ODP</a:t>
            </a:r>
            <a:endParaRPr lang="en-US" sz="1533" dirty="0"/>
          </a:p>
        </p:txBody>
      </p:sp>
      <p:sp>
        <p:nvSpPr>
          <p:cNvPr id="11" name="Text 6">
            <a:extLst>
              <a:ext uri="{FF2B5EF4-FFF2-40B4-BE49-F238E27FC236}">
                <a16:creationId xmlns:a16="http://schemas.microsoft.com/office/drawing/2014/main" id="{07C3C8F4-A62E-E24B-DCD1-66B099D72C90}"/>
              </a:ext>
            </a:extLst>
          </p:cNvPr>
          <p:cNvSpPr/>
          <p:nvPr/>
        </p:nvSpPr>
        <p:spPr>
          <a:xfrm>
            <a:off x="609600" y="2340864"/>
            <a:ext cx="5120640" cy="304800"/>
          </a:xfrm>
          <a:prstGeom prst="rect">
            <a:avLst/>
          </a:prstGeom>
          <a:noFill/>
          <a:ln/>
        </p:spPr>
        <p:txBody>
          <a:bodyPr wrap="square" lIns="0" tIns="0" rIns="0" bIns="0" rtlCol="0" anchor="ctr"/>
          <a:lstStyle/>
          <a:p>
            <a:r>
              <a:rPr lang="en-US" sz="1333" dirty="0">
                <a:solidFill>
                  <a:srgbClr val="B8CFE8"/>
                </a:solidFill>
                <a:ea typeface="Calibri" pitchFamily="34" charset="-122"/>
                <a:cs typeface="Calibri" pitchFamily="34" charset="-120"/>
              </a:rPr>
              <a:t>Operational Data Provisioning — delta extracts from BW/S4</a:t>
            </a:r>
            <a:endParaRPr lang="en-US" sz="1333" dirty="0"/>
          </a:p>
        </p:txBody>
      </p:sp>
      <p:sp>
        <p:nvSpPr>
          <p:cNvPr id="12" name="Shape 7">
            <a:extLst>
              <a:ext uri="{FF2B5EF4-FFF2-40B4-BE49-F238E27FC236}">
                <a16:creationId xmlns:a16="http://schemas.microsoft.com/office/drawing/2014/main" id="{57BE1349-444A-1342-8714-8CDB2F1B3CD1}"/>
              </a:ext>
            </a:extLst>
          </p:cNvPr>
          <p:cNvSpPr/>
          <p:nvPr/>
        </p:nvSpPr>
        <p:spPr>
          <a:xfrm>
            <a:off x="426720" y="2828544"/>
            <a:ext cx="5486400" cy="707136"/>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13" name="Text 8">
            <a:extLst>
              <a:ext uri="{FF2B5EF4-FFF2-40B4-BE49-F238E27FC236}">
                <a16:creationId xmlns:a16="http://schemas.microsoft.com/office/drawing/2014/main" id="{A1FDB9EA-9757-6957-CE3A-E969B5BBF4E7}"/>
              </a:ext>
            </a:extLst>
          </p:cNvPr>
          <p:cNvSpPr/>
          <p:nvPr/>
        </p:nvSpPr>
        <p:spPr>
          <a:xfrm>
            <a:off x="609600" y="2877312"/>
            <a:ext cx="5120640" cy="268224"/>
          </a:xfrm>
          <a:prstGeom prst="rect">
            <a:avLst/>
          </a:prstGeom>
          <a:noFill/>
          <a:ln/>
        </p:spPr>
        <p:txBody>
          <a:bodyPr wrap="square" lIns="0" tIns="0" rIns="0" bIns="0" rtlCol="0" anchor="ctr"/>
          <a:lstStyle/>
          <a:p>
            <a:r>
              <a:rPr lang="en-US" sz="1533" b="1" dirty="0">
                <a:solidFill>
                  <a:srgbClr val="0078D4"/>
                </a:solidFill>
                <a:ea typeface="Calibri" pitchFamily="34" charset="-122"/>
                <a:cs typeface="Calibri" pitchFamily="34" charset="-120"/>
              </a:rPr>
              <a:t>BAPI/RFC</a:t>
            </a:r>
            <a:endParaRPr lang="en-US" sz="1533" dirty="0"/>
          </a:p>
        </p:txBody>
      </p:sp>
      <p:sp>
        <p:nvSpPr>
          <p:cNvPr id="14" name="Text 9">
            <a:extLst>
              <a:ext uri="{FF2B5EF4-FFF2-40B4-BE49-F238E27FC236}">
                <a16:creationId xmlns:a16="http://schemas.microsoft.com/office/drawing/2014/main" id="{F89020FE-A229-9F4B-7457-E0A5A1ABDA2B}"/>
              </a:ext>
            </a:extLst>
          </p:cNvPr>
          <p:cNvSpPr/>
          <p:nvPr/>
        </p:nvSpPr>
        <p:spPr>
          <a:xfrm>
            <a:off x="609600" y="3157728"/>
            <a:ext cx="5120640" cy="304800"/>
          </a:xfrm>
          <a:prstGeom prst="rect">
            <a:avLst/>
          </a:prstGeom>
          <a:noFill/>
          <a:ln/>
        </p:spPr>
        <p:txBody>
          <a:bodyPr wrap="square" lIns="0" tIns="0" rIns="0" bIns="0" rtlCol="0" anchor="ctr"/>
          <a:lstStyle/>
          <a:p>
            <a:r>
              <a:rPr lang="en-US" sz="1333" dirty="0">
                <a:solidFill>
                  <a:srgbClr val="B8CFE8"/>
                </a:solidFill>
                <a:ea typeface="Calibri" pitchFamily="34" charset="-122"/>
                <a:cs typeface="Calibri" pitchFamily="34" charset="-120"/>
              </a:rPr>
              <a:t>Standard function modules for MM, SD, PP master &amp; transactional data</a:t>
            </a:r>
            <a:endParaRPr lang="en-US" sz="1333" dirty="0"/>
          </a:p>
        </p:txBody>
      </p:sp>
      <p:sp>
        <p:nvSpPr>
          <p:cNvPr id="15" name="Shape 10">
            <a:extLst>
              <a:ext uri="{FF2B5EF4-FFF2-40B4-BE49-F238E27FC236}">
                <a16:creationId xmlns:a16="http://schemas.microsoft.com/office/drawing/2014/main" id="{35DA93C3-3AF1-F683-8B47-02C7ADDE4064}"/>
              </a:ext>
            </a:extLst>
          </p:cNvPr>
          <p:cNvSpPr/>
          <p:nvPr/>
        </p:nvSpPr>
        <p:spPr>
          <a:xfrm>
            <a:off x="426720" y="3645408"/>
            <a:ext cx="5486400" cy="707136"/>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16" name="Text 11">
            <a:extLst>
              <a:ext uri="{FF2B5EF4-FFF2-40B4-BE49-F238E27FC236}">
                <a16:creationId xmlns:a16="http://schemas.microsoft.com/office/drawing/2014/main" id="{63CDA991-0EC5-E348-3348-BF616F0D6738}"/>
              </a:ext>
            </a:extLst>
          </p:cNvPr>
          <p:cNvSpPr/>
          <p:nvPr/>
        </p:nvSpPr>
        <p:spPr>
          <a:xfrm>
            <a:off x="609600" y="3694176"/>
            <a:ext cx="5120640" cy="268224"/>
          </a:xfrm>
          <a:prstGeom prst="rect">
            <a:avLst/>
          </a:prstGeom>
          <a:noFill/>
          <a:ln/>
        </p:spPr>
        <p:txBody>
          <a:bodyPr wrap="square" lIns="0" tIns="0" rIns="0" bIns="0" rtlCol="0" anchor="ctr"/>
          <a:lstStyle/>
          <a:p>
            <a:r>
              <a:rPr lang="en-US" sz="1533" b="1" dirty="0">
                <a:solidFill>
                  <a:srgbClr val="0078D4"/>
                </a:solidFill>
                <a:ea typeface="Calibri" pitchFamily="34" charset="-122"/>
                <a:cs typeface="Calibri" pitchFamily="34" charset="-120"/>
              </a:rPr>
              <a:t>SAP Extractor</a:t>
            </a:r>
            <a:endParaRPr lang="en-US" sz="1533" dirty="0"/>
          </a:p>
        </p:txBody>
      </p:sp>
      <p:sp>
        <p:nvSpPr>
          <p:cNvPr id="17" name="Text 12">
            <a:extLst>
              <a:ext uri="{FF2B5EF4-FFF2-40B4-BE49-F238E27FC236}">
                <a16:creationId xmlns:a16="http://schemas.microsoft.com/office/drawing/2014/main" id="{0031CBB8-703F-4156-27AA-551329EE54D0}"/>
              </a:ext>
            </a:extLst>
          </p:cNvPr>
          <p:cNvSpPr/>
          <p:nvPr/>
        </p:nvSpPr>
        <p:spPr>
          <a:xfrm>
            <a:off x="609600" y="3974592"/>
            <a:ext cx="5120640" cy="304800"/>
          </a:xfrm>
          <a:prstGeom prst="rect">
            <a:avLst/>
          </a:prstGeom>
          <a:noFill/>
          <a:ln/>
        </p:spPr>
        <p:txBody>
          <a:bodyPr wrap="square" lIns="0" tIns="0" rIns="0" bIns="0" rtlCol="0" anchor="ctr"/>
          <a:lstStyle/>
          <a:p>
            <a:r>
              <a:rPr lang="en-US" sz="1333" dirty="0">
                <a:solidFill>
                  <a:srgbClr val="B8CFE8"/>
                </a:solidFill>
                <a:ea typeface="Calibri" pitchFamily="34" charset="-122"/>
                <a:cs typeface="Calibri" pitchFamily="34" charset="-120"/>
              </a:rPr>
              <a:t>LO Cockpit extractors for logistics movements, GR/GI events</a:t>
            </a:r>
            <a:endParaRPr lang="en-US" sz="1333" dirty="0"/>
          </a:p>
        </p:txBody>
      </p:sp>
      <p:sp>
        <p:nvSpPr>
          <p:cNvPr id="18" name="Shape 13">
            <a:extLst>
              <a:ext uri="{FF2B5EF4-FFF2-40B4-BE49-F238E27FC236}">
                <a16:creationId xmlns:a16="http://schemas.microsoft.com/office/drawing/2014/main" id="{59E6C67C-C66B-49DB-B479-2B7B60CA5CE4}"/>
              </a:ext>
            </a:extLst>
          </p:cNvPr>
          <p:cNvSpPr/>
          <p:nvPr/>
        </p:nvSpPr>
        <p:spPr>
          <a:xfrm>
            <a:off x="426720" y="4462272"/>
            <a:ext cx="5486400" cy="707136"/>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19" name="Text 14">
            <a:extLst>
              <a:ext uri="{FF2B5EF4-FFF2-40B4-BE49-F238E27FC236}">
                <a16:creationId xmlns:a16="http://schemas.microsoft.com/office/drawing/2014/main" id="{3A6C3609-6483-4889-8D3B-C5BADAA63712}"/>
              </a:ext>
            </a:extLst>
          </p:cNvPr>
          <p:cNvSpPr/>
          <p:nvPr/>
        </p:nvSpPr>
        <p:spPr>
          <a:xfrm>
            <a:off x="609600" y="4511040"/>
            <a:ext cx="5120640" cy="268224"/>
          </a:xfrm>
          <a:prstGeom prst="rect">
            <a:avLst/>
          </a:prstGeom>
          <a:noFill/>
          <a:ln/>
        </p:spPr>
        <p:txBody>
          <a:bodyPr wrap="square" lIns="0" tIns="0" rIns="0" bIns="0" rtlCol="0" anchor="ctr"/>
          <a:lstStyle/>
          <a:p>
            <a:r>
              <a:rPr lang="en-US" sz="1533" b="1" dirty="0">
                <a:solidFill>
                  <a:srgbClr val="0078D4"/>
                </a:solidFill>
                <a:ea typeface="Calibri" pitchFamily="34" charset="-122"/>
                <a:cs typeface="Calibri" pitchFamily="34" charset="-120"/>
              </a:rPr>
              <a:t>ADF SAP Connector</a:t>
            </a:r>
            <a:endParaRPr lang="en-US" sz="1533" dirty="0"/>
          </a:p>
        </p:txBody>
      </p:sp>
      <p:sp>
        <p:nvSpPr>
          <p:cNvPr id="20" name="Text 15">
            <a:extLst>
              <a:ext uri="{FF2B5EF4-FFF2-40B4-BE49-F238E27FC236}">
                <a16:creationId xmlns:a16="http://schemas.microsoft.com/office/drawing/2014/main" id="{96386F67-DD8F-06B2-6F31-D00E8ED66D59}"/>
              </a:ext>
            </a:extLst>
          </p:cNvPr>
          <p:cNvSpPr/>
          <p:nvPr/>
        </p:nvSpPr>
        <p:spPr>
          <a:xfrm>
            <a:off x="609600" y="4791456"/>
            <a:ext cx="5120640" cy="304800"/>
          </a:xfrm>
          <a:prstGeom prst="rect">
            <a:avLst/>
          </a:prstGeom>
          <a:noFill/>
          <a:ln/>
        </p:spPr>
        <p:txBody>
          <a:bodyPr wrap="square" lIns="0" tIns="0" rIns="0" bIns="0" rtlCol="0" anchor="ctr"/>
          <a:lstStyle/>
          <a:p>
            <a:r>
              <a:rPr lang="en-US" sz="1333" dirty="0">
                <a:solidFill>
                  <a:srgbClr val="B8CFE8"/>
                </a:solidFill>
                <a:ea typeface="Calibri" pitchFamily="34" charset="-122"/>
                <a:cs typeface="Calibri" pitchFamily="34" charset="-120"/>
              </a:rPr>
              <a:t>Native Azure Data Factory connector — no middleware needed</a:t>
            </a:r>
            <a:endParaRPr lang="en-US" sz="1333" dirty="0"/>
          </a:p>
        </p:txBody>
      </p:sp>
      <p:sp>
        <p:nvSpPr>
          <p:cNvPr id="21" name="Shape 16">
            <a:extLst>
              <a:ext uri="{FF2B5EF4-FFF2-40B4-BE49-F238E27FC236}">
                <a16:creationId xmlns:a16="http://schemas.microsoft.com/office/drawing/2014/main" id="{535037A9-A56E-9F64-AE8B-9DD01E149992}"/>
              </a:ext>
            </a:extLst>
          </p:cNvPr>
          <p:cNvSpPr/>
          <p:nvPr/>
        </p:nvSpPr>
        <p:spPr>
          <a:xfrm>
            <a:off x="426720" y="5279136"/>
            <a:ext cx="5486400" cy="707136"/>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22" name="Text 17">
            <a:extLst>
              <a:ext uri="{FF2B5EF4-FFF2-40B4-BE49-F238E27FC236}">
                <a16:creationId xmlns:a16="http://schemas.microsoft.com/office/drawing/2014/main" id="{001B0D00-6AD8-B5FB-2BF7-1877A766BD43}"/>
              </a:ext>
            </a:extLst>
          </p:cNvPr>
          <p:cNvSpPr/>
          <p:nvPr/>
        </p:nvSpPr>
        <p:spPr>
          <a:xfrm>
            <a:off x="609600" y="5327904"/>
            <a:ext cx="5120640" cy="268224"/>
          </a:xfrm>
          <a:prstGeom prst="rect">
            <a:avLst/>
          </a:prstGeom>
          <a:noFill/>
          <a:ln/>
        </p:spPr>
        <p:txBody>
          <a:bodyPr wrap="square" lIns="0" tIns="0" rIns="0" bIns="0" rtlCol="0" anchor="ctr"/>
          <a:lstStyle/>
          <a:p>
            <a:r>
              <a:rPr lang="en-US" sz="1533" b="1" dirty="0">
                <a:solidFill>
                  <a:srgbClr val="0078D4"/>
                </a:solidFill>
                <a:ea typeface="Calibri" pitchFamily="34" charset="-122"/>
                <a:cs typeface="Calibri" pitchFamily="34" charset="-120"/>
              </a:rPr>
              <a:t>Change Data Capture</a:t>
            </a:r>
            <a:endParaRPr lang="en-US" sz="1533" dirty="0"/>
          </a:p>
        </p:txBody>
      </p:sp>
      <p:sp>
        <p:nvSpPr>
          <p:cNvPr id="23" name="Text 18">
            <a:extLst>
              <a:ext uri="{FF2B5EF4-FFF2-40B4-BE49-F238E27FC236}">
                <a16:creationId xmlns:a16="http://schemas.microsoft.com/office/drawing/2014/main" id="{AE4288CE-849B-5D1A-7E7E-0DC3DA5260FF}"/>
              </a:ext>
            </a:extLst>
          </p:cNvPr>
          <p:cNvSpPr/>
          <p:nvPr/>
        </p:nvSpPr>
        <p:spPr>
          <a:xfrm>
            <a:off x="609600" y="5608320"/>
            <a:ext cx="5120640" cy="304800"/>
          </a:xfrm>
          <a:prstGeom prst="rect">
            <a:avLst/>
          </a:prstGeom>
          <a:noFill/>
          <a:ln/>
        </p:spPr>
        <p:txBody>
          <a:bodyPr wrap="square" lIns="0" tIns="0" rIns="0" bIns="0" rtlCol="0" anchor="ctr"/>
          <a:lstStyle/>
          <a:p>
            <a:r>
              <a:rPr lang="en-US" sz="1333" dirty="0">
                <a:solidFill>
                  <a:srgbClr val="B8CFE8"/>
                </a:solidFill>
                <a:ea typeface="Calibri" pitchFamily="34" charset="-122"/>
                <a:cs typeface="Calibri" pitchFamily="34" charset="-120"/>
              </a:rPr>
              <a:t>Near real-time via SLT / OData streaming to Event Hub</a:t>
            </a:r>
            <a:endParaRPr lang="en-US" sz="1333" dirty="0"/>
          </a:p>
        </p:txBody>
      </p:sp>
      <p:sp>
        <p:nvSpPr>
          <p:cNvPr id="24" name="Text 19">
            <a:extLst>
              <a:ext uri="{FF2B5EF4-FFF2-40B4-BE49-F238E27FC236}">
                <a16:creationId xmlns:a16="http://schemas.microsoft.com/office/drawing/2014/main" id="{29CDCC8B-5ADD-FE49-B4A3-A82CD9767C3F}"/>
              </a:ext>
            </a:extLst>
          </p:cNvPr>
          <p:cNvSpPr/>
          <p:nvPr/>
        </p:nvSpPr>
        <p:spPr>
          <a:xfrm>
            <a:off x="6339840" y="1487424"/>
            <a:ext cx="5486400" cy="426720"/>
          </a:xfrm>
          <a:prstGeom prst="rect">
            <a:avLst/>
          </a:prstGeom>
          <a:noFill/>
          <a:ln/>
        </p:spPr>
        <p:txBody>
          <a:bodyPr wrap="square" lIns="0" tIns="0" rIns="0" bIns="0" rtlCol="0" anchor="ctr"/>
          <a:lstStyle/>
          <a:p>
            <a:r>
              <a:rPr lang="en-US" sz="1867" b="1" dirty="0">
                <a:solidFill>
                  <a:srgbClr val="FFB900"/>
                </a:solidFill>
                <a:ea typeface="Calibri" pitchFamily="34" charset="-122"/>
                <a:cs typeface="Calibri" pitchFamily="34" charset="-120"/>
              </a:rPr>
              <a:t>Microsoft Fabric Zones</a:t>
            </a:r>
            <a:endParaRPr lang="en-US" sz="1867" dirty="0"/>
          </a:p>
        </p:txBody>
      </p:sp>
      <p:sp>
        <p:nvSpPr>
          <p:cNvPr id="25" name="Shape 20">
            <a:extLst>
              <a:ext uri="{FF2B5EF4-FFF2-40B4-BE49-F238E27FC236}">
                <a16:creationId xmlns:a16="http://schemas.microsoft.com/office/drawing/2014/main" id="{4C92F7D5-707A-81F1-0D9C-A970B85C7EA7}"/>
              </a:ext>
            </a:extLst>
          </p:cNvPr>
          <p:cNvSpPr/>
          <p:nvPr/>
        </p:nvSpPr>
        <p:spPr>
          <a:xfrm>
            <a:off x="6278880" y="2011680"/>
            <a:ext cx="5547360" cy="1121664"/>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26" name="Shape 21">
            <a:extLst>
              <a:ext uri="{FF2B5EF4-FFF2-40B4-BE49-F238E27FC236}">
                <a16:creationId xmlns:a16="http://schemas.microsoft.com/office/drawing/2014/main" id="{2B90EE87-8DC9-77D0-A921-4493BD7F8CAA}"/>
              </a:ext>
            </a:extLst>
          </p:cNvPr>
          <p:cNvSpPr/>
          <p:nvPr/>
        </p:nvSpPr>
        <p:spPr>
          <a:xfrm>
            <a:off x="6278880" y="2011680"/>
            <a:ext cx="5547360" cy="85344"/>
          </a:xfrm>
          <a:prstGeom prst="rect">
            <a:avLst/>
          </a:prstGeom>
          <a:solidFill>
            <a:srgbClr val="0078D4"/>
          </a:solidFill>
          <a:ln w="12700">
            <a:solidFill>
              <a:srgbClr val="0078D4"/>
            </a:solidFill>
            <a:prstDash val="solid"/>
          </a:ln>
        </p:spPr>
        <p:txBody>
          <a:bodyPr/>
          <a:lstStyle/>
          <a:p>
            <a:endParaRPr lang="en-IN" sz="1867"/>
          </a:p>
        </p:txBody>
      </p:sp>
      <p:sp>
        <p:nvSpPr>
          <p:cNvPr id="27" name="Text 22">
            <a:extLst>
              <a:ext uri="{FF2B5EF4-FFF2-40B4-BE49-F238E27FC236}">
                <a16:creationId xmlns:a16="http://schemas.microsoft.com/office/drawing/2014/main" id="{A3891F65-5BEB-AD77-647C-6D28A06896C2}"/>
              </a:ext>
            </a:extLst>
          </p:cNvPr>
          <p:cNvSpPr/>
          <p:nvPr/>
        </p:nvSpPr>
        <p:spPr>
          <a:xfrm>
            <a:off x="6461760" y="2194560"/>
            <a:ext cx="5120640" cy="365760"/>
          </a:xfrm>
          <a:prstGeom prst="rect">
            <a:avLst/>
          </a:prstGeom>
          <a:noFill/>
          <a:ln/>
        </p:spPr>
        <p:txBody>
          <a:bodyPr wrap="square" lIns="0" tIns="0" rIns="0" bIns="0" rtlCol="0" anchor="ctr"/>
          <a:lstStyle/>
          <a:p>
            <a:r>
              <a:rPr lang="en-US" sz="1733" b="1" dirty="0">
                <a:solidFill>
                  <a:srgbClr val="0078D4"/>
                </a:solidFill>
                <a:ea typeface="Calibri" pitchFamily="34" charset="-122"/>
                <a:cs typeface="Calibri" pitchFamily="34" charset="-120"/>
              </a:rPr>
              <a:t>Bronze / Raw</a:t>
            </a:r>
            <a:endParaRPr lang="en-US" sz="1733" dirty="0"/>
          </a:p>
        </p:txBody>
      </p:sp>
      <p:sp>
        <p:nvSpPr>
          <p:cNvPr id="28" name="Text 23">
            <a:extLst>
              <a:ext uri="{FF2B5EF4-FFF2-40B4-BE49-F238E27FC236}">
                <a16:creationId xmlns:a16="http://schemas.microsoft.com/office/drawing/2014/main" id="{017C1519-9466-6FF1-0A54-F288CCDADB2B}"/>
              </a:ext>
            </a:extLst>
          </p:cNvPr>
          <p:cNvSpPr/>
          <p:nvPr/>
        </p:nvSpPr>
        <p:spPr>
          <a:xfrm>
            <a:off x="6461760" y="2596896"/>
            <a:ext cx="5120640" cy="463296"/>
          </a:xfrm>
          <a:prstGeom prst="rect">
            <a:avLst/>
          </a:prstGeom>
          <a:noFill/>
          <a:ln/>
        </p:spPr>
        <p:txBody>
          <a:bodyPr wrap="square" lIns="0" tIns="0" rIns="0" bIns="0" rtlCol="0" anchor="ctr"/>
          <a:lstStyle/>
          <a:p>
            <a:r>
              <a:rPr lang="en-US" sz="1467" dirty="0">
                <a:solidFill>
                  <a:srgbClr val="B8CFE8"/>
                </a:solidFill>
                <a:ea typeface="Calibri" pitchFamily="34" charset="-122"/>
                <a:cs typeface="Calibri" pitchFamily="34" charset="-120"/>
              </a:rPr>
              <a:t>Full-fidelity SAP tables — VBAK, EKKO, MARA, MSEG, LIPS…</a:t>
            </a:r>
            <a:endParaRPr lang="en-US" sz="1467" dirty="0"/>
          </a:p>
        </p:txBody>
      </p:sp>
      <p:sp>
        <p:nvSpPr>
          <p:cNvPr id="29" name="Shape 24">
            <a:extLst>
              <a:ext uri="{FF2B5EF4-FFF2-40B4-BE49-F238E27FC236}">
                <a16:creationId xmlns:a16="http://schemas.microsoft.com/office/drawing/2014/main" id="{425FBEBB-70DF-ABDC-4A8B-60619F929456}"/>
              </a:ext>
            </a:extLst>
          </p:cNvPr>
          <p:cNvSpPr/>
          <p:nvPr/>
        </p:nvSpPr>
        <p:spPr>
          <a:xfrm>
            <a:off x="6278880" y="3352800"/>
            <a:ext cx="5547360" cy="1121664"/>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30" name="Shape 25">
            <a:extLst>
              <a:ext uri="{FF2B5EF4-FFF2-40B4-BE49-F238E27FC236}">
                <a16:creationId xmlns:a16="http://schemas.microsoft.com/office/drawing/2014/main" id="{A903FAC6-CFB9-9592-E2B2-20C9537FC747}"/>
              </a:ext>
            </a:extLst>
          </p:cNvPr>
          <p:cNvSpPr/>
          <p:nvPr/>
        </p:nvSpPr>
        <p:spPr>
          <a:xfrm>
            <a:off x="6278880" y="3352800"/>
            <a:ext cx="5547360" cy="85344"/>
          </a:xfrm>
          <a:prstGeom prst="rect">
            <a:avLst/>
          </a:prstGeom>
          <a:solidFill>
            <a:srgbClr val="00B294"/>
          </a:solidFill>
          <a:ln w="12700">
            <a:solidFill>
              <a:srgbClr val="00B294"/>
            </a:solidFill>
            <a:prstDash val="solid"/>
          </a:ln>
        </p:spPr>
        <p:txBody>
          <a:bodyPr/>
          <a:lstStyle/>
          <a:p>
            <a:endParaRPr lang="en-IN" sz="1867"/>
          </a:p>
        </p:txBody>
      </p:sp>
      <p:sp>
        <p:nvSpPr>
          <p:cNvPr id="31" name="Text 26">
            <a:extLst>
              <a:ext uri="{FF2B5EF4-FFF2-40B4-BE49-F238E27FC236}">
                <a16:creationId xmlns:a16="http://schemas.microsoft.com/office/drawing/2014/main" id="{1CBDF03C-C4B5-8B55-BAE2-9572DBBE10EC}"/>
              </a:ext>
            </a:extLst>
          </p:cNvPr>
          <p:cNvSpPr/>
          <p:nvPr/>
        </p:nvSpPr>
        <p:spPr>
          <a:xfrm>
            <a:off x="6461760" y="3535680"/>
            <a:ext cx="5120640" cy="365760"/>
          </a:xfrm>
          <a:prstGeom prst="rect">
            <a:avLst/>
          </a:prstGeom>
          <a:noFill/>
          <a:ln/>
        </p:spPr>
        <p:txBody>
          <a:bodyPr wrap="square" lIns="0" tIns="0" rIns="0" bIns="0" rtlCol="0" anchor="ctr"/>
          <a:lstStyle/>
          <a:p>
            <a:r>
              <a:rPr lang="en-US" sz="1733" b="1" dirty="0">
                <a:solidFill>
                  <a:srgbClr val="00B294"/>
                </a:solidFill>
                <a:ea typeface="Calibri" pitchFamily="34" charset="-122"/>
                <a:cs typeface="Calibri" pitchFamily="34" charset="-120"/>
              </a:rPr>
              <a:t>Silver / Curated</a:t>
            </a:r>
            <a:endParaRPr lang="en-US" sz="1733" dirty="0"/>
          </a:p>
        </p:txBody>
      </p:sp>
      <p:sp>
        <p:nvSpPr>
          <p:cNvPr id="32" name="Text 27">
            <a:extLst>
              <a:ext uri="{FF2B5EF4-FFF2-40B4-BE49-F238E27FC236}">
                <a16:creationId xmlns:a16="http://schemas.microsoft.com/office/drawing/2014/main" id="{725EA9F8-C1E9-3547-78F1-E8F4DDCDBDB8}"/>
              </a:ext>
            </a:extLst>
          </p:cNvPr>
          <p:cNvSpPr/>
          <p:nvPr/>
        </p:nvSpPr>
        <p:spPr>
          <a:xfrm>
            <a:off x="6461760" y="3938016"/>
            <a:ext cx="5120640" cy="463296"/>
          </a:xfrm>
          <a:prstGeom prst="rect">
            <a:avLst/>
          </a:prstGeom>
          <a:noFill/>
          <a:ln/>
        </p:spPr>
        <p:txBody>
          <a:bodyPr wrap="square" lIns="0" tIns="0" rIns="0" bIns="0" rtlCol="0" anchor="ctr"/>
          <a:lstStyle/>
          <a:p>
            <a:r>
              <a:rPr lang="en-US" sz="1467" dirty="0">
                <a:solidFill>
                  <a:srgbClr val="B8CFE8"/>
                </a:solidFill>
                <a:ea typeface="Calibri" pitchFamily="34" charset="-122"/>
                <a:cs typeface="Calibri" pitchFamily="34" charset="-120"/>
              </a:rPr>
              <a:t>Cleansed, joined, SCD2 history — ready for ML feature engineering</a:t>
            </a:r>
            <a:endParaRPr lang="en-US" sz="1467" dirty="0"/>
          </a:p>
        </p:txBody>
      </p:sp>
      <p:sp>
        <p:nvSpPr>
          <p:cNvPr id="33" name="Shape 28">
            <a:extLst>
              <a:ext uri="{FF2B5EF4-FFF2-40B4-BE49-F238E27FC236}">
                <a16:creationId xmlns:a16="http://schemas.microsoft.com/office/drawing/2014/main" id="{E5CF8B6F-336F-6DAB-59DF-D667DAD04CCB}"/>
              </a:ext>
            </a:extLst>
          </p:cNvPr>
          <p:cNvSpPr/>
          <p:nvPr/>
        </p:nvSpPr>
        <p:spPr>
          <a:xfrm>
            <a:off x="6278880" y="4693920"/>
            <a:ext cx="5547360" cy="1121664"/>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34" name="Shape 29">
            <a:extLst>
              <a:ext uri="{FF2B5EF4-FFF2-40B4-BE49-F238E27FC236}">
                <a16:creationId xmlns:a16="http://schemas.microsoft.com/office/drawing/2014/main" id="{904678ED-D451-17E0-85DC-F3291C7A3F2C}"/>
              </a:ext>
            </a:extLst>
          </p:cNvPr>
          <p:cNvSpPr/>
          <p:nvPr/>
        </p:nvSpPr>
        <p:spPr>
          <a:xfrm>
            <a:off x="6278880" y="4693920"/>
            <a:ext cx="5547360" cy="85344"/>
          </a:xfrm>
          <a:prstGeom prst="rect">
            <a:avLst/>
          </a:prstGeom>
          <a:solidFill>
            <a:srgbClr val="FFB900"/>
          </a:solidFill>
          <a:ln w="12700">
            <a:solidFill>
              <a:srgbClr val="FFB900"/>
            </a:solidFill>
            <a:prstDash val="solid"/>
          </a:ln>
        </p:spPr>
        <p:txBody>
          <a:bodyPr/>
          <a:lstStyle/>
          <a:p>
            <a:endParaRPr lang="en-IN" sz="1867"/>
          </a:p>
        </p:txBody>
      </p:sp>
      <p:sp>
        <p:nvSpPr>
          <p:cNvPr id="35" name="Text 30">
            <a:extLst>
              <a:ext uri="{FF2B5EF4-FFF2-40B4-BE49-F238E27FC236}">
                <a16:creationId xmlns:a16="http://schemas.microsoft.com/office/drawing/2014/main" id="{B50EB87B-C9E0-4731-7EB9-F0D2E8AE80A0}"/>
              </a:ext>
            </a:extLst>
          </p:cNvPr>
          <p:cNvSpPr/>
          <p:nvPr/>
        </p:nvSpPr>
        <p:spPr>
          <a:xfrm>
            <a:off x="6461760" y="4876800"/>
            <a:ext cx="5120640" cy="365760"/>
          </a:xfrm>
          <a:prstGeom prst="rect">
            <a:avLst/>
          </a:prstGeom>
          <a:noFill/>
          <a:ln/>
        </p:spPr>
        <p:txBody>
          <a:bodyPr wrap="square" lIns="0" tIns="0" rIns="0" bIns="0" rtlCol="0" anchor="ctr"/>
          <a:lstStyle/>
          <a:p>
            <a:r>
              <a:rPr lang="en-US" sz="1733" b="1" dirty="0">
                <a:solidFill>
                  <a:srgbClr val="FFB900"/>
                </a:solidFill>
                <a:ea typeface="Calibri" pitchFamily="34" charset="-122"/>
                <a:cs typeface="Calibri" pitchFamily="34" charset="-120"/>
              </a:rPr>
              <a:t>Gold / Semantic</a:t>
            </a:r>
            <a:endParaRPr lang="en-US" sz="1733" dirty="0"/>
          </a:p>
        </p:txBody>
      </p:sp>
      <p:sp>
        <p:nvSpPr>
          <p:cNvPr id="36" name="Text 31">
            <a:extLst>
              <a:ext uri="{FF2B5EF4-FFF2-40B4-BE49-F238E27FC236}">
                <a16:creationId xmlns:a16="http://schemas.microsoft.com/office/drawing/2014/main" id="{3D2317E0-7A27-C33D-63A8-FAC70C412796}"/>
              </a:ext>
            </a:extLst>
          </p:cNvPr>
          <p:cNvSpPr/>
          <p:nvPr/>
        </p:nvSpPr>
        <p:spPr>
          <a:xfrm>
            <a:off x="6461760" y="5279136"/>
            <a:ext cx="5120640" cy="463296"/>
          </a:xfrm>
          <a:prstGeom prst="rect">
            <a:avLst/>
          </a:prstGeom>
          <a:noFill/>
          <a:ln/>
        </p:spPr>
        <p:txBody>
          <a:bodyPr wrap="square" lIns="0" tIns="0" rIns="0" bIns="0" rtlCol="0" anchor="ctr"/>
          <a:lstStyle/>
          <a:p>
            <a:r>
              <a:rPr lang="en-US" sz="1467" dirty="0">
                <a:solidFill>
                  <a:srgbClr val="B8CFE8"/>
                </a:solidFill>
                <a:ea typeface="Calibri" pitchFamily="34" charset="-122"/>
                <a:cs typeface="Calibri" pitchFamily="34" charset="-120"/>
              </a:rPr>
              <a:t>Star-schema Power BI models + feature store for real-time scoring</a:t>
            </a:r>
            <a:endParaRPr lang="en-US" sz="1467" dirty="0"/>
          </a:p>
        </p:txBody>
      </p:sp>
      <p:sp>
        <p:nvSpPr>
          <p:cNvPr id="37" name="Shape 32">
            <a:extLst>
              <a:ext uri="{FF2B5EF4-FFF2-40B4-BE49-F238E27FC236}">
                <a16:creationId xmlns:a16="http://schemas.microsoft.com/office/drawing/2014/main" id="{E460F730-0640-DA17-D1B2-3AC520E0A7B2}"/>
              </a:ext>
            </a:extLst>
          </p:cNvPr>
          <p:cNvSpPr/>
          <p:nvPr/>
        </p:nvSpPr>
        <p:spPr>
          <a:xfrm>
            <a:off x="6278880" y="5913120"/>
            <a:ext cx="5547360" cy="548640"/>
          </a:xfrm>
          <a:prstGeom prst="rect">
            <a:avLst/>
          </a:prstGeom>
          <a:solidFill>
            <a:srgbClr val="162845"/>
          </a:solidFill>
          <a:ln w="12700">
            <a:solidFill>
              <a:srgbClr val="162845"/>
            </a:solidFill>
            <a:prstDash val="solid"/>
          </a:ln>
          <a:effectLst>
            <a:outerShdw blurRad="152400" dist="38100" dir="8100000" algn="bl" rotWithShape="0">
              <a:srgbClr val="000000">
                <a:alpha val="25000"/>
              </a:srgbClr>
            </a:outerShdw>
          </a:effectLst>
        </p:spPr>
        <p:txBody>
          <a:bodyPr/>
          <a:lstStyle/>
          <a:p>
            <a:endParaRPr lang="en-IN" sz="1867"/>
          </a:p>
        </p:txBody>
      </p:sp>
      <p:pic>
        <p:nvPicPr>
          <p:cNvPr id="38" name="Image 0" descr="preencoded.png">
            <a:extLst>
              <a:ext uri="{FF2B5EF4-FFF2-40B4-BE49-F238E27FC236}">
                <a16:creationId xmlns:a16="http://schemas.microsoft.com/office/drawing/2014/main" id="{26CEDC74-33A9-3F84-4B58-0999F6CC73B6}"/>
              </a:ext>
            </a:extLst>
          </p:cNvPr>
          <p:cNvPicPr>
            <a:picLocks noChangeAspect="1"/>
          </p:cNvPicPr>
          <p:nvPr/>
        </p:nvPicPr>
        <p:blipFill>
          <a:blip r:embed="rId2"/>
          <a:stretch>
            <a:fillRect/>
          </a:stretch>
        </p:blipFill>
        <p:spPr>
          <a:xfrm>
            <a:off x="6461760" y="5967984"/>
            <a:ext cx="365760" cy="365760"/>
          </a:xfrm>
          <a:prstGeom prst="rect">
            <a:avLst/>
          </a:prstGeom>
        </p:spPr>
      </p:pic>
      <p:sp>
        <p:nvSpPr>
          <p:cNvPr id="39" name="Text 33">
            <a:extLst>
              <a:ext uri="{FF2B5EF4-FFF2-40B4-BE49-F238E27FC236}">
                <a16:creationId xmlns:a16="http://schemas.microsoft.com/office/drawing/2014/main" id="{8310ACE1-DBD5-77B5-AAFA-7D90FFA731AF}"/>
              </a:ext>
            </a:extLst>
          </p:cNvPr>
          <p:cNvSpPr/>
          <p:nvPr/>
        </p:nvSpPr>
        <p:spPr>
          <a:xfrm>
            <a:off x="7010400" y="5992619"/>
            <a:ext cx="4754880" cy="390144"/>
          </a:xfrm>
          <a:prstGeom prst="rect">
            <a:avLst/>
          </a:prstGeom>
          <a:noFill/>
          <a:ln/>
        </p:spPr>
        <p:txBody>
          <a:bodyPr wrap="square" lIns="0" tIns="0" rIns="0" bIns="0" rtlCol="0" anchor="ctr"/>
          <a:lstStyle/>
          <a:p>
            <a:r>
              <a:rPr lang="en-US" sz="1333" dirty="0">
                <a:solidFill>
                  <a:srgbClr val="B8CFE8"/>
                </a:solidFill>
                <a:ea typeface="Calibri" pitchFamily="34" charset="-122"/>
                <a:cs typeface="Calibri" pitchFamily="34" charset="-120"/>
              </a:rPr>
              <a:t>Microsoft Purview for lineage, RBAC &amp; compliance — SAP data never leaves your Azure tenant</a:t>
            </a:r>
            <a:endParaRPr lang="en-US" sz="1333" dirty="0"/>
          </a:p>
        </p:txBody>
      </p:sp>
    </p:spTree>
    <p:extLst>
      <p:ext uri="{BB962C8B-B14F-4D97-AF65-F5344CB8AC3E}">
        <p14:creationId xmlns:p14="http://schemas.microsoft.com/office/powerpoint/2010/main" val="1545650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E2282-B8AD-2EB0-950A-E1A04B53C4A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2349B83-2E17-DDEA-2FC3-8919CA4A1B13}"/>
              </a:ext>
            </a:extLst>
          </p:cNvPr>
          <p:cNvSpPr>
            <a:spLocks noGrp="1"/>
          </p:cNvSpPr>
          <p:nvPr>
            <p:ph type="ftr" sz="quarter" idx="3"/>
          </p:nvPr>
        </p:nvSpPr>
        <p:spPr/>
        <p:txBody>
          <a:bodyPr/>
          <a:lstStyle/>
          <a:p>
            <a:r>
              <a:rPr lang="en-US"/>
              <a:t>© </a:t>
            </a:r>
            <a:fld id="{BD10386A-F078-491A-8D58-536D4066CAE5}" type="datetimeyyyy">
              <a:rPr lang="en-US" smtClean="0"/>
              <a:pPr/>
              <a:t>2026</a:t>
            </a:fld>
            <a:r>
              <a:rPr lang="en-US"/>
              <a:t> NTT DATA Business Solutions</a:t>
            </a:r>
          </a:p>
        </p:txBody>
      </p:sp>
      <p:sp>
        <p:nvSpPr>
          <p:cNvPr id="4" name="Slide Number Placeholder 3">
            <a:extLst>
              <a:ext uri="{FF2B5EF4-FFF2-40B4-BE49-F238E27FC236}">
                <a16:creationId xmlns:a16="http://schemas.microsoft.com/office/drawing/2014/main" id="{AD1D4E8E-B3D1-4E37-9DF1-4EB3AFE3C068}"/>
              </a:ext>
            </a:extLst>
          </p:cNvPr>
          <p:cNvSpPr>
            <a:spLocks noGrp="1"/>
          </p:cNvSpPr>
          <p:nvPr>
            <p:ph type="sldNum" sz="quarter" idx="4"/>
          </p:nvPr>
        </p:nvSpPr>
        <p:spPr/>
        <p:txBody>
          <a:bodyPr/>
          <a:lstStyle/>
          <a:p>
            <a:fld id="{13CE6DAF-806F-404B-BC68-339BFCB57E5C}" type="slidenum">
              <a:rPr lang="en-US" smtClean="0"/>
              <a:pPr/>
              <a:t>5</a:t>
            </a:fld>
            <a:endParaRPr lang="en-US"/>
          </a:p>
        </p:txBody>
      </p:sp>
      <p:sp>
        <p:nvSpPr>
          <p:cNvPr id="5" name="Shape 0">
            <a:extLst>
              <a:ext uri="{FF2B5EF4-FFF2-40B4-BE49-F238E27FC236}">
                <a16:creationId xmlns:a16="http://schemas.microsoft.com/office/drawing/2014/main" id="{B75BBA05-AD24-ECC4-F4CC-297754F926D8}"/>
              </a:ext>
            </a:extLst>
          </p:cNvPr>
          <p:cNvSpPr/>
          <p:nvPr/>
        </p:nvSpPr>
        <p:spPr>
          <a:xfrm>
            <a:off x="0" y="0"/>
            <a:ext cx="12192000" cy="73152"/>
          </a:xfrm>
          <a:prstGeom prst="rect">
            <a:avLst/>
          </a:prstGeom>
          <a:solidFill>
            <a:srgbClr val="0078D4"/>
          </a:solidFill>
          <a:ln w="12700">
            <a:solidFill>
              <a:srgbClr val="0078D4"/>
            </a:solidFill>
            <a:prstDash val="solid"/>
          </a:ln>
        </p:spPr>
        <p:txBody>
          <a:bodyPr/>
          <a:lstStyle/>
          <a:p>
            <a:endParaRPr lang="en-IN" sz="1867"/>
          </a:p>
        </p:txBody>
      </p:sp>
      <p:sp>
        <p:nvSpPr>
          <p:cNvPr id="6" name="Shape 1">
            <a:extLst>
              <a:ext uri="{FF2B5EF4-FFF2-40B4-BE49-F238E27FC236}">
                <a16:creationId xmlns:a16="http://schemas.microsoft.com/office/drawing/2014/main" id="{DEBFDEF0-3159-EE63-18EB-2F435755F64F}"/>
              </a:ext>
            </a:extLst>
          </p:cNvPr>
          <p:cNvSpPr/>
          <p:nvPr/>
        </p:nvSpPr>
        <p:spPr>
          <a:xfrm>
            <a:off x="426720" y="268224"/>
            <a:ext cx="853440" cy="853440"/>
          </a:xfrm>
          <a:prstGeom prst="ellipse">
            <a:avLst/>
          </a:prstGeom>
          <a:solidFill>
            <a:srgbClr val="0078D4"/>
          </a:solidFill>
          <a:ln w="12700">
            <a:solidFill>
              <a:srgbClr val="0078D4"/>
            </a:solidFill>
            <a:prstDash val="solid"/>
          </a:ln>
        </p:spPr>
        <p:txBody>
          <a:bodyPr/>
          <a:lstStyle/>
          <a:p>
            <a:endParaRPr lang="en-IN" sz="1867"/>
          </a:p>
        </p:txBody>
      </p:sp>
      <p:sp>
        <p:nvSpPr>
          <p:cNvPr id="7" name="Text 2">
            <a:extLst>
              <a:ext uri="{FF2B5EF4-FFF2-40B4-BE49-F238E27FC236}">
                <a16:creationId xmlns:a16="http://schemas.microsoft.com/office/drawing/2014/main" id="{9E8BD547-39D0-EE8F-1A54-C1CE95243A81}"/>
              </a:ext>
            </a:extLst>
          </p:cNvPr>
          <p:cNvSpPr/>
          <p:nvPr/>
        </p:nvSpPr>
        <p:spPr>
          <a:xfrm>
            <a:off x="426720" y="268224"/>
            <a:ext cx="853440" cy="853440"/>
          </a:xfrm>
          <a:prstGeom prst="rect">
            <a:avLst/>
          </a:prstGeom>
          <a:noFill/>
          <a:ln/>
        </p:spPr>
        <p:txBody>
          <a:bodyPr wrap="square" lIns="0" tIns="0" rIns="0" bIns="0" rtlCol="0" anchor="ctr"/>
          <a:lstStyle/>
          <a:p>
            <a:pPr algn="ctr"/>
            <a:r>
              <a:rPr lang="en-US" sz="2400" b="1" dirty="0">
                <a:solidFill>
                  <a:srgbClr val="FFFFFF"/>
                </a:solidFill>
                <a:ea typeface="Calibri" pitchFamily="34" charset="-122"/>
                <a:cs typeface="Calibri" pitchFamily="34" charset="-120"/>
              </a:rPr>
              <a:t>01</a:t>
            </a:r>
            <a:endParaRPr lang="en-US" sz="2400" dirty="0"/>
          </a:p>
        </p:txBody>
      </p:sp>
      <p:sp>
        <p:nvSpPr>
          <p:cNvPr id="8" name="Text 3">
            <a:extLst>
              <a:ext uri="{FF2B5EF4-FFF2-40B4-BE49-F238E27FC236}">
                <a16:creationId xmlns:a16="http://schemas.microsoft.com/office/drawing/2014/main" id="{9F761309-389F-5524-B60E-6A93B1EF3DA4}"/>
              </a:ext>
            </a:extLst>
          </p:cNvPr>
          <p:cNvSpPr/>
          <p:nvPr/>
        </p:nvSpPr>
        <p:spPr>
          <a:xfrm>
            <a:off x="1463040" y="304800"/>
            <a:ext cx="9753600" cy="548640"/>
          </a:xfrm>
          <a:prstGeom prst="rect">
            <a:avLst/>
          </a:prstGeom>
          <a:noFill/>
          <a:ln/>
        </p:spPr>
        <p:txBody>
          <a:bodyPr wrap="square" lIns="0" tIns="0" rIns="0" bIns="0" rtlCol="0" anchor="ctr"/>
          <a:lstStyle/>
          <a:p>
            <a:r>
              <a:rPr lang="en-US" sz="3467" b="1" dirty="0">
                <a:solidFill>
                  <a:srgbClr val="FFFFFF"/>
                </a:solidFill>
                <a:latin typeface="+mj-lt"/>
                <a:ea typeface="Calibri" pitchFamily="34" charset="-122"/>
                <a:cs typeface="Calibri" pitchFamily="34" charset="-120"/>
              </a:rPr>
              <a:t>Demand Forecasting</a:t>
            </a:r>
            <a:endParaRPr lang="en-US" sz="3467" dirty="0">
              <a:latin typeface="+mj-lt"/>
            </a:endParaRPr>
          </a:p>
        </p:txBody>
      </p:sp>
      <p:sp>
        <p:nvSpPr>
          <p:cNvPr id="9" name="Text 4">
            <a:extLst>
              <a:ext uri="{FF2B5EF4-FFF2-40B4-BE49-F238E27FC236}">
                <a16:creationId xmlns:a16="http://schemas.microsoft.com/office/drawing/2014/main" id="{48FEAE6F-A123-C0F1-4EB2-6A93886ACD08}"/>
              </a:ext>
            </a:extLst>
          </p:cNvPr>
          <p:cNvSpPr/>
          <p:nvPr/>
        </p:nvSpPr>
        <p:spPr>
          <a:xfrm>
            <a:off x="1463040" y="853440"/>
            <a:ext cx="9753600" cy="365760"/>
          </a:xfrm>
          <a:prstGeom prst="rect">
            <a:avLst/>
          </a:prstGeom>
          <a:noFill/>
          <a:ln/>
        </p:spPr>
        <p:txBody>
          <a:bodyPr wrap="square" lIns="0" tIns="0" rIns="0" bIns="0" rtlCol="0" anchor="ctr"/>
          <a:lstStyle/>
          <a:p>
            <a:r>
              <a:rPr lang="en-US" sz="1667" dirty="0">
                <a:solidFill>
                  <a:srgbClr val="B8CFE8"/>
                </a:solidFill>
                <a:ea typeface="Calibri" pitchFamily="34" charset="-122"/>
                <a:cs typeface="Calibri" pitchFamily="34" charset="-120"/>
              </a:rPr>
              <a:t>Predict dealership demand for vehicles and parts weeks and months ahead</a:t>
            </a:r>
            <a:endParaRPr lang="en-US" sz="1667" dirty="0"/>
          </a:p>
        </p:txBody>
      </p:sp>
      <p:sp>
        <p:nvSpPr>
          <p:cNvPr id="10" name="Shape 5">
            <a:extLst>
              <a:ext uri="{FF2B5EF4-FFF2-40B4-BE49-F238E27FC236}">
                <a16:creationId xmlns:a16="http://schemas.microsoft.com/office/drawing/2014/main" id="{FFF539ED-D746-B7FB-9D45-941CCB4703D0}"/>
              </a:ext>
            </a:extLst>
          </p:cNvPr>
          <p:cNvSpPr/>
          <p:nvPr/>
        </p:nvSpPr>
        <p:spPr>
          <a:xfrm>
            <a:off x="426720" y="1402080"/>
            <a:ext cx="6705600" cy="1036320"/>
          </a:xfrm>
          <a:prstGeom prst="rect">
            <a:avLst/>
          </a:prstGeom>
          <a:solidFill>
            <a:srgbClr val="2D4A70"/>
          </a:solidFill>
          <a:ln w="12700">
            <a:solidFill>
              <a:srgbClr val="2D4A70"/>
            </a:solidFill>
            <a:prstDash val="solid"/>
          </a:ln>
          <a:effectLst>
            <a:outerShdw blurRad="152400" dist="38100" dir="8100000" algn="bl" rotWithShape="0">
              <a:srgbClr val="000000">
                <a:alpha val="25000"/>
              </a:srgbClr>
            </a:outerShdw>
          </a:effectLst>
        </p:spPr>
        <p:txBody>
          <a:bodyPr/>
          <a:lstStyle/>
          <a:p>
            <a:endParaRPr lang="en-IN" sz="1867"/>
          </a:p>
        </p:txBody>
      </p:sp>
      <p:sp>
        <p:nvSpPr>
          <p:cNvPr id="11" name="Shape 6">
            <a:extLst>
              <a:ext uri="{FF2B5EF4-FFF2-40B4-BE49-F238E27FC236}">
                <a16:creationId xmlns:a16="http://schemas.microsoft.com/office/drawing/2014/main" id="{C385606C-E104-3790-BFA1-D2F41AFDBD7D}"/>
              </a:ext>
            </a:extLst>
          </p:cNvPr>
          <p:cNvSpPr/>
          <p:nvPr/>
        </p:nvSpPr>
        <p:spPr>
          <a:xfrm>
            <a:off x="426720" y="1402080"/>
            <a:ext cx="85344" cy="1036320"/>
          </a:xfrm>
          <a:prstGeom prst="rect">
            <a:avLst/>
          </a:prstGeom>
          <a:solidFill>
            <a:srgbClr val="0078D4"/>
          </a:solidFill>
          <a:ln w="12700">
            <a:solidFill>
              <a:srgbClr val="0078D4"/>
            </a:solidFill>
            <a:prstDash val="solid"/>
          </a:ln>
        </p:spPr>
        <p:txBody>
          <a:bodyPr/>
          <a:lstStyle/>
          <a:p>
            <a:endParaRPr lang="en-IN" sz="1867"/>
          </a:p>
        </p:txBody>
      </p:sp>
      <p:pic>
        <p:nvPicPr>
          <p:cNvPr id="12" name="Image 0" descr="preencoded.png">
            <a:extLst>
              <a:ext uri="{FF2B5EF4-FFF2-40B4-BE49-F238E27FC236}">
                <a16:creationId xmlns:a16="http://schemas.microsoft.com/office/drawing/2014/main" id="{929384BE-75B8-8BBE-81BB-1658E886AB8E}"/>
              </a:ext>
            </a:extLst>
          </p:cNvPr>
          <p:cNvPicPr>
            <a:picLocks noChangeAspect="1"/>
          </p:cNvPicPr>
          <p:nvPr/>
        </p:nvPicPr>
        <p:blipFill>
          <a:blip r:embed="rId2"/>
          <a:stretch>
            <a:fillRect/>
          </a:stretch>
        </p:blipFill>
        <p:spPr>
          <a:xfrm>
            <a:off x="731520" y="1645920"/>
            <a:ext cx="512064" cy="512064"/>
          </a:xfrm>
          <a:prstGeom prst="rect">
            <a:avLst/>
          </a:prstGeom>
        </p:spPr>
      </p:pic>
      <p:sp>
        <p:nvSpPr>
          <p:cNvPr id="13" name="Text 7">
            <a:extLst>
              <a:ext uri="{FF2B5EF4-FFF2-40B4-BE49-F238E27FC236}">
                <a16:creationId xmlns:a16="http://schemas.microsoft.com/office/drawing/2014/main" id="{DA2961F9-8ECF-CFAC-DAB7-E407B043ED88}"/>
              </a:ext>
            </a:extLst>
          </p:cNvPr>
          <p:cNvSpPr/>
          <p:nvPr/>
        </p:nvSpPr>
        <p:spPr>
          <a:xfrm>
            <a:off x="1438656" y="1499616"/>
            <a:ext cx="5486400" cy="365760"/>
          </a:xfrm>
          <a:prstGeom prst="rect">
            <a:avLst/>
          </a:prstGeom>
          <a:noFill/>
          <a:ln/>
        </p:spPr>
        <p:txBody>
          <a:bodyPr wrap="square" lIns="0" tIns="0" rIns="0" bIns="0" rtlCol="0" anchor="ctr"/>
          <a:lstStyle/>
          <a:p>
            <a:r>
              <a:rPr lang="en-US" sz="1600" b="1" dirty="0">
                <a:solidFill>
                  <a:srgbClr val="50E6FF"/>
                </a:solidFill>
                <a:ea typeface="Calibri" pitchFamily="34" charset="-122"/>
                <a:cs typeface="Calibri" pitchFamily="34" charset="-120"/>
              </a:rPr>
              <a:t>SAP Data Signals</a:t>
            </a:r>
            <a:endParaRPr lang="en-US" sz="1600" dirty="0"/>
          </a:p>
        </p:txBody>
      </p:sp>
      <p:sp>
        <p:nvSpPr>
          <p:cNvPr id="14" name="Text 8">
            <a:extLst>
              <a:ext uri="{FF2B5EF4-FFF2-40B4-BE49-F238E27FC236}">
                <a16:creationId xmlns:a16="http://schemas.microsoft.com/office/drawing/2014/main" id="{6FCAE242-F8DD-A6AB-9A2A-780A03515CBE}"/>
              </a:ext>
            </a:extLst>
          </p:cNvPr>
          <p:cNvSpPr/>
          <p:nvPr/>
        </p:nvSpPr>
        <p:spPr>
          <a:xfrm>
            <a:off x="1438656" y="1865376"/>
            <a:ext cx="5486400" cy="512064"/>
          </a:xfrm>
          <a:prstGeom prst="rect">
            <a:avLst/>
          </a:prstGeom>
          <a:noFill/>
          <a:ln/>
        </p:spPr>
        <p:txBody>
          <a:bodyPr wrap="square" lIns="0" tIns="0" rIns="0" bIns="0" rtlCol="0" anchor="ctr"/>
          <a:lstStyle/>
          <a:p>
            <a:r>
              <a:rPr lang="en-US" dirty="0">
                <a:solidFill>
                  <a:srgbClr val="B8CFE8"/>
                </a:solidFill>
                <a:ea typeface="Calibri" pitchFamily="34" charset="-122"/>
                <a:cs typeface="Calibri" pitchFamily="34" charset="-120"/>
              </a:rPr>
              <a:t>Sales orders (VBAK/VBAP), delivery history (LIPS), goods movements (MSEG), pricing (A004)</a:t>
            </a:r>
            <a:endParaRPr lang="en-US" dirty="0"/>
          </a:p>
        </p:txBody>
      </p:sp>
      <p:sp>
        <p:nvSpPr>
          <p:cNvPr id="15" name="Shape 9">
            <a:extLst>
              <a:ext uri="{FF2B5EF4-FFF2-40B4-BE49-F238E27FC236}">
                <a16:creationId xmlns:a16="http://schemas.microsoft.com/office/drawing/2014/main" id="{D6685FF8-CC22-5D3E-AE25-57304ECCC1F4}"/>
              </a:ext>
            </a:extLst>
          </p:cNvPr>
          <p:cNvSpPr/>
          <p:nvPr/>
        </p:nvSpPr>
        <p:spPr>
          <a:xfrm>
            <a:off x="426720" y="2621280"/>
            <a:ext cx="6705600" cy="1036320"/>
          </a:xfrm>
          <a:prstGeom prst="rect">
            <a:avLst/>
          </a:prstGeom>
          <a:solidFill>
            <a:srgbClr val="2D4A70"/>
          </a:solidFill>
          <a:ln w="12700">
            <a:solidFill>
              <a:srgbClr val="2D4A70"/>
            </a:solidFill>
            <a:prstDash val="solid"/>
          </a:ln>
          <a:effectLst>
            <a:outerShdw blurRad="152400" dist="38100" dir="8100000" algn="bl" rotWithShape="0">
              <a:srgbClr val="000000">
                <a:alpha val="25000"/>
              </a:srgbClr>
            </a:outerShdw>
          </a:effectLst>
        </p:spPr>
        <p:txBody>
          <a:bodyPr/>
          <a:lstStyle/>
          <a:p>
            <a:endParaRPr lang="en-IN" sz="1867"/>
          </a:p>
        </p:txBody>
      </p:sp>
      <p:sp>
        <p:nvSpPr>
          <p:cNvPr id="16" name="Shape 10">
            <a:extLst>
              <a:ext uri="{FF2B5EF4-FFF2-40B4-BE49-F238E27FC236}">
                <a16:creationId xmlns:a16="http://schemas.microsoft.com/office/drawing/2014/main" id="{2C613A1E-D91E-77E5-C549-BDD83D1DBAB2}"/>
              </a:ext>
            </a:extLst>
          </p:cNvPr>
          <p:cNvSpPr/>
          <p:nvPr/>
        </p:nvSpPr>
        <p:spPr>
          <a:xfrm>
            <a:off x="426720" y="2621280"/>
            <a:ext cx="85344" cy="1036320"/>
          </a:xfrm>
          <a:prstGeom prst="rect">
            <a:avLst/>
          </a:prstGeom>
          <a:solidFill>
            <a:srgbClr val="0078D4"/>
          </a:solidFill>
          <a:ln w="12700">
            <a:solidFill>
              <a:srgbClr val="0078D4"/>
            </a:solidFill>
            <a:prstDash val="solid"/>
          </a:ln>
        </p:spPr>
        <p:txBody>
          <a:bodyPr/>
          <a:lstStyle/>
          <a:p>
            <a:endParaRPr lang="en-IN" sz="1867"/>
          </a:p>
        </p:txBody>
      </p:sp>
      <p:pic>
        <p:nvPicPr>
          <p:cNvPr id="17" name="Image 1" descr="preencoded.png">
            <a:extLst>
              <a:ext uri="{FF2B5EF4-FFF2-40B4-BE49-F238E27FC236}">
                <a16:creationId xmlns:a16="http://schemas.microsoft.com/office/drawing/2014/main" id="{7EA9883E-4530-DCB7-F832-F58F71567CCF}"/>
              </a:ext>
            </a:extLst>
          </p:cNvPr>
          <p:cNvPicPr>
            <a:picLocks noChangeAspect="1"/>
          </p:cNvPicPr>
          <p:nvPr/>
        </p:nvPicPr>
        <p:blipFill>
          <a:blip r:embed="rId3"/>
          <a:stretch>
            <a:fillRect/>
          </a:stretch>
        </p:blipFill>
        <p:spPr>
          <a:xfrm>
            <a:off x="731520" y="2865120"/>
            <a:ext cx="512064" cy="512064"/>
          </a:xfrm>
          <a:prstGeom prst="rect">
            <a:avLst/>
          </a:prstGeom>
        </p:spPr>
      </p:pic>
      <p:sp>
        <p:nvSpPr>
          <p:cNvPr id="18" name="Text 11">
            <a:extLst>
              <a:ext uri="{FF2B5EF4-FFF2-40B4-BE49-F238E27FC236}">
                <a16:creationId xmlns:a16="http://schemas.microsoft.com/office/drawing/2014/main" id="{32B1474F-7E47-9B49-E278-5BA918E6DADC}"/>
              </a:ext>
            </a:extLst>
          </p:cNvPr>
          <p:cNvSpPr/>
          <p:nvPr/>
        </p:nvSpPr>
        <p:spPr>
          <a:xfrm>
            <a:off x="1438656" y="2718816"/>
            <a:ext cx="5486400" cy="365760"/>
          </a:xfrm>
          <a:prstGeom prst="rect">
            <a:avLst/>
          </a:prstGeom>
          <a:noFill/>
          <a:ln/>
        </p:spPr>
        <p:txBody>
          <a:bodyPr wrap="square" lIns="0" tIns="0" rIns="0" bIns="0" rtlCol="0" anchor="ctr"/>
          <a:lstStyle/>
          <a:p>
            <a:r>
              <a:rPr lang="en-US" sz="1600" b="1" dirty="0">
                <a:solidFill>
                  <a:srgbClr val="50E6FF"/>
                </a:solidFill>
                <a:ea typeface="Calibri" pitchFamily="34" charset="-122"/>
                <a:cs typeface="Calibri" pitchFamily="34" charset="-120"/>
              </a:rPr>
              <a:t>Enrichment Layer</a:t>
            </a:r>
            <a:endParaRPr lang="en-US" sz="1600" dirty="0"/>
          </a:p>
        </p:txBody>
      </p:sp>
      <p:sp>
        <p:nvSpPr>
          <p:cNvPr id="19" name="Text 12">
            <a:extLst>
              <a:ext uri="{FF2B5EF4-FFF2-40B4-BE49-F238E27FC236}">
                <a16:creationId xmlns:a16="http://schemas.microsoft.com/office/drawing/2014/main" id="{F3E13A4C-1529-E041-C4A2-12A727D52331}"/>
              </a:ext>
            </a:extLst>
          </p:cNvPr>
          <p:cNvSpPr/>
          <p:nvPr/>
        </p:nvSpPr>
        <p:spPr>
          <a:xfrm>
            <a:off x="1438656" y="3084576"/>
            <a:ext cx="5486400" cy="512064"/>
          </a:xfrm>
          <a:prstGeom prst="rect">
            <a:avLst/>
          </a:prstGeom>
          <a:noFill/>
          <a:ln/>
        </p:spPr>
        <p:txBody>
          <a:bodyPr wrap="square" lIns="0" tIns="0" rIns="0" bIns="0" rtlCol="0" anchor="ctr"/>
          <a:lstStyle/>
          <a:p>
            <a:r>
              <a:rPr lang="en-US" dirty="0">
                <a:solidFill>
                  <a:srgbClr val="B8CFE8"/>
                </a:solidFill>
                <a:ea typeface="Calibri" pitchFamily="34" charset="-122"/>
                <a:cs typeface="Calibri" pitchFamily="34" charset="-120"/>
              </a:rPr>
              <a:t>External: Weather, economic indicators, festive calendar, competitor data via Azure API Management</a:t>
            </a:r>
            <a:endParaRPr lang="en-US" dirty="0"/>
          </a:p>
        </p:txBody>
      </p:sp>
      <p:sp>
        <p:nvSpPr>
          <p:cNvPr id="20" name="Shape 13">
            <a:extLst>
              <a:ext uri="{FF2B5EF4-FFF2-40B4-BE49-F238E27FC236}">
                <a16:creationId xmlns:a16="http://schemas.microsoft.com/office/drawing/2014/main" id="{370046B2-3F6D-81E5-9D18-110CB4377978}"/>
              </a:ext>
            </a:extLst>
          </p:cNvPr>
          <p:cNvSpPr/>
          <p:nvPr/>
        </p:nvSpPr>
        <p:spPr>
          <a:xfrm>
            <a:off x="426720" y="3840480"/>
            <a:ext cx="6705600" cy="1036320"/>
          </a:xfrm>
          <a:prstGeom prst="rect">
            <a:avLst/>
          </a:prstGeom>
          <a:solidFill>
            <a:srgbClr val="2D4A70"/>
          </a:solidFill>
          <a:ln w="12700">
            <a:solidFill>
              <a:srgbClr val="2D4A70"/>
            </a:solidFill>
            <a:prstDash val="solid"/>
          </a:ln>
          <a:effectLst>
            <a:outerShdw blurRad="152400" dist="38100" dir="8100000" algn="bl" rotWithShape="0">
              <a:srgbClr val="000000">
                <a:alpha val="25000"/>
              </a:srgbClr>
            </a:outerShdw>
          </a:effectLst>
        </p:spPr>
        <p:txBody>
          <a:bodyPr/>
          <a:lstStyle/>
          <a:p>
            <a:endParaRPr lang="en-IN" sz="1867"/>
          </a:p>
        </p:txBody>
      </p:sp>
      <p:sp>
        <p:nvSpPr>
          <p:cNvPr id="21" name="Shape 14">
            <a:extLst>
              <a:ext uri="{FF2B5EF4-FFF2-40B4-BE49-F238E27FC236}">
                <a16:creationId xmlns:a16="http://schemas.microsoft.com/office/drawing/2014/main" id="{2335F91C-38A1-CCE4-643F-B80C4FE62E44}"/>
              </a:ext>
            </a:extLst>
          </p:cNvPr>
          <p:cNvSpPr/>
          <p:nvPr/>
        </p:nvSpPr>
        <p:spPr>
          <a:xfrm>
            <a:off x="426720" y="3840480"/>
            <a:ext cx="85344" cy="1036320"/>
          </a:xfrm>
          <a:prstGeom prst="rect">
            <a:avLst/>
          </a:prstGeom>
          <a:solidFill>
            <a:srgbClr val="0078D4"/>
          </a:solidFill>
          <a:ln w="12700">
            <a:solidFill>
              <a:srgbClr val="0078D4"/>
            </a:solidFill>
            <a:prstDash val="solid"/>
          </a:ln>
        </p:spPr>
        <p:txBody>
          <a:bodyPr/>
          <a:lstStyle/>
          <a:p>
            <a:endParaRPr lang="en-IN" sz="1867"/>
          </a:p>
        </p:txBody>
      </p:sp>
      <p:pic>
        <p:nvPicPr>
          <p:cNvPr id="22" name="Image 2" descr="preencoded.png">
            <a:extLst>
              <a:ext uri="{FF2B5EF4-FFF2-40B4-BE49-F238E27FC236}">
                <a16:creationId xmlns:a16="http://schemas.microsoft.com/office/drawing/2014/main" id="{AED6DA97-4C20-15D6-70F2-81A6D7185474}"/>
              </a:ext>
            </a:extLst>
          </p:cNvPr>
          <p:cNvPicPr>
            <a:picLocks noChangeAspect="1"/>
          </p:cNvPicPr>
          <p:nvPr/>
        </p:nvPicPr>
        <p:blipFill>
          <a:blip r:embed="rId4"/>
          <a:stretch>
            <a:fillRect/>
          </a:stretch>
        </p:blipFill>
        <p:spPr>
          <a:xfrm>
            <a:off x="731520" y="4084320"/>
            <a:ext cx="512064" cy="512064"/>
          </a:xfrm>
          <a:prstGeom prst="rect">
            <a:avLst/>
          </a:prstGeom>
        </p:spPr>
      </p:pic>
      <p:sp>
        <p:nvSpPr>
          <p:cNvPr id="23" name="Text 15">
            <a:extLst>
              <a:ext uri="{FF2B5EF4-FFF2-40B4-BE49-F238E27FC236}">
                <a16:creationId xmlns:a16="http://schemas.microsoft.com/office/drawing/2014/main" id="{B2411B16-0138-47F8-2A7F-5C53BC683411}"/>
              </a:ext>
            </a:extLst>
          </p:cNvPr>
          <p:cNvSpPr/>
          <p:nvPr/>
        </p:nvSpPr>
        <p:spPr>
          <a:xfrm>
            <a:off x="1438656" y="3938016"/>
            <a:ext cx="5486400" cy="365760"/>
          </a:xfrm>
          <a:prstGeom prst="rect">
            <a:avLst/>
          </a:prstGeom>
          <a:noFill/>
          <a:ln/>
        </p:spPr>
        <p:txBody>
          <a:bodyPr wrap="square" lIns="0" tIns="0" rIns="0" bIns="0" rtlCol="0" anchor="ctr"/>
          <a:lstStyle/>
          <a:p>
            <a:r>
              <a:rPr lang="en-US" sz="1600" b="1" dirty="0">
                <a:solidFill>
                  <a:srgbClr val="50E6FF"/>
                </a:solidFill>
                <a:ea typeface="Calibri" pitchFamily="34" charset="-122"/>
                <a:cs typeface="Calibri" pitchFamily="34" charset="-120"/>
              </a:rPr>
              <a:t>AI Models</a:t>
            </a:r>
            <a:endParaRPr lang="en-US" sz="1600" dirty="0"/>
          </a:p>
        </p:txBody>
      </p:sp>
      <p:sp>
        <p:nvSpPr>
          <p:cNvPr id="24" name="Text 16">
            <a:extLst>
              <a:ext uri="{FF2B5EF4-FFF2-40B4-BE49-F238E27FC236}">
                <a16:creationId xmlns:a16="http://schemas.microsoft.com/office/drawing/2014/main" id="{731A7ECA-21B7-D5F6-631C-958B70ECCC5B}"/>
              </a:ext>
            </a:extLst>
          </p:cNvPr>
          <p:cNvSpPr/>
          <p:nvPr/>
        </p:nvSpPr>
        <p:spPr>
          <a:xfrm>
            <a:off x="1438656" y="4303776"/>
            <a:ext cx="5486400" cy="512064"/>
          </a:xfrm>
          <a:prstGeom prst="rect">
            <a:avLst/>
          </a:prstGeom>
          <a:noFill/>
          <a:ln/>
        </p:spPr>
        <p:txBody>
          <a:bodyPr wrap="square" lIns="0" tIns="0" rIns="0" bIns="0" rtlCol="0" anchor="ctr"/>
          <a:lstStyle/>
          <a:p>
            <a:r>
              <a:rPr lang="en-US" dirty="0">
                <a:solidFill>
                  <a:srgbClr val="B8CFE8"/>
                </a:solidFill>
                <a:ea typeface="Calibri" pitchFamily="34" charset="-122"/>
                <a:cs typeface="Calibri" pitchFamily="34" charset="-120"/>
              </a:rPr>
              <a:t>Hierarchical Prophet for seasonality · LightGBM for promo lift · LSTM for long-range demand sensing</a:t>
            </a:r>
            <a:endParaRPr lang="en-US" dirty="0"/>
          </a:p>
        </p:txBody>
      </p:sp>
      <p:sp>
        <p:nvSpPr>
          <p:cNvPr id="25" name="Shape 17">
            <a:extLst>
              <a:ext uri="{FF2B5EF4-FFF2-40B4-BE49-F238E27FC236}">
                <a16:creationId xmlns:a16="http://schemas.microsoft.com/office/drawing/2014/main" id="{B58A7E4D-CB17-A985-198B-B43200288AD9}"/>
              </a:ext>
            </a:extLst>
          </p:cNvPr>
          <p:cNvSpPr/>
          <p:nvPr/>
        </p:nvSpPr>
        <p:spPr>
          <a:xfrm>
            <a:off x="426720" y="5059680"/>
            <a:ext cx="6705600" cy="1036320"/>
          </a:xfrm>
          <a:prstGeom prst="rect">
            <a:avLst/>
          </a:prstGeom>
          <a:solidFill>
            <a:srgbClr val="2D4A70"/>
          </a:solidFill>
          <a:ln w="12700">
            <a:solidFill>
              <a:srgbClr val="2D4A70"/>
            </a:solidFill>
            <a:prstDash val="solid"/>
          </a:ln>
          <a:effectLst>
            <a:outerShdw blurRad="152400" dist="38100" dir="8100000" algn="bl" rotWithShape="0">
              <a:srgbClr val="000000">
                <a:alpha val="25000"/>
              </a:srgbClr>
            </a:outerShdw>
          </a:effectLst>
        </p:spPr>
        <p:txBody>
          <a:bodyPr/>
          <a:lstStyle/>
          <a:p>
            <a:endParaRPr lang="en-IN" sz="1867"/>
          </a:p>
        </p:txBody>
      </p:sp>
      <p:sp>
        <p:nvSpPr>
          <p:cNvPr id="26" name="Shape 18">
            <a:extLst>
              <a:ext uri="{FF2B5EF4-FFF2-40B4-BE49-F238E27FC236}">
                <a16:creationId xmlns:a16="http://schemas.microsoft.com/office/drawing/2014/main" id="{716E6C5A-C98B-17A9-6DED-5D296C27ACA6}"/>
              </a:ext>
            </a:extLst>
          </p:cNvPr>
          <p:cNvSpPr/>
          <p:nvPr/>
        </p:nvSpPr>
        <p:spPr>
          <a:xfrm>
            <a:off x="426720" y="5059680"/>
            <a:ext cx="85344" cy="1036320"/>
          </a:xfrm>
          <a:prstGeom prst="rect">
            <a:avLst/>
          </a:prstGeom>
          <a:solidFill>
            <a:srgbClr val="0078D4"/>
          </a:solidFill>
          <a:ln w="12700">
            <a:solidFill>
              <a:srgbClr val="0078D4"/>
            </a:solidFill>
            <a:prstDash val="solid"/>
          </a:ln>
        </p:spPr>
        <p:txBody>
          <a:bodyPr/>
          <a:lstStyle/>
          <a:p>
            <a:endParaRPr lang="en-IN" sz="1867"/>
          </a:p>
        </p:txBody>
      </p:sp>
      <p:pic>
        <p:nvPicPr>
          <p:cNvPr id="27" name="Image 3" descr="preencoded.png">
            <a:extLst>
              <a:ext uri="{FF2B5EF4-FFF2-40B4-BE49-F238E27FC236}">
                <a16:creationId xmlns:a16="http://schemas.microsoft.com/office/drawing/2014/main" id="{EC5793AA-CF7E-EEEC-82F1-3B586033F9E1}"/>
              </a:ext>
            </a:extLst>
          </p:cNvPr>
          <p:cNvPicPr>
            <a:picLocks noChangeAspect="1"/>
          </p:cNvPicPr>
          <p:nvPr/>
        </p:nvPicPr>
        <p:blipFill>
          <a:blip r:embed="rId5"/>
          <a:stretch>
            <a:fillRect/>
          </a:stretch>
        </p:blipFill>
        <p:spPr>
          <a:xfrm>
            <a:off x="731520" y="5303520"/>
            <a:ext cx="512064" cy="512064"/>
          </a:xfrm>
          <a:prstGeom prst="rect">
            <a:avLst/>
          </a:prstGeom>
        </p:spPr>
      </p:pic>
      <p:sp>
        <p:nvSpPr>
          <p:cNvPr id="28" name="Text 19">
            <a:extLst>
              <a:ext uri="{FF2B5EF4-FFF2-40B4-BE49-F238E27FC236}">
                <a16:creationId xmlns:a16="http://schemas.microsoft.com/office/drawing/2014/main" id="{629474E3-41E7-E226-F7E0-4A0D082EE73E}"/>
              </a:ext>
            </a:extLst>
          </p:cNvPr>
          <p:cNvSpPr/>
          <p:nvPr/>
        </p:nvSpPr>
        <p:spPr>
          <a:xfrm>
            <a:off x="1438656" y="5157216"/>
            <a:ext cx="5486400" cy="365760"/>
          </a:xfrm>
          <a:prstGeom prst="rect">
            <a:avLst/>
          </a:prstGeom>
          <a:noFill/>
          <a:ln/>
        </p:spPr>
        <p:txBody>
          <a:bodyPr wrap="square" lIns="0" tIns="0" rIns="0" bIns="0" rtlCol="0" anchor="ctr"/>
          <a:lstStyle/>
          <a:p>
            <a:r>
              <a:rPr lang="en-US" sz="1600" b="1" dirty="0">
                <a:solidFill>
                  <a:srgbClr val="50E6FF"/>
                </a:solidFill>
                <a:ea typeface="Calibri" pitchFamily="34" charset="-122"/>
                <a:cs typeface="Calibri" pitchFamily="34" charset="-120"/>
              </a:rPr>
              <a:t>Output</a:t>
            </a:r>
            <a:endParaRPr lang="en-US" sz="1600" dirty="0"/>
          </a:p>
        </p:txBody>
      </p:sp>
      <p:sp>
        <p:nvSpPr>
          <p:cNvPr id="29" name="Text 20">
            <a:extLst>
              <a:ext uri="{FF2B5EF4-FFF2-40B4-BE49-F238E27FC236}">
                <a16:creationId xmlns:a16="http://schemas.microsoft.com/office/drawing/2014/main" id="{DDB79EC0-7588-8280-F4E8-D01D42529398}"/>
              </a:ext>
            </a:extLst>
          </p:cNvPr>
          <p:cNvSpPr/>
          <p:nvPr/>
        </p:nvSpPr>
        <p:spPr>
          <a:xfrm>
            <a:off x="1438656" y="5522976"/>
            <a:ext cx="5486400" cy="512064"/>
          </a:xfrm>
          <a:prstGeom prst="rect">
            <a:avLst/>
          </a:prstGeom>
          <a:noFill/>
          <a:ln/>
        </p:spPr>
        <p:txBody>
          <a:bodyPr wrap="square" lIns="0" tIns="0" rIns="0" bIns="0" rtlCol="0" anchor="ctr"/>
          <a:lstStyle/>
          <a:p>
            <a:r>
              <a:rPr lang="en-US" dirty="0">
                <a:solidFill>
                  <a:srgbClr val="B8CFE8"/>
                </a:solidFill>
                <a:ea typeface="Calibri" pitchFamily="34" charset="-122"/>
                <a:cs typeface="Calibri" pitchFamily="34" charset="-120"/>
              </a:rPr>
              <a:t>SKU-level forecast at dealership + region. Confidence bands. Anomaly alerts. Push to SAP MRP via API.</a:t>
            </a:r>
            <a:endParaRPr lang="en-US" dirty="0"/>
          </a:p>
        </p:txBody>
      </p:sp>
      <p:sp>
        <p:nvSpPr>
          <p:cNvPr id="30" name="Text 21">
            <a:extLst>
              <a:ext uri="{FF2B5EF4-FFF2-40B4-BE49-F238E27FC236}">
                <a16:creationId xmlns:a16="http://schemas.microsoft.com/office/drawing/2014/main" id="{D19C4598-5B09-9C35-7AFD-67B3DC262840}"/>
              </a:ext>
            </a:extLst>
          </p:cNvPr>
          <p:cNvSpPr/>
          <p:nvPr/>
        </p:nvSpPr>
        <p:spPr>
          <a:xfrm>
            <a:off x="7559040" y="1341120"/>
            <a:ext cx="4267200" cy="426720"/>
          </a:xfrm>
          <a:prstGeom prst="rect">
            <a:avLst/>
          </a:prstGeom>
          <a:noFill/>
          <a:ln/>
        </p:spPr>
        <p:txBody>
          <a:bodyPr wrap="square" lIns="0" tIns="0" rIns="0" bIns="0" rtlCol="0" anchor="ctr"/>
          <a:lstStyle/>
          <a:p>
            <a:r>
              <a:rPr lang="en-US" sz="1733" b="1" dirty="0">
                <a:solidFill>
                  <a:srgbClr val="FFB900"/>
                </a:solidFill>
                <a:ea typeface="Calibri" pitchFamily="34" charset="-122"/>
                <a:cs typeface="Calibri" pitchFamily="34" charset="-120"/>
              </a:rPr>
              <a:t>Business Impact</a:t>
            </a:r>
            <a:endParaRPr lang="en-US" sz="1733" dirty="0"/>
          </a:p>
        </p:txBody>
      </p:sp>
      <p:sp>
        <p:nvSpPr>
          <p:cNvPr id="31" name="Shape 22">
            <a:extLst>
              <a:ext uri="{FF2B5EF4-FFF2-40B4-BE49-F238E27FC236}">
                <a16:creationId xmlns:a16="http://schemas.microsoft.com/office/drawing/2014/main" id="{D0225F10-3F35-E04E-0AAC-84CB8BCA08C1}"/>
              </a:ext>
            </a:extLst>
          </p:cNvPr>
          <p:cNvSpPr/>
          <p:nvPr/>
        </p:nvSpPr>
        <p:spPr>
          <a:xfrm>
            <a:off x="7315200" y="1889760"/>
            <a:ext cx="2072640" cy="1036320"/>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32" name="Text 23">
            <a:extLst>
              <a:ext uri="{FF2B5EF4-FFF2-40B4-BE49-F238E27FC236}">
                <a16:creationId xmlns:a16="http://schemas.microsoft.com/office/drawing/2014/main" id="{1BB401E1-F767-6926-ABB2-C8B2F60F0351}"/>
              </a:ext>
            </a:extLst>
          </p:cNvPr>
          <p:cNvSpPr/>
          <p:nvPr/>
        </p:nvSpPr>
        <p:spPr>
          <a:xfrm>
            <a:off x="7315200" y="1950720"/>
            <a:ext cx="2072640" cy="487680"/>
          </a:xfrm>
          <a:prstGeom prst="rect">
            <a:avLst/>
          </a:prstGeom>
          <a:noFill/>
          <a:ln/>
        </p:spPr>
        <p:txBody>
          <a:bodyPr wrap="square" lIns="0" tIns="0" rIns="0" bIns="0" rtlCol="0" anchor="ctr"/>
          <a:lstStyle/>
          <a:p>
            <a:pPr algn="ctr"/>
            <a:r>
              <a:rPr lang="en-US" sz="2933" b="1" dirty="0">
                <a:solidFill>
                  <a:srgbClr val="50E6FF"/>
                </a:solidFill>
                <a:ea typeface="Calibri" pitchFamily="34" charset="-122"/>
                <a:cs typeface="Calibri" pitchFamily="34" charset="-120"/>
              </a:rPr>
              <a:t>30–40%</a:t>
            </a:r>
            <a:endParaRPr lang="en-US" sz="2933" dirty="0"/>
          </a:p>
        </p:txBody>
      </p:sp>
      <p:sp>
        <p:nvSpPr>
          <p:cNvPr id="33" name="Text 24">
            <a:extLst>
              <a:ext uri="{FF2B5EF4-FFF2-40B4-BE49-F238E27FC236}">
                <a16:creationId xmlns:a16="http://schemas.microsoft.com/office/drawing/2014/main" id="{6A4703AE-8594-DC18-6879-2C145FC276E3}"/>
              </a:ext>
            </a:extLst>
          </p:cNvPr>
          <p:cNvSpPr/>
          <p:nvPr/>
        </p:nvSpPr>
        <p:spPr>
          <a:xfrm>
            <a:off x="7315200" y="2414016"/>
            <a:ext cx="2072640" cy="426720"/>
          </a:xfrm>
          <a:prstGeom prst="rect">
            <a:avLst/>
          </a:prstGeom>
          <a:noFill/>
          <a:ln/>
        </p:spPr>
        <p:txBody>
          <a:bodyPr wrap="square" lIns="0" tIns="0" rIns="0" bIns="0" rtlCol="0" anchor="ctr"/>
          <a:lstStyle/>
          <a:p>
            <a:pPr algn="ctr"/>
            <a:r>
              <a:rPr lang="en-US" sz="1333" dirty="0">
                <a:solidFill>
                  <a:srgbClr val="B8CFE8"/>
                </a:solidFill>
                <a:ea typeface="Calibri" pitchFamily="34" charset="-122"/>
                <a:cs typeface="Calibri" pitchFamily="34" charset="-120"/>
              </a:rPr>
              <a:t>reduction in</a:t>
            </a:r>
            <a:endParaRPr lang="en-US" sz="1333" dirty="0"/>
          </a:p>
          <a:p>
            <a:pPr algn="ctr"/>
            <a:r>
              <a:rPr lang="en-US" sz="1333" dirty="0">
                <a:solidFill>
                  <a:srgbClr val="B8CFE8"/>
                </a:solidFill>
                <a:ea typeface="Calibri" pitchFamily="34" charset="-122"/>
                <a:cs typeface="Calibri" pitchFamily="34" charset="-120"/>
              </a:rPr>
              <a:t>forecast error</a:t>
            </a:r>
            <a:endParaRPr lang="en-US" sz="1333" dirty="0"/>
          </a:p>
        </p:txBody>
      </p:sp>
      <p:sp>
        <p:nvSpPr>
          <p:cNvPr id="34" name="Shape 25">
            <a:extLst>
              <a:ext uri="{FF2B5EF4-FFF2-40B4-BE49-F238E27FC236}">
                <a16:creationId xmlns:a16="http://schemas.microsoft.com/office/drawing/2014/main" id="{CC1EB75F-7D3D-C749-B920-A105FA7173DE}"/>
              </a:ext>
            </a:extLst>
          </p:cNvPr>
          <p:cNvSpPr/>
          <p:nvPr/>
        </p:nvSpPr>
        <p:spPr>
          <a:xfrm>
            <a:off x="9570720" y="1889760"/>
            <a:ext cx="2072640" cy="1036320"/>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35" name="Text 26">
            <a:extLst>
              <a:ext uri="{FF2B5EF4-FFF2-40B4-BE49-F238E27FC236}">
                <a16:creationId xmlns:a16="http://schemas.microsoft.com/office/drawing/2014/main" id="{86D4C42F-7761-DB8E-6E7D-6074AA9AF12E}"/>
              </a:ext>
            </a:extLst>
          </p:cNvPr>
          <p:cNvSpPr/>
          <p:nvPr/>
        </p:nvSpPr>
        <p:spPr>
          <a:xfrm>
            <a:off x="9570720" y="1950720"/>
            <a:ext cx="2072640" cy="487680"/>
          </a:xfrm>
          <a:prstGeom prst="rect">
            <a:avLst/>
          </a:prstGeom>
          <a:noFill/>
          <a:ln/>
        </p:spPr>
        <p:txBody>
          <a:bodyPr wrap="square" lIns="0" tIns="0" rIns="0" bIns="0" rtlCol="0" anchor="ctr"/>
          <a:lstStyle/>
          <a:p>
            <a:pPr algn="ctr"/>
            <a:r>
              <a:rPr lang="en-US" sz="2933" b="1" dirty="0">
                <a:solidFill>
                  <a:srgbClr val="50E6FF"/>
                </a:solidFill>
                <a:ea typeface="Calibri" pitchFamily="34" charset="-122"/>
                <a:cs typeface="Calibri" pitchFamily="34" charset="-120"/>
              </a:rPr>
              <a:t>₹2–5Cr</a:t>
            </a:r>
            <a:endParaRPr lang="en-US" sz="2933" dirty="0"/>
          </a:p>
        </p:txBody>
      </p:sp>
      <p:sp>
        <p:nvSpPr>
          <p:cNvPr id="36" name="Text 27">
            <a:extLst>
              <a:ext uri="{FF2B5EF4-FFF2-40B4-BE49-F238E27FC236}">
                <a16:creationId xmlns:a16="http://schemas.microsoft.com/office/drawing/2014/main" id="{F358F366-4C02-103E-9AAA-3D05883E60C1}"/>
              </a:ext>
            </a:extLst>
          </p:cNvPr>
          <p:cNvSpPr/>
          <p:nvPr/>
        </p:nvSpPr>
        <p:spPr>
          <a:xfrm>
            <a:off x="9570720" y="2414016"/>
            <a:ext cx="2072640" cy="426720"/>
          </a:xfrm>
          <a:prstGeom prst="rect">
            <a:avLst/>
          </a:prstGeom>
          <a:noFill/>
          <a:ln/>
        </p:spPr>
        <p:txBody>
          <a:bodyPr wrap="square" lIns="0" tIns="0" rIns="0" bIns="0" rtlCol="0" anchor="ctr"/>
          <a:lstStyle/>
          <a:p>
            <a:pPr algn="ctr"/>
            <a:r>
              <a:rPr lang="en-US" sz="1333" dirty="0">
                <a:solidFill>
                  <a:srgbClr val="B8CFE8"/>
                </a:solidFill>
                <a:ea typeface="Calibri" pitchFamily="34" charset="-122"/>
                <a:cs typeface="Calibri" pitchFamily="34" charset="-120"/>
              </a:rPr>
              <a:t>working capital</a:t>
            </a:r>
            <a:endParaRPr lang="en-US" sz="1333" dirty="0"/>
          </a:p>
          <a:p>
            <a:pPr algn="ctr"/>
            <a:r>
              <a:rPr lang="en-US" sz="1333" dirty="0">
                <a:solidFill>
                  <a:srgbClr val="B8CFE8"/>
                </a:solidFill>
                <a:ea typeface="Calibri" pitchFamily="34" charset="-122"/>
                <a:cs typeface="Calibri" pitchFamily="34" charset="-120"/>
              </a:rPr>
              <a:t>freed per plant</a:t>
            </a:r>
            <a:endParaRPr lang="en-US" sz="1333" dirty="0"/>
          </a:p>
        </p:txBody>
      </p:sp>
      <p:sp>
        <p:nvSpPr>
          <p:cNvPr id="37" name="Shape 28">
            <a:extLst>
              <a:ext uri="{FF2B5EF4-FFF2-40B4-BE49-F238E27FC236}">
                <a16:creationId xmlns:a16="http://schemas.microsoft.com/office/drawing/2014/main" id="{13B9B00E-8B29-893B-F7DE-CA15FD110B61}"/>
              </a:ext>
            </a:extLst>
          </p:cNvPr>
          <p:cNvSpPr/>
          <p:nvPr/>
        </p:nvSpPr>
        <p:spPr>
          <a:xfrm>
            <a:off x="7315200" y="3108960"/>
            <a:ext cx="2072640" cy="1036320"/>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38" name="Text 29">
            <a:extLst>
              <a:ext uri="{FF2B5EF4-FFF2-40B4-BE49-F238E27FC236}">
                <a16:creationId xmlns:a16="http://schemas.microsoft.com/office/drawing/2014/main" id="{FFC3A8FC-04FF-651E-86FE-9F6AAA618DCC}"/>
              </a:ext>
            </a:extLst>
          </p:cNvPr>
          <p:cNvSpPr/>
          <p:nvPr/>
        </p:nvSpPr>
        <p:spPr>
          <a:xfrm>
            <a:off x="7315200" y="3169920"/>
            <a:ext cx="2072640" cy="487680"/>
          </a:xfrm>
          <a:prstGeom prst="rect">
            <a:avLst/>
          </a:prstGeom>
          <a:noFill/>
          <a:ln/>
        </p:spPr>
        <p:txBody>
          <a:bodyPr wrap="square" lIns="0" tIns="0" rIns="0" bIns="0" rtlCol="0" anchor="ctr"/>
          <a:lstStyle/>
          <a:p>
            <a:pPr algn="ctr"/>
            <a:r>
              <a:rPr lang="en-US" sz="2933" b="1" dirty="0">
                <a:solidFill>
                  <a:srgbClr val="50E6FF"/>
                </a:solidFill>
                <a:ea typeface="Calibri" pitchFamily="34" charset="-122"/>
                <a:cs typeface="Calibri" pitchFamily="34" charset="-120"/>
              </a:rPr>
              <a:t>15%</a:t>
            </a:r>
            <a:endParaRPr lang="en-US" sz="2933" dirty="0"/>
          </a:p>
        </p:txBody>
      </p:sp>
      <p:sp>
        <p:nvSpPr>
          <p:cNvPr id="39" name="Text 30">
            <a:extLst>
              <a:ext uri="{FF2B5EF4-FFF2-40B4-BE49-F238E27FC236}">
                <a16:creationId xmlns:a16="http://schemas.microsoft.com/office/drawing/2014/main" id="{45DB6244-BB14-4EB8-775B-B93C0693A6BE}"/>
              </a:ext>
            </a:extLst>
          </p:cNvPr>
          <p:cNvSpPr/>
          <p:nvPr/>
        </p:nvSpPr>
        <p:spPr>
          <a:xfrm>
            <a:off x="7315200" y="3633216"/>
            <a:ext cx="2072640" cy="426720"/>
          </a:xfrm>
          <a:prstGeom prst="rect">
            <a:avLst/>
          </a:prstGeom>
          <a:noFill/>
          <a:ln/>
        </p:spPr>
        <p:txBody>
          <a:bodyPr wrap="square" lIns="0" tIns="0" rIns="0" bIns="0" rtlCol="0" anchor="ctr"/>
          <a:lstStyle/>
          <a:p>
            <a:pPr algn="ctr"/>
            <a:r>
              <a:rPr lang="en-US" sz="1333" dirty="0">
                <a:solidFill>
                  <a:srgbClr val="B8CFE8"/>
                </a:solidFill>
                <a:ea typeface="Calibri" pitchFamily="34" charset="-122"/>
                <a:cs typeface="Calibri" pitchFamily="34" charset="-120"/>
              </a:rPr>
              <a:t>reduction in</a:t>
            </a:r>
            <a:endParaRPr lang="en-US" sz="1333" dirty="0"/>
          </a:p>
          <a:p>
            <a:pPr algn="ctr"/>
            <a:r>
              <a:rPr lang="en-US" sz="1333" dirty="0">
                <a:solidFill>
                  <a:srgbClr val="B8CFE8"/>
                </a:solidFill>
                <a:ea typeface="Calibri" pitchFamily="34" charset="-122"/>
                <a:cs typeface="Calibri" pitchFamily="34" charset="-120"/>
              </a:rPr>
              <a:t>lost sales</a:t>
            </a:r>
            <a:endParaRPr lang="en-US" sz="1333" dirty="0"/>
          </a:p>
        </p:txBody>
      </p:sp>
      <p:sp>
        <p:nvSpPr>
          <p:cNvPr id="40" name="Shape 31">
            <a:extLst>
              <a:ext uri="{FF2B5EF4-FFF2-40B4-BE49-F238E27FC236}">
                <a16:creationId xmlns:a16="http://schemas.microsoft.com/office/drawing/2014/main" id="{6F10F870-5B1B-4E01-6EB1-3E11FF60F0DB}"/>
              </a:ext>
            </a:extLst>
          </p:cNvPr>
          <p:cNvSpPr/>
          <p:nvPr/>
        </p:nvSpPr>
        <p:spPr>
          <a:xfrm>
            <a:off x="7254240" y="4364736"/>
            <a:ext cx="4511040" cy="1950720"/>
          </a:xfrm>
          <a:prstGeom prst="rect">
            <a:avLst/>
          </a:prstGeom>
          <a:solidFill>
            <a:srgbClr val="162845"/>
          </a:solidFill>
          <a:ln w="12700">
            <a:solidFill>
              <a:srgbClr val="162845"/>
            </a:solidFill>
            <a:prstDash val="solid"/>
          </a:ln>
          <a:effectLst>
            <a:outerShdw blurRad="152400" dist="38100" dir="8100000" algn="bl" rotWithShape="0">
              <a:srgbClr val="000000">
                <a:alpha val="25000"/>
              </a:srgbClr>
            </a:outerShdw>
          </a:effectLst>
        </p:spPr>
        <p:txBody>
          <a:bodyPr/>
          <a:lstStyle/>
          <a:p>
            <a:endParaRPr lang="en-IN" sz="1867"/>
          </a:p>
        </p:txBody>
      </p:sp>
      <p:sp>
        <p:nvSpPr>
          <p:cNvPr id="41" name="Shape 32">
            <a:extLst>
              <a:ext uri="{FF2B5EF4-FFF2-40B4-BE49-F238E27FC236}">
                <a16:creationId xmlns:a16="http://schemas.microsoft.com/office/drawing/2014/main" id="{F7839621-45DD-9D91-01F8-0D9F5E4395B3}"/>
              </a:ext>
            </a:extLst>
          </p:cNvPr>
          <p:cNvSpPr/>
          <p:nvPr/>
        </p:nvSpPr>
        <p:spPr>
          <a:xfrm>
            <a:off x="7254240" y="4364736"/>
            <a:ext cx="4511040" cy="85344"/>
          </a:xfrm>
          <a:prstGeom prst="rect">
            <a:avLst/>
          </a:prstGeom>
          <a:solidFill>
            <a:srgbClr val="FFB900"/>
          </a:solidFill>
          <a:ln w="12700">
            <a:solidFill>
              <a:srgbClr val="FFB900"/>
            </a:solidFill>
            <a:prstDash val="solid"/>
          </a:ln>
        </p:spPr>
        <p:txBody>
          <a:bodyPr/>
          <a:lstStyle/>
          <a:p>
            <a:endParaRPr lang="en-IN" sz="1867"/>
          </a:p>
        </p:txBody>
      </p:sp>
      <p:pic>
        <p:nvPicPr>
          <p:cNvPr id="42" name="Image 4" descr="preencoded.png">
            <a:extLst>
              <a:ext uri="{FF2B5EF4-FFF2-40B4-BE49-F238E27FC236}">
                <a16:creationId xmlns:a16="http://schemas.microsoft.com/office/drawing/2014/main" id="{A3758169-2A9A-1E49-A12F-9FFD5A5DB330}"/>
              </a:ext>
            </a:extLst>
          </p:cNvPr>
          <p:cNvPicPr>
            <a:picLocks noChangeAspect="1"/>
          </p:cNvPicPr>
          <p:nvPr/>
        </p:nvPicPr>
        <p:blipFill>
          <a:blip r:embed="rId6"/>
          <a:stretch>
            <a:fillRect/>
          </a:stretch>
        </p:blipFill>
        <p:spPr>
          <a:xfrm>
            <a:off x="7437120" y="4535424"/>
            <a:ext cx="548640" cy="548640"/>
          </a:xfrm>
          <a:prstGeom prst="rect">
            <a:avLst/>
          </a:prstGeom>
        </p:spPr>
      </p:pic>
      <p:sp>
        <p:nvSpPr>
          <p:cNvPr id="43" name="Text 33">
            <a:extLst>
              <a:ext uri="{FF2B5EF4-FFF2-40B4-BE49-F238E27FC236}">
                <a16:creationId xmlns:a16="http://schemas.microsoft.com/office/drawing/2014/main" id="{1894BC7D-1C97-FE2A-F8BC-78862C1364FC}"/>
              </a:ext>
            </a:extLst>
          </p:cNvPr>
          <p:cNvSpPr/>
          <p:nvPr/>
        </p:nvSpPr>
        <p:spPr>
          <a:xfrm>
            <a:off x="8107680" y="4535424"/>
            <a:ext cx="3413760" cy="365760"/>
          </a:xfrm>
          <a:prstGeom prst="rect">
            <a:avLst/>
          </a:prstGeom>
          <a:noFill/>
          <a:ln/>
        </p:spPr>
        <p:txBody>
          <a:bodyPr wrap="square" lIns="0" tIns="0" rIns="0" bIns="0" rtlCol="0" anchor="ctr"/>
          <a:lstStyle/>
          <a:p>
            <a:r>
              <a:rPr lang="en-US" sz="1600" b="1" dirty="0">
                <a:solidFill>
                  <a:srgbClr val="FFB900"/>
                </a:solidFill>
                <a:ea typeface="Calibri" pitchFamily="34" charset="-122"/>
                <a:cs typeface="Calibri" pitchFamily="34" charset="-120"/>
              </a:rPr>
              <a:t>Demand Forecast Agent</a:t>
            </a:r>
            <a:endParaRPr lang="en-US" sz="1600" dirty="0"/>
          </a:p>
        </p:txBody>
      </p:sp>
      <p:sp>
        <p:nvSpPr>
          <p:cNvPr id="44" name="Text 34">
            <a:extLst>
              <a:ext uri="{FF2B5EF4-FFF2-40B4-BE49-F238E27FC236}">
                <a16:creationId xmlns:a16="http://schemas.microsoft.com/office/drawing/2014/main" id="{300B71D2-5F34-D4A0-3EEF-052D0377533D}"/>
              </a:ext>
            </a:extLst>
          </p:cNvPr>
          <p:cNvSpPr/>
          <p:nvPr/>
        </p:nvSpPr>
        <p:spPr>
          <a:xfrm>
            <a:off x="7437120" y="5120640"/>
            <a:ext cx="4206240" cy="1036320"/>
          </a:xfrm>
          <a:prstGeom prst="rect">
            <a:avLst/>
          </a:prstGeom>
          <a:noFill/>
          <a:ln/>
        </p:spPr>
        <p:txBody>
          <a:bodyPr wrap="square" lIns="0" tIns="0" rIns="0" bIns="0" rtlCol="0" anchor="ctr"/>
          <a:lstStyle/>
          <a:p>
            <a:r>
              <a:rPr lang="en-US" sz="1333" b="1" dirty="0">
                <a:solidFill>
                  <a:srgbClr val="B8CFE8"/>
                </a:solidFill>
                <a:ea typeface="Calibri" pitchFamily="34" charset="-122"/>
                <a:cs typeface="Calibri" pitchFamily="34" charset="-120"/>
              </a:rPr>
              <a:t>• </a:t>
            </a:r>
            <a:r>
              <a:rPr lang="en-US" sz="1333" dirty="0">
                <a:solidFill>
                  <a:srgbClr val="B8CFE8"/>
                </a:solidFill>
                <a:ea typeface="Calibri" pitchFamily="34" charset="-122"/>
                <a:cs typeface="Calibri" pitchFamily="34" charset="-120"/>
              </a:rPr>
              <a:t>"What is next month's demand for SKU X at Delhi dealers?"
</a:t>
            </a:r>
            <a:r>
              <a:rPr lang="en-US" sz="1333" b="1" dirty="0">
                <a:solidFill>
                  <a:srgbClr val="B8CFE8"/>
                </a:solidFill>
                <a:ea typeface="Calibri" pitchFamily="34" charset="-122"/>
                <a:cs typeface="Calibri" pitchFamily="34" charset="-120"/>
              </a:rPr>
              <a:t>• </a:t>
            </a:r>
            <a:r>
              <a:rPr lang="en-US" sz="1333" dirty="0">
                <a:solidFill>
                  <a:srgbClr val="B8CFE8"/>
                </a:solidFill>
                <a:ea typeface="Calibri" pitchFamily="34" charset="-122"/>
                <a:cs typeface="Calibri" pitchFamily="34" charset="-120"/>
              </a:rPr>
              <a:t>Auto-raises purchase orders when forecast &gt; safety stock
</a:t>
            </a:r>
            <a:r>
              <a:rPr lang="en-US" sz="1333" b="1" dirty="0">
                <a:solidFill>
                  <a:srgbClr val="B8CFE8"/>
                </a:solidFill>
                <a:ea typeface="Calibri" pitchFamily="34" charset="-122"/>
                <a:cs typeface="Calibri" pitchFamily="34" charset="-120"/>
              </a:rPr>
              <a:t>• </a:t>
            </a:r>
            <a:r>
              <a:rPr lang="en-US" sz="1333" dirty="0">
                <a:solidFill>
                  <a:srgbClr val="B8CFE8"/>
                </a:solidFill>
                <a:ea typeface="Calibri" pitchFamily="34" charset="-122"/>
                <a:cs typeface="Calibri" pitchFamily="34" charset="-120"/>
              </a:rPr>
              <a:t>Slack/Teams alerts when model detects demand spike</a:t>
            </a:r>
            <a:endParaRPr lang="en-US" sz="1333" dirty="0"/>
          </a:p>
        </p:txBody>
      </p:sp>
    </p:spTree>
    <p:extLst>
      <p:ext uri="{BB962C8B-B14F-4D97-AF65-F5344CB8AC3E}">
        <p14:creationId xmlns:p14="http://schemas.microsoft.com/office/powerpoint/2010/main" val="2359306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1260D-C690-6650-CD2F-CBB8E915FF4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A35BC7F-6918-B1AD-0A9B-DC54504F01B8}"/>
              </a:ext>
            </a:extLst>
          </p:cNvPr>
          <p:cNvSpPr>
            <a:spLocks noGrp="1"/>
          </p:cNvSpPr>
          <p:nvPr>
            <p:ph type="ftr" sz="quarter" idx="3"/>
          </p:nvPr>
        </p:nvSpPr>
        <p:spPr/>
        <p:txBody>
          <a:bodyPr/>
          <a:lstStyle/>
          <a:p>
            <a:r>
              <a:rPr lang="en-US"/>
              <a:t>© </a:t>
            </a:r>
            <a:fld id="{BD10386A-F078-491A-8D58-536D4066CAE5}" type="datetimeyyyy">
              <a:rPr lang="en-US" smtClean="0"/>
              <a:pPr/>
              <a:t>2026</a:t>
            </a:fld>
            <a:r>
              <a:rPr lang="en-US"/>
              <a:t> NTT DATA Business Solutions</a:t>
            </a:r>
          </a:p>
        </p:txBody>
      </p:sp>
      <p:sp>
        <p:nvSpPr>
          <p:cNvPr id="4" name="Slide Number Placeholder 3">
            <a:extLst>
              <a:ext uri="{FF2B5EF4-FFF2-40B4-BE49-F238E27FC236}">
                <a16:creationId xmlns:a16="http://schemas.microsoft.com/office/drawing/2014/main" id="{43160A75-0373-502B-1F39-734162A67BC4}"/>
              </a:ext>
            </a:extLst>
          </p:cNvPr>
          <p:cNvSpPr>
            <a:spLocks noGrp="1"/>
          </p:cNvSpPr>
          <p:nvPr>
            <p:ph type="sldNum" sz="quarter" idx="4"/>
          </p:nvPr>
        </p:nvSpPr>
        <p:spPr/>
        <p:txBody>
          <a:bodyPr/>
          <a:lstStyle/>
          <a:p>
            <a:fld id="{13CE6DAF-806F-404B-BC68-339BFCB57E5C}" type="slidenum">
              <a:rPr lang="en-US" smtClean="0"/>
              <a:pPr/>
              <a:t>6</a:t>
            </a:fld>
            <a:endParaRPr lang="en-US"/>
          </a:p>
        </p:txBody>
      </p:sp>
      <p:sp>
        <p:nvSpPr>
          <p:cNvPr id="35" name="Shape 0">
            <a:extLst>
              <a:ext uri="{FF2B5EF4-FFF2-40B4-BE49-F238E27FC236}">
                <a16:creationId xmlns:a16="http://schemas.microsoft.com/office/drawing/2014/main" id="{0F08EC8A-0D24-F3B6-17D8-2874D96CBCE9}"/>
              </a:ext>
            </a:extLst>
          </p:cNvPr>
          <p:cNvSpPr/>
          <p:nvPr/>
        </p:nvSpPr>
        <p:spPr>
          <a:xfrm>
            <a:off x="0" y="0"/>
            <a:ext cx="12121065" cy="48886"/>
          </a:xfrm>
          <a:prstGeom prst="rect">
            <a:avLst/>
          </a:prstGeom>
          <a:solidFill>
            <a:srgbClr val="FFB900"/>
          </a:solidFill>
          <a:ln w="12700">
            <a:solidFill>
              <a:srgbClr val="FFB900"/>
            </a:solidFill>
            <a:prstDash val="solid"/>
          </a:ln>
        </p:spPr>
        <p:txBody>
          <a:bodyPr/>
          <a:lstStyle/>
          <a:p>
            <a:endParaRPr lang="en-IN" sz="1867"/>
          </a:p>
        </p:txBody>
      </p:sp>
      <p:sp>
        <p:nvSpPr>
          <p:cNvPr id="36" name="Shape 1">
            <a:extLst>
              <a:ext uri="{FF2B5EF4-FFF2-40B4-BE49-F238E27FC236}">
                <a16:creationId xmlns:a16="http://schemas.microsoft.com/office/drawing/2014/main" id="{6E951F34-D129-0ADD-3ECE-3BFD53DA3363}"/>
              </a:ext>
            </a:extLst>
          </p:cNvPr>
          <p:cNvSpPr/>
          <p:nvPr/>
        </p:nvSpPr>
        <p:spPr>
          <a:xfrm>
            <a:off x="426720" y="268224"/>
            <a:ext cx="848475" cy="570341"/>
          </a:xfrm>
          <a:prstGeom prst="ellipse">
            <a:avLst/>
          </a:prstGeom>
          <a:solidFill>
            <a:srgbClr val="FFB900"/>
          </a:solidFill>
          <a:ln w="12700">
            <a:solidFill>
              <a:srgbClr val="FFB900"/>
            </a:solidFill>
            <a:prstDash val="solid"/>
          </a:ln>
        </p:spPr>
        <p:txBody>
          <a:bodyPr/>
          <a:lstStyle/>
          <a:p>
            <a:endParaRPr lang="en-IN" sz="1867"/>
          </a:p>
        </p:txBody>
      </p:sp>
      <p:sp>
        <p:nvSpPr>
          <p:cNvPr id="37" name="Text 2">
            <a:extLst>
              <a:ext uri="{FF2B5EF4-FFF2-40B4-BE49-F238E27FC236}">
                <a16:creationId xmlns:a16="http://schemas.microsoft.com/office/drawing/2014/main" id="{1CAF35B8-6EF5-9C4D-71F4-14972A94BFE0}"/>
              </a:ext>
            </a:extLst>
          </p:cNvPr>
          <p:cNvSpPr/>
          <p:nvPr/>
        </p:nvSpPr>
        <p:spPr>
          <a:xfrm>
            <a:off x="426720" y="268224"/>
            <a:ext cx="848475" cy="570341"/>
          </a:xfrm>
          <a:prstGeom prst="rect">
            <a:avLst/>
          </a:prstGeom>
          <a:noFill/>
          <a:ln/>
        </p:spPr>
        <p:txBody>
          <a:bodyPr wrap="square" lIns="0" tIns="0" rIns="0" bIns="0" rtlCol="0" anchor="ctr"/>
          <a:lstStyle/>
          <a:p>
            <a:pPr algn="ctr"/>
            <a:r>
              <a:rPr lang="en-US" sz="2400" b="1" dirty="0">
                <a:solidFill>
                  <a:srgbClr val="0A1628"/>
                </a:solidFill>
                <a:ea typeface="Calibri" pitchFamily="34" charset="-122"/>
                <a:cs typeface="Calibri" pitchFamily="34" charset="-120"/>
              </a:rPr>
              <a:t>02</a:t>
            </a:r>
            <a:endParaRPr lang="en-US" sz="2400" dirty="0"/>
          </a:p>
        </p:txBody>
      </p:sp>
      <p:sp>
        <p:nvSpPr>
          <p:cNvPr id="38" name="Text 3">
            <a:extLst>
              <a:ext uri="{FF2B5EF4-FFF2-40B4-BE49-F238E27FC236}">
                <a16:creationId xmlns:a16="http://schemas.microsoft.com/office/drawing/2014/main" id="{EA835C74-5D46-4264-8DF5-99774D10B4B8}"/>
              </a:ext>
            </a:extLst>
          </p:cNvPr>
          <p:cNvSpPr/>
          <p:nvPr/>
        </p:nvSpPr>
        <p:spPr>
          <a:xfrm>
            <a:off x="1463040" y="304800"/>
            <a:ext cx="9696852" cy="366648"/>
          </a:xfrm>
          <a:prstGeom prst="rect">
            <a:avLst/>
          </a:prstGeom>
          <a:noFill/>
          <a:ln/>
        </p:spPr>
        <p:txBody>
          <a:bodyPr wrap="square" lIns="0" tIns="0" rIns="0" bIns="0" rtlCol="0" anchor="ctr"/>
          <a:lstStyle/>
          <a:p>
            <a:r>
              <a:rPr lang="en-US" sz="3467" b="1" dirty="0">
                <a:solidFill>
                  <a:srgbClr val="FFFFFF"/>
                </a:solidFill>
                <a:latin typeface="+mj-lt"/>
                <a:ea typeface="Calibri" pitchFamily="34" charset="-122"/>
                <a:cs typeface="Calibri" pitchFamily="34" charset="-120"/>
              </a:rPr>
              <a:t>Inventory Optimisation</a:t>
            </a:r>
            <a:endParaRPr lang="en-US" sz="3467" dirty="0">
              <a:latin typeface="+mj-lt"/>
            </a:endParaRPr>
          </a:p>
        </p:txBody>
      </p:sp>
      <p:sp>
        <p:nvSpPr>
          <p:cNvPr id="39" name="Text 4">
            <a:extLst>
              <a:ext uri="{FF2B5EF4-FFF2-40B4-BE49-F238E27FC236}">
                <a16:creationId xmlns:a16="http://schemas.microsoft.com/office/drawing/2014/main" id="{D3522569-DDD0-F1DE-2149-5539209E78A0}"/>
              </a:ext>
            </a:extLst>
          </p:cNvPr>
          <p:cNvSpPr/>
          <p:nvPr/>
        </p:nvSpPr>
        <p:spPr>
          <a:xfrm>
            <a:off x="1463040" y="853440"/>
            <a:ext cx="9696852" cy="244432"/>
          </a:xfrm>
          <a:prstGeom prst="rect">
            <a:avLst/>
          </a:prstGeom>
          <a:noFill/>
          <a:ln/>
        </p:spPr>
        <p:txBody>
          <a:bodyPr wrap="square" lIns="0" tIns="0" rIns="0" bIns="0" rtlCol="0" anchor="ctr"/>
          <a:lstStyle/>
          <a:p>
            <a:r>
              <a:rPr lang="en-US" sz="1667" dirty="0">
                <a:solidFill>
                  <a:srgbClr val="B8CFE8"/>
                </a:solidFill>
                <a:ea typeface="Calibri" pitchFamily="34" charset="-122"/>
                <a:cs typeface="Calibri" pitchFamily="34" charset="-120"/>
              </a:rPr>
              <a:t>Maintain optimal stock across warehouses and dealer networks zero overstock, zero stockout</a:t>
            </a:r>
            <a:endParaRPr lang="en-US" sz="1667" dirty="0"/>
          </a:p>
        </p:txBody>
      </p:sp>
      <p:sp>
        <p:nvSpPr>
          <p:cNvPr id="40" name="Shape 5">
            <a:extLst>
              <a:ext uri="{FF2B5EF4-FFF2-40B4-BE49-F238E27FC236}">
                <a16:creationId xmlns:a16="http://schemas.microsoft.com/office/drawing/2014/main" id="{19FF66A1-6626-49E1-7BC5-B8D9E7EC9155}"/>
              </a:ext>
            </a:extLst>
          </p:cNvPr>
          <p:cNvSpPr/>
          <p:nvPr/>
        </p:nvSpPr>
        <p:spPr>
          <a:xfrm>
            <a:off x="426720" y="1463040"/>
            <a:ext cx="5515084" cy="1222159"/>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41" name="Shape 6">
            <a:extLst>
              <a:ext uri="{FF2B5EF4-FFF2-40B4-BE49-F238E27FC236}">
                <a16:creationId xmlns:a16="http://schemas.microsoft.com/office/drawing/2014/main" id="{15B715AA-BDCA-FEB8-E3D1-DEF28C68619E}"/>
              </a:ext>
            </a:extLst>
          </p:cNvPr>
          <p:cNvSpPr/>
          <p:nvPr/>
        </p:nvSpPr>
        <p:spPr>
          <a:xfrm>
            <a:off x="426720" y="1463040"/>
            <a:ext cx="5515084" cy="48886"/>
          </a:xfrm>
          <a:prstGeom prst="rect">
            <a:avLst/>
          </a:prstGeom>
          <a:solidFill>
            <a:srgbClr val="0078D4"/>
          </a:solidFill>
          <a:ln w="12700">
            <a:solidFill>
              <a:srgbClr val="0078D4"/>
            </a:solidFill>
            <a:prstDash val="solid"/>
          </a:ln>
        </p:spPr>
        <p:txBody>
          <a:bodyPr/>
          <a:lstStyle/>
          <a:p>
            <a:endParaRPr lang="en-IN" sz="1867"/>
          </a:p>
        </p:txBody>
      </p:sp>
      <p:pic>
        <p:nvPicPr>
          <p:cNvPr id="42" name="Image 0" descr="preencoded.png">
            <a:extLst>
              <a:ext uri="{FF2B5EF4-FFF2-40B4-BE49-F238E27FC236}">
                <a16:creationId xmlns:a16="http://schemas.microsoft.com/office/drawing/2014/main" id="{0294ACFC-561E-EC3E-33A0-59056D24A659}"/>
              </a:ext>
            </a:extLst>
          </p:cNvPr>
          <p:cNvPicPr>
            <a:picLocks noChangeAspect="1"/>
          </p:cNvPicPr>
          <p:nvPr/>
        </p:nvPicPr>
        <p:blipFill>
          <a:blip r:embed="rId2"/>
          <a:stretch>
            <a:fillRect/>
          </a:stretch>
        </p:blipFill>
        <p:spPr>
          <a:xfrm>
            <a:off x="609600" y="1591729"/>
            <a:ext cx="545448" cy="545448"/>
          </a:xfrm>
          <a:prstGeom prst="rect">
            <a:avLst/>
          </a:prstGeom>
        </p:spPr>
      </p:pic>
      <p:sp>
        <p:nvSpPr>
          <p:cNvPr id="43" name="Text 7">
            <a:extLst>
              <a:ext uri="{FF2B5EF4-FFF2-40B4-BE49-F238E27FC236}">
                <a16:creationId xmlns:a16="http://schemas.microsoft.com/office/drawing/2014/main" id="{7F43A17A-3E11-F34B-E97A-6577896F48B2}"/>
              </a:ext>
            </a:extLst>
          </p:cNvPr>
          <p:cNvSpPr/>
          <p:nvPr/>
        </p:nvSpPr>
        <p:spPr>
          <a:xfrm>
            <a:off x="1341120" y="1682496"/>
            <a:ext cx="4363583" cy="285170"/>
          </a:xfrm>
          <a:prstGeom prst="rect">
            <a:avLst/>
          </a:prstGeom>
          <a:noFill/>
          <a:ln/>
        </p:spPr>
        <p:txBody>
          <a:bodyPr wrap="square" lIns="0" tIns="0" rIns="0" bIns="0" rtlCol="0" anchor="ctr"/>
          <a:lstStyle/>
          <a:p>
            <a:r>
              <a:rPr lang="en-US" sz="1600" b="1" dirty="0">
                <a:solidFill>
                  <a:srgbClr val="0078D4"/>
                </a:solidFill>
                <a:ea typeface="Calibri" pitchFamily="34" charset="-122"/>
                <a:cs typeface="Calibri" pitchFamily="34" charset="-120"/>
              </a:rPr>
              <a:t>Multi-Echelon Safety Stock</a:t>
            </a:r>
            <a:endParaRPr lang="en-US" sz="1600" dirty="0"/>
          </a:p>
        </p:txBody>
      </p:sp>
      <p:sp>
        <p:nvSpPr>
          <p:cNvPr id="44" name="Text 8">
            <a:extLst>
              <a:ext uri="{FF2B5EF4-FFF2-40B4-BE49-F238E27FC236}">
                <a16:creationId xmlns:a16="http://schemas.microsoft.com/office/drawing/2014/main" id="{9C54E60D-2980-C61C-C52A-8EAD9AADCC2D}"/>
              </a:ext>
            </a:extLst>
          </p:cNvPr>
          <p:cNvSpPr/>
          <p:nvPr/>
        </p:nvSpPr>
        <p:spPr>
          <a:xfrm>
            <a:off x="609599" y="2116121"/>
            <a:ext cx="5090847" cy="529602"/>
          </a:xfrm>
          <a:prstGeom prst="rect">
            <a:avLst/>
          </a:prstGeom>
          <a:noFill/>
          <a:ln/>
        </p:spPr>
        <p:txBody>
          <a:bodyPr wrap="square" lIns="0" tIns="0" rIns="0" bIns="0" rtlCol="0" anchor="ctr"/>
          <a:lstStyle/>
          <a:p>
            <a:r>
              <a:rPr lang="en-US" dirty="0">
                <a:solidFill>
                  <a:srgbClr val="B8CFE8"/>
                </a:solidFill>
                <a:ea typeface="Calibri" pitchFamily="34" charset="-122"/>
                <a:cs typeface="Calibri" pitchFamily="34" charset="-120"/>
              </a:rPr>
              <a:t>Dynamic safety stock computed per warehouse tier using service-level targets and lead-time variability from SAP MM.</a:t>
            </a:r>
            <a:endParaRPr lang="en-US" dirty="0"/>
          </a:p>
        </p:txBody>
      </p:sp>
      <p:sp>
        <p:nvSpPr>
          <p:cNvPr id="45" name="Shape 9">
            <a:extLst>
              <a:ext uri="{FF2B5EF4-FFF2-40B4-BE49-F238E27FC236}">
                <a16:creationId xmlns:a16="http://schemas.microsoft.com/office/drawing/2014/main" id="{FDB8274F-0951-6F0C-3380-9DEB395DBBF2}"/>
              </a:ext>
            </a:extLst>
          </p:cNvPr>
          <p:cNvSpPr/>
          <p:nvPr/>
        </p:nvSpPr>
        <p:spPr>
          <a:xfrm>
            <a:off x="6339840" y="1463040"/>
            <a:ext cx="5515084" cy="1222159"/>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46" name="Shape 10">
            <a:extLst>
              <a:ext uri="{FF2B5EF4-FFF2-40B4-BE49-F238E27FC236}">
                <a16:creationId xmlns:a16="http://schemas.microsoft.com/office/drawing/2014/main" id="{6887655C-8D45-D08A-FDCB-9BA84CFE7557}"/>
              </a:ext>
            </a:extLst>
          </p:cNvPr>
          <p:cNvSpPr/>
          <p:nvPr/>
        </p:nvSpPr>
        <p:spPr>
          <a:xfrm>
            <a:off x="6339840" y="1463040"/>
            <a:ext cx="5515084" cy="48886"/>
          </a:xfrm>
          <a:prstGeom prst="rect">
            <a:avLst/>
          </a:prstGeom>
          <a:solidFill>
            <a:srgbClr val="FFB900"/>
          </a:solidFill>
          <a:ln w="12700">
            <a:solidFill>
              <a:srgbClr val="FFB900"/>
            </a:solidFill>
            <a:prstDash val="solid"/>
          </a:ln>
        </p:spPr>
        <p:txBody>
          <a:bodyPr/>
          <a:lstStyle/>
          <a:p>
            <a:endParaRPr lang="en-IN" sz="1867"/>
          </a:p>
        </p:txBody>
      </p:sp>
      <p:pic>
        <p:nvPicPr>
          <p:cNvPr id="47" name="Image 1" descr="preencoded.png">
            <a:extLst>
              <a:ext uri="{FF2B5EF4-FFF2-40B4-BE49-F238E27FC236}">
                <a16:creationId xmlns:a16="http://schemas.microsoft.com/office/drawing/2014/main" id="{136443D9-4B0D-D6E7-380A-3BC78E898FC8}"/>
              </a:ext>
            </a:extLst>
          </p:cNvPr>
          <p:cNvPicPr>
            <a:picLocks noChangeAspect="1"/>
          </p:cNvPicPr>
          <p:nvPr/>
        </p:nvPicPr>
        <p:blipFill>
          <a:blip r:embed="rId3"/>
          <a:stretch>
            <a:fillRect/>
          </a:stretch>
        </p:blipFill>
        <p:spPr>
          <a:xfrm>
            <a:off x="6522720" y="1591729"/>
            <a:ext cx="545448" cy="545448"/>
          </a:xfrm>
          <a:prstGeom prst="rect">
            <a:avLst/>
          </a:prstGeom>
        </p:spPr>
      </p:pic>
      <p:sp>
        <p:nvSpPr>
          <p:cNvPr id="48" name="Text 11">
            <a:extLst>
              <a:ext uri="{FF2B5EF4-FFF2-40B4-BE49-F238E27FC236}">
                <a16:creationId xmlns:a16="http://schemas.microsoft.com/office/drawing/2014/main" id="{2353135C-440D-31E0-B30D-68005AB09876}"/>
              </a:ext>
            </a:extLst>
          </p:cNvPr>
          <p:cNvSpPr/>
          <p:nvPr/>
        </p:nvSpPr>
        <p:spPr>
          <a:xfrm>
            <a:off x="7254240" y="1682496"/>
            <a:ext cx="4363583" cy="285170"/>
          </a:xfrm>
          <a:prstGeom prst="rect">
            <a:avLst/>
          </a:prstGeom>
          <a:noFill/>
          <a:ln/>
        </p:spPr>
        <p:txBody>
          <a:bodyPr wrap="square" lIns="0" tIns="0" rIns="0" bIns="0" rtlCol="0" anchor="ctr"/>
          <a:lstStyle/>
          <a:p>
            <a:r>
              <a:rPr lang="en-US" sz="1600" b="1" dirty="0">
                <a:solidFill>
                  <a:srgbClr val="FFB900"/>
                </a:solidFill>
                <a:ea typeface="Calibri" pitchFamily="34" charset="-122"/>
                <a:cs typeface="Calibri" pitchFamily="34" charset="-120"/>
              </a:rPr>
              <a:t>ABC-XYZ Segmentation</a:t>
            </a:r>
            <a:endParaRPr lang="en-US" sz="1600" dirty="0"/>
          </a:p>
        </p:txBody>
      </p:sp>
      <p:sp>
        <p:nvSpPr>
          <p:cNvPr id="49" name="Text 12">
            <a:extLst>
              <a:ext uri="{FF2B5EF4-FFF2-40B4-BE49-F238E27FC236}">
                <a16:creationId xmlns:a16="http://schemas.microsoft.com/office/drawing/2014/main" id="{74AFE10D-C788-62AD-047E-0EDFD0F1537A}"/>
              </a:ext>
            </a:extLst>
          </p:cNvPr>
          <p:cNvSpPr/>
          <p:nvPr/>
        </p:nvSpPr>
        <p:spPr>
          <a:xfrm>
            <a:off x="6522719" y="2116121"/>
            <a:ext cx="5090847" cy="529602"/>
          </a:xfrm>
          <a:prstGeom prst="rect">
            <a:avLst/>
          </a:prstGeom>
          <a:noFill/>
          <a:ln/>
        </p:spPr>
        <p:txBody>
          <a:bodyPr wrap="square" lIns="0" tIns="0" rIns="0" bIns="0" rtlCol="0" anchor="ctr"/>
          <a:lstStyle/>
          <a:p>
            <a:r>
              <a:rPr lang="en-US" dirty="0">
                <a:solidFill>
                  <a:srgbClr val="B8CFE8"/>
                </a:solidFill>
                <a:ea typeface="Calibri" pitchFamily="34" charset="-122"/>
                <a:cs typeface="Calibri" pitchFamily="34" charset="-120"/>
              </a:rPr>
              <a:t>Automated segmentation from SAP MARA/MSEG. Refreshed weekly on Fabric. Drives replenishment policy per SKU tier.</a:t>
            </a:r>
            <a:endParaRPr lang="en-US" dirty="0"/>
          </a:p>
        </p:txBody>
      </p:sp>
      <p:sp>
        <p:nvSpPr>
          <p:cNvPr id="50" name="Shape 13">
            <a:extLst>
              <a:ext uri="{FF2B5EF4-FFF2-40B4-BE49-F238E27FC236}">
                <a16:creationId xmlns:a16="http://schemas.microsoft.com/office/drawing/2014/main" id="{54B0E76A-BF7A-A880-B58A-234A85C035C4}"/>
              </a:ext>
            </a:extLst>
          </p:cNvPr>
          <p:cNvSpPr/>
          <p:nvPr/>
        </p:nvSpPr>
        <p:spPr>
          <a:xfrm>
            <a:off x="426720" y="3474720"/>
            <a:ext cx="5515084" cy="1222159"/>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51" name="Shape 14">
            <a:extLst>
              <a:ext uri="{FF2B5EF4-FFF2-40B4-BE49-F238E27FC236}">
                <a16:creationId xmlns:a16="http://schemas.microsoft.com/office/drawing/2014/main" id="{64D3C7A2-345C-BB32-E978-4AA7ED86F639}"/>
              </a:ext>
            </a:extLst>
          </p:cNvPr>
          <p:cNvSpPr/>
          <p:nvPr/>
        </p:nvSpPr>
        <p:spPr>
          <a:xfrm>
            <a:off x="426720" y="3474720"/>
            <a:ext cx="5515084" cy="48886"/>
          </a:xfrm>
          <a:prstGeom prst="rect">
            <a:avLst/>
          </a:prstGeom>
          <a:solidFill>
            <a:srgbClr val="00B294"/>
          </a:solidFill>
          <a:ln w="12700">
            <a:solidFill>
              <a:srgbClr val="00B294"/>
            </a:solidFill>
            <a:prstDash val="solid"/>
          </a:ln>
        </p:spPr>
        <p:txBody>
          <a:bodyPr/>
          <a:lstStyle/>
          <a:p>
            <a:endParaRPr lang="en-IN" sz="1867"/>
          </a:p>
        </p:txBody>
      </p:sp>
      <p:pic>
        <p:nvPicPr>
          <p:cNvPr id="52" name="Image 2" descr="preencoded.png">
            <a:extLst>
              <a:ext uri="{FF2B5EF4-FFF2-40B4-BE49-F238E27FC236}">
                <a16:creationId xmlns:a16="http://schemas.microsoft.com/office/drawing/2014/main" id="{8D4EADAD-DE1F-9709-0107-0916DDA348ED}"/>
              </a:ext>
            </a:extLst>
          </p:cNvPr>
          <p:cNvPicPr>
            <a:picLocks noChangeAspect="1"/>
          </p:cNvPicPr>
          <p:nvPr/>
        </p:nvPicPr>
        <p:blipFill>
          <a:blip r:embed="rId4"/>
          <a:stretch>
            <a:fillRect/>
          </a:stretch>
        </p:blipFill>
        <p:spPr>
          <a:xfrm>
            <a:off x="609600" y="3530391"/>
            <a:ext cx="545448" cy="545448"/>
          </a:xfrm>
          <a:prstGeom prst="rect">
            <a:avLst/>
          </a:prstGeom>
        </p:spPr>
      </p:pic>
      <p:sp>
        <p:nvSpPr>
          <p:cNvPr id="53" name="Text 15">
            <a:extLst>
              <a:ext uri="{FF2B5EF4-FFF2-40B4-BE49-F238E27FC236}">
                <a16:creationId xmlns:a16="http://schemas.microsoft.com/office/drawing/2014/main" id="{303BAAC4-A259-B076-0ABD-BAF013D21077}"/>
              </a:ext>
            </a:extLst>
          </p:cNvPr>
          <p:cNvSpPr/>
          <p:nvPr/>
        </p:nvSpPr>
        <p:spPr>
          <a:xfrm>
            <a:off x="1341120" y="3694176"/>
            <a:ext cx="4363583" cy="285170"/>
          </a:xfrm>
          <a:prstGeom prst="rect">
            <a:avLst/>
          </a:prstGeom>
          <a:noFill/>
          <a:ln/>
        </p:spPr>
        <p:txBody>
          <a:bodyPr wrap="square" lIns="0" tIns="0" rIns="0" bIns="0" rtlCol="0" anchor="ctr"/>
          <a:lstStyle/>
          <a:p>
            <a:r>
              <a:rPr lang="en-US" sz="1600" b="1" dirty="0">
                <a:solidFill>
                  <a:srgbClr val="00B294"/>
                </a:solidFill>
                <a:ea typeface="Calibri" pitchFamily="34" charset="-122"/>
                <a:cs typeface="Calibri" pitchFamily="34" charset="-120"/>
              </a:rPr>
              <a:t>Replenishment Triggers</a:t>
            </a:r>
            <a:endParaRPr lang="en-US" sz="1600" dirty="0"/>
          </a:p>
        </p:txBody>
      </p:sp>
      <p:sp>
        <p:nvSpPr>
          <p:cNvPr id="54" name="Text 16">
            <a:extLst>
              <a:ext uri="{FF2B5EF4-FFF2-40B4-BE49-F238E27FC236}">
                <a16:creationId xmlns:a16="http://schemas.microsoft.com/office/drawing/2014/main" id="{0AC18F27-9505-8674-7244-F6E73C1DA888}"/>
              </a:ext>
            </a:extLst>
          </p:cNvPr>
          <p:cNvSpPr/>
          <p:nvPr/>
        </p:nvSpPr>
        <p:spPr>
          <a:xfrm>
            <a:off x="578433" y="4115044"/>
            <a:ext cx="5090847" cy="529602"/>
          </a:xfrm>
          <a:prstGeom prst="rect">
            <a:avLst/>
          </a:prstGeom>
          <a:noFill/>
          <a:ln/>
        </p:spPr>
        <p:txBody>
          <a:bodyPr wrap="square" lIns="0" tIns="0" rIns="0" bIns="0" rtlCol="0" anchor="ctr"/>
          <a:lstStyle/>
          <a:p>
            <a:r>
              <a:rPr lang="en-US" dirty="0">
                <a:solidFill>
                  <a:srgbClr val="B8CFE8"/>
                </a:solidFill>
                <a:ea typeface="Calibri" pitchFamily="34" charset="-122"/>
                <a:cs typeface="Calibri" pitchFamily="34" charset="-120"/>
              </a:rPr>
              <a:t>Real-time reorder point monitoring. Auto-generates SAP PR/PO via RFC when stock falls below dynamic ROP.</a:t>
            </a:r>
            <a:endParaRPr lang="en-US" dirty="0"/>
          </a:p>
        </p:txBody>
      </p:sp>
      <p:sp>
        <p:nvSpPr>
          <p:cNvPr id="55" name="Shape 17">
            <a:extLst>
              <a:ext uri="{FF2B5EF4-FFF2-40B4-BE49-F238E27FC236}">
                <a16:creationId xmlns:a16="http://schemas.microsoft.com/office/drawing/2014/main" id="{8600F9B9-2697-2170-02F0-4CF2EF1FBEBC}"/>
              </a:ext>
            </a:extLst>
          </p:cNvPr>
          <p:cNvSpPr/>
          <p:nvPr/>
        </p:nvSpPr>
        <p:spPr>
          <a:xfrm>
            <a:off x="6339840" y="3474720"/>
            <a:ext cx="5515084" cy="1222159"/>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56" name="Shape 18">
            <a:extLst>
              <a:ext uri="{FF2B5EF4-FFF2-40B4-BE49-F238E27FC236}">
                <a16:creationId xmlns:a16="http://schemas.microsoft.com/office/drawing/2014/main" id="{0ECF1050-281B-4AD2-88BF-38449F2296B5}"/>
              </a:ext>
            </a:extLst>
          </p:cNvPr>
          <p:cNvSpPr/>
          <p:nvPr/>
        </p:nvSpPr>
        <p:spPr>
          <a:xfrm>
            <a:off x="6339840" y="3474720"/>
            <a:ext cx="5515084" cy="48886"/>
          </a:xfrm>
          <a:prstGeom prst="rect">
            <a:avLst/>
          </a:prstGeom>
          <a:solidFill>
            <a:srgbClr val="0078D4"/>
          </a:solidFill>
          <a:ln w="12700">
            <a:solidFill>
              <a:srgbClr val="0078D4"/>
            </a:solidFill>
            <a:prstDash val="solid"/>
          </a:ln>
        </p:spPr>
        <p:txBody>
          <a:bodyPr/>
          <a:lstStyle/>
          <a:p>
            <a:endParaRPr lang="en-IN" sz="1867"/>
          </a:p>
        </p:txBody>
      </p:sp>
      <p:pic>
        <p:nvPicPr>
          <p:cNvPr id="57" name="Image 3" descr="preencoded.png">
            <a:extLst>
              <a:ext uri="{FF2B5EF4-FFF2-40B4-BE49-F238E27FC236}">
                <a16:creationId xmlns:a16="http://schemas.microsoft.com/office/drawing/2014/main" id="{6641D6D5-F86A-9C27-4FF3-450E3445C448}"/>
              </a:ext>
            </a:extLst>
          </p:cNvPr>
          <p:cNvPicPr>
            <a:picLocks noChangeAspect="1"/>
          </p:cNvPicPr>
          <p:nvPr/>
        </p:nvPicPr>
        <p:blipFill>
          <a:blip r:embed="rId5"/>
          <a:stretch>
            <a:fillRect/>
          </a:stretch>
        </p:blipFill>
        <p:spPr>
          <a:xfrm>
            <a:off x="6541582" y="3540351"/>
            <a:ext cx="545448" cy="545448"/>
          </a:xfrm>
          <a:prstGeom prst="rect">
            <a:avLst/>
          </a:prstGeom>
        </p:spPr>
      </p:pic>
      <p:sp>
        <p:nvSpPr>
          <p:cNvPr id="58" name="Text 19">
            <a:extLst>
              <a:ext uri="{FF2B5EF4-FFF2-40B4-BE49-F238E27FC236}">
                <a16:creationId xmlns:a16="http://schemas.microsoft.com/office/drawing/2014/main" id="{DBBE5CEA-ACCB-A4F8-9DD5-60E7A1FFBE9F}"/>
              </a:ext>
            </a:extLst>
          </p:cNvPr>
          <p:cNvSpPr/>
          <p:nvPr/>
        </p:nvSpPr>
        <p:spPr>
          <a:xfrm>
            <a:off x="7254240" y="3694176"/>
            <a:ext cx="4363583" cy="285170"/>
          </a:xfrm>
          <a:prstGeom prst="rect">
            <a:avLst/>
          </a:prstGeom>
          <a:noFill/>
          <a:ln/>
        </p:spPr>
        <p:txBody>
          <a:bodyPr wrap="square" lIns="0" tIns="0" rIns="0" bIns="0" rtlCol="0" anchor="ctr"/>
          <a:lstStyle/>
          <a:p>
            <a:r>
              <a:rPr lang="en-US" sz="1600" b="1" dirty="0">
                <a:solidFill>
                  <a:srgbClr val="0078D4"/>
                </a:solidFill>
                <a:ea typeface="Calibri" pitchFamily="34" charset="-122"/>
                <a:cs typeface="Calibri" pitchFamily="34" charset="-120"/>
              </a:rPr>
              <a:t>Inter-Depot Balancing</a:t>
            </a:r>
            <a:endParaRPr lang="en-US" sz="1600" dirty="0"/>
          </a:p>
        </p:txBody>
      </p:sp>
      <p:sp>
        <p:nvSpPr>
          <p:cNvPr id="59" name="Text 20">
            <a:extLst>
              <a:ext uri="{FF2B5EF4-FFF2-40B4-BE49-F238E27FC236}">
                <a16:creationId xmlns:a16="http://schemas.microsoft.com/office/drawing/2014/main" id="{4160D965-64B4-345A-91B0-79917A40C0DF}"/>
              </a:ext>
            </a:extLst>
          </p:cNvPr>
          <p:cNvSpPr/>
          <p:nvPr/>
        </p:nvSpPr>
        <p:spPr>
          <a:xfrm>
            <a:off x="6522718" y="4090692"/>
            <a:ext cx="5090847" cy="529602"/>
          </a:xfrm>
          <a:prstGeom prst="rect">
            <a:avLst/>
          </a:prstGeom>
          <a:noFill/>
          <a:ln/>
        </p:spPr>
        <p:txBody>
          <a:bodyPr wrap="square" lIns="0" tIns="0" rIns="0" bIns="0" rtlCol="0" anchor="ctr"/>
          <a:lstStyle/>
          <a:p>
            <a:r>
              <a:rPr lang="en-US" dirty="0">
                <a:solidFill>
                  <a:srgbClr val="B8CFE8"/>
                </a:solidFill>
                <a:ea typeface="Calibri" pitchFamily="34" charset="-122"/>
                <a:cs typeface="Calibri" pitchFamily="34" charset="-120"/>
              </a:rPr>
              <a:t>AI recommends stock transfers between depots to avoid regional imbalances. OR-Tools solver runs nightly on Azure.</a:t>
            </a:r>
            <a:endParaRPr lang="en-US" dirty="0"/>
          </a:p>
        </p:txBody>
      </p:sp>
      <p:sp>
        <p:nvSpPr>
          <p:cNvPr id="60" name="Shape 21">
            <a:extLst>
              <a:ext uri="{FF2B5EF4-FFF2-40B4-BE49-F238E27FC236}">
                <a16:creationId xmlns:a16="http://schemas.microsoft.com/office/drawing/2014/main" id="{60F67134-A06D-05E6-0E37-80C313CB6444}"/>
              </a:ext>
            </a:extLst>
          </p:cNvPr>
          <p:cNvSpPr/>
          <p:nvPr/>
        </p:nvSpPr>
        <p:spPr>
          <a:xfrm>
            <a:off x="426720" y="5669280"/>
            <a:ext cx="11272590" cy="627375"/>
          </a:xfrm>
          <a:prstGeom prst="rect">
            <a:avLst/>
          </a:prstGeom>
          <a:solidFill>
            <a:srgbClr val="162845"/>
          </a:solidFill>
          <a:ln w="12700">
            <a:solidFill>
              <a:srgbClr val="162845"/>
            </a:solidFill>
            <a:prstDash val="solid"/>
          </a:ln>
          <a:effectLst>
            <a:outerShdw blurRad="152400" dist="38100" dir="8100000" algn="bl" rotWithShape="0">
              <a:srgbClr val="000000">
                <a:alpha val="25000"/>
              </a:srgbClr>
            </a:outerShdw>
          </a:effectLst>
        </p:spPr>
        <p:txBody>
          <a:bodyPr/>
          <a:lstStyle/>
          <a:p>
            <a:endParaRPr lang="en-IN" sz="1867"/>
          </a:p>
        </p:txBody>
      </p:sp>
      <p:sp>
        <p:nvSpPr>
          <p:cNvPr id="61" name="Shape 22">
            <a:extLst>
              <a:ext uri="{FF2B5EF4-FFF2-40B4-BE49-F238E27FC236}">
                <a16:creationId xmlns:a16="http://schemas.microsoft.com/office/drawing/2014/main" id="{2981F59A-2D87-8CF4-508E-CFD00B0C7B58}"/>
              </a:ext>
            </a:extLst>
          </p:cNvPr>
          <p:cNvSpPr/>
          <p:nvPr/>
        </p:nvSpPr>
        <p:spPr>
          <a:xfrm>
            <a:off x="426720" y="5669280"/>
            <a:ext cx="11272590" cy="48886"/>
          </a:xfrm>
          <a:prstGeom prst="rect">
            <a:avLst/>
          </a:prstGeom>
          <a:solidFill>
            <a:srgbClr val="FFB900"/>
          </a:solidFill>
          <a:ln w="12700">
            <a:solidFill>
              <a:srgbClr val="FFB900"/>
            </a:solidFill>
            <a:prstDash val="solid"/>
          </a:ln>
        </p:spPr>
        <p:txBody>
          <a:bodyPr/>
          <a:lstStyle/>
          <a:p>
            <a:endParaRPr lang="en-IN" sz="1867"/>
          </a:p>
        </p:txBody>
      </p:sp>
      <p:pic>
        <p:nvPicPr>
          <p:cNvPr id="62" name="Image 4" descr="preencoded.png">
            <a:extLst>
              <a:ext uri="{FF2B5EF4-FFF2-40B4-BE49-F238E27FC236}">
                <a16:creationId xmlns:a16="http://schemas.microsoft.com/office/drawing/2014/main" id="{5039196B-8DD3-C8C2-DF73-72661A069162}"/>
              </a:ext>
            </a:extLst>
          </p:cNvPr>
          <p:cNvPicPr>
            <a:picLocks noChangeAspect="1"/>
          </p:cNvPicPr>
          <p:nvPr/>
        </p:nvPicPr>
        <p:blipFill>
          <a:blip r:embed="rId6"/>
          <a:stretch>
            <a:fillRect/>
          </a:stretch>
        </p:blipFill>
        <p:spPr>
          <a:xfrm>
            <a:off x="609600" y="5815584"/>
            <a:ext cx="460600" cy="460600"/>
          </a:xfrm>
          <a:prstGeom prst="rect">
            <a:avLst/>
          </a:prstGeom>
        </p:spPr>
      </p:pic>
      <p:sp>
        <p:nvSpPr>
          <p:cNvPr id="63" name="Text 23">
            <a:extLst>
              <a:ext uri="{FF2B5EF4-FFF2-40B4-BE49-F238E27FC236}">
                <a16:creationId xmlns:a16="http://schemas.microsoft.com/office/drawing/2014/main" id="{010B7016-9C98-DC43-345B-2B70620CFF4F}"/>
              </a:ext>
            </a:extLst>
          </p:cNvPr>
          <p:cNvSpPr/>
          <p:nvPr/>
        </p:nvSpPr>
        <p:spPr>
          <a:xfrm>
            <a:off x="1219200" y="5791200"/>
            <a:ext cx="1818160" cy="244432"/>
          </a:xfrm>
          <a:prstGeom prst="rect">
            <a:avLst/>
          </a:prstGeom>
          <a:noFill/>
          <a:ln/>
        </p:spPr>
        <p:txBody>
          <a:bodyPr wrap="square" lIns="0" tIns="0" rIns="0" bIns="0" rtlCol="0" anchor="ctr"/>
          <a:lstStyle/>
          <a:p>
            <a:r>
              <a:rPr lang="en-US" sz="1467" b="1" dirty="0">
                <a:solidFill>
                  <a:srgbClr val="FFB900"/>
                </a:solidFill>
                <a:ea typeface="Calibri" pitchFamily="34" charset="-122"/>
                <a:cs typeface="Calibri" pitchFamily="34" charset="-120"/>
              </a:rPr>
              <a:t>Inventory Agent:</a:t>
            </a:r>
            <a:endParaRPr lang="en-US" sz="1467" dirty="0"/>
          </a:p>
        </p:txBody>
      </p:sp>
      <p:sp>
        <p:nvSpPr>
          <p:cNvPr id="64" name="Text 24">
            <a:extLst>
              <a:ext uri="{FF2B5EF4-FFF2-40B4-BE49-F238E27FC236}">
                <a16:creationId xmlns:a16="http://schemas.microsoft.com/office/drawing/2014/main" id="{8AB5BFA1-6716-49E1-36D4-C5597DFFE2FE}"/>
              </a:ext>
            </a:extLst>
          </p:cNvPr>
          <p:cNvSpPr/>
          <p:nvPr/>
        </p:nvSpPr>
        <p:spPr>
          <a:xfrm>
            <a:off x="3108960" y="5815584"/>
            <a:ext cx="8363535" cy="448125"/>
          </a:xfrm>
          <a:prstGeom prst="rect">
            <a:avLst/>
          </a:prstGeom>
          <a:noFill/>
          <a:ln/>
        </p:spPr>
        <p:txBody>
          <a:bodyPr wrap="square" lIns="0" tIns="0" rIns="0" bIns="0" rtlCol="0" anchor="ctr"/>
          <a:lstStyle/>
          <a:p>
            <a:r>
              <a:rPr lang="en-US" dirty="0">
                <a:solidFill>
                  <a:srgbClr val="B8CFE8"/>
                </a:solidFill>
                <a:ea typeface="Calibri" pitchFamily="34" charset="-122"/>
                <a:cs typeface="Calibri" pitchFamily="34" charset="-120"/>
              </a:rPr>
              <a:t>"Which SKUs are at risk of stockout at Pune depot in next 14 days?" · Auto-initiates inter-depot transfer request · Sends WhatsApp alert to warehouse manager</a:t>
            </a:r>
            <a:endParaRPr lang="en-US" dirty="0"/>
          </a:p>
        </p:txBody>
      </p:sp>
    </p:spTree>
    <p:extLst>
      <p:ext uri="{BB962C8B-B14F-4D97-AF65-F5344CB8AC3E}">
        <p14:creationId xmlns:p14="http://schemas.microsoft.com/office/powerpoint/2010/main" val="2862785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E1505-8990-84D1-B1F1-D5D44982A9D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EF1ED3D-1A0B-9BDA-E8EF-F1409302B136}"/>
              </a:ext>
            </a:extLst>
          </p:cNvPr>
          <p:cNvSpPr>
            <a:spLocks noGrp="1"/>
          </p:cNvSpPr>
          <p:nvPr>
            <p:ph type="ftr" sz="quarter" idx="3"/>
          </p:nvPr>
        </p:nvSpPr>
        <p:spPr/>
        <p:txBody>
          <a:bodyPr/>
          <a:lstStyle/>
          <a:p>
            <a:r>
              <a:rPr lang="en-US"/>
              <a:t>© </a:t>
            </a:r>
            <a:fld id="{BD10386A-F078-491A-8D58-536D4066CAE5}" type="datetimeyyyy">
              <a:rPr lang="en-US" smtClean="0"/>
              <a:pPr/>
              <a:t>2026</a:t>
            </a:fld>
            <a:r>
              <a:rPr lang="en-US"/>
              <a:t> NTT DATA Business Solutions</a:t>
            </a:r>
          </a:p>
        </p:txBody>
      </p:sp>
      <p:sp>
        <p:nvSpPr>
          <p:cNvPr id="4" name="Slide Number Placeholder 3">
            <a:extLst>
              <a:ext uri="{FF2B5EF4-FFF2-40B4-BE49-F238E27FC236}">
                <a16:creationId xmlns:a16="http://schemas.microsoft.com/office/drawing/2014/main" id="{61A79BCA-84D5-C106-93C9-F9893E363E13}"/>
              </a:ext>
            </a:extLst>
          </p:cNvPr>
          <p:cNvSpPr>
            <a:spLocks noGrp="1"/>
          </p:cNvSpPr>
          <p:nvPr>
            <p:ph type="sldNum" sz="quarter" idx="4"/>
          </p:nvPr>
        </p:nvSpPr>
        <p:spPr/>
        <p:txBody>
          <a:bodyPr/>
          <a:lstStyle/>
          <a:p>
            <a:fld id="{13CE6DAF-806F-404B-BC68-339BFCB57E5C}" type="slidenum">
              <a:rPr lang="en-US" smtClean="0"/>
              <a:pPr/>
              <a:t>7</a:t>
            </a:fld>
            <a:endParaRPr lang="en-US"/>
          </a:p>
        </p:txBody>
      </p:sp>
      <p:sp>
        <p:nvSpPr>
          <p:cNvPr id="5" name="Shape 0">
            <a:extLst>
              <a:ext uri="{FF2B5EF4-FFF2-40B4-BE49-F238E27FC236}">
                <a16:creationId xmlns:a16="http://schemas.microsoft.com/office/drawing/2014/main" id="{A860A8C5-A0C6-7DE7-BB6F-AEB90F9FADC7}"/>
              </a:ext>
            </a:extLst>
          </p:cNvPr>
          <p:cNvSpPr/>
          <p:nvPr/>
        </p:nvSpPr>
        <p:spPr>
          <a:xfrm>
            <a:off x="0" y="0"/>
            <a:ext cx="12192000" cy="73152"/>
          </a:xfrm>
          <a:prstGeom prst="rect">
            <a:avLst/>
          </a:prstGeom>
          <a:solidFill>
            <a:srgbClr val="00B294"/>
          </a:solidFill>
          <a:ln w="12700">
            <a:solidFill>
              <a:srgbClr val="00B294"/>
            </a:solidFill>
            <a:prstDash val="solid"/>
          </a:ln>
        </p:spPr>
        <p:txBody>
          <a:bodyPr/>
          <a:lstStyle/>
          <a:p>
            <a:endParaRPr lang="en-IN" sz="1867"/>
          </a:p>
        </p:txBody>
      </p:sp>
      <p:sp>
        <p:nvSpPr>
          <p:cNvPr id="6" name="Shape 1">
            <a:extLst>
              <a:ext uri="{FF2B5EF4-FFF2-40B4-BE49-F238E27FC236}">
                <a16:creationId xmlns:a16="http://schemas.microsoft.com/office/drawing/2014/main" id="{270D7E66-71DE-C09F-FF49-20A6F92E0960}"/>
              </a:ext>
            </a:extLst>
          </p:cNvPr>
          <p:cNvSpPr/>
          <p:nvPr/>
        </p:nvSpPr>
        <p:spPr>
          <a:xfrm>
            <a:off x="426720" y="268224"/>
            <a:ext cx="853440" cy="853440"/>
          </a:xfrm>
          <a:prstGeom prst="ellipse">
            <a:avLst/>
          </a:prstGeom>
          <a:solidFill>
            <a:srgbClr val="00B294"/>
          </a:solidFill>
          <a:ln w="12700">
            <a:solidFill>
              <a:srgbClr val="00B294"/>
            </a:solidFill>
            <a:prstDash val="solid"/>
          </a:ln>
        </p:spPr>
        <p:txBody>
          <a:bodyPr/>
          <a:lstStyle/>
          <a:p>
            <a:endParaRPr lang="en-IN" sz="1867"/>
          </a:p>
        </p:txBody>
      </p:sp>
      <p:sp>
        <p:nvSpPr>
          <p:cNvPr id="7" name="Text 2">
            <a:extLst>
              <a:ext uri="{FF2B5EF4-FFF2-40B4-BE49-F238E27FC236}">
                <a16:creationId xmlns:a16="http://schemas.microsoft.com/office/drawing/2014/main" id="{65CC0B70-19C9-4929-0CE5-7532A4C306FD}"/>
              </a:ext>
            </a:extLst>
          </p:cNvPr>
          <p:cNvSpPr/>
          <p:nvPr/>
        </p:nvSpPr>
        <p:spPr>
          <a:xfrm>
            <a:off x="426720" y="268224"/>
            <a:ext cx="853440" cy="853440"/>
          </a:xfrm>
          <a:prstGeom prst="rect">
            <a:avLst/>
          </a:prstGeom>
          <a:noFill/>
          <a:ln/>
        </p:spPr>
        <p:txBody>
          <a:bodyPr wrap="square" lIns="0" tIns="0" rIns="0" bIns="0" rtlCol="0" anchor="ctr"/>
          <a:lstStyle/>
          <a:p>
            <a:pPr algn="ctr"/>
            <a:r>
              <a:rPr lang="en-US" sz="2400" b="1" dirty="0">
                <a:solidFill>
                  <a:srgbClr val="FFFFFF"/>
                </a:solidFill>
                <a:ea typeface="Calibri" pitchFamily="34" charset="-122"/>
                <a:cs typeface="Calibri" pitchFamily="34" charset="-120"/>
              </a:rPr>
              <a:t>03</a:t>
            </a:r>
            <a:endParaRPr lang="en-US" sz="2400" dirty="0"/>
          </a:p>
        </p:txBody>
      </p:sp>
      <p:sp>
        <p:nvSpPr>
          <p:cNvPr id="8" name="Text 3">
            <a:extLst>
              <a:ext uri="{FF2B5EF4-FFF2-40B4-BE49-F238E27FC236}">
                <a16:creationId xmlns:a16="http://schemas.microsoft.com/office/drawing/2014/main" id="{71EF54CB-F2B9-92C7-3C39-067718DEBDB4}"/>
              </a:ext>
            </a:extLst>
          </p:cNvPr>
          <p:cNvSpPr/>
          <p:nvPr/>
        </p:nvSpPr>
        <p:spPr>
          <a:xfrm>
            <a:off x="1463040" y="304800"/>
            <a:ext cx="9753600" cy="548640"/>
          </a:xfrm>
          <a:prstGeom prst="rect">
            <a:avLst/>
          </a:prstGeom>
          <a:noFill/>
          <a:ln/>
        </p:spPr>
        <p:txBody>
          <a:bodyPr wrap="square" lIns="0" tIns="0" rIns="0" bIns="0" rtlCol="0" anchor="ctr"/>
          <a:lstStyle/>
          <a:p>
            <a:r>
              <a:rPr lang="en-US" sz="3467" b="1" dirty="0">
                <a:solidFill>
                  <a:srgbClr val="FFFFFF"/>
                </a:solidFill>
                <a:latin typeface="+mj-lt"/>
                <a:ea typeface="Calibri" pitchFamily="34" charset="-122"/>
                <a:cs typeface="Calibri" pitchFamily="34" charset="-120"/>
              </a:rPr>
              <a:t>Supply Planning</a:t>
            </a:r>
            <a:endParaRPr lang="en-US" sz="3467" dirty="0">
              <a:latin typeface="+mj-lt"/>
            </a:endParaRPr>
          </a:p>
        </p:txBody>
      </p:sp>
      <p:sp>
        <p:nvSpPr>
          <p:cNvPr id="9" name="Text 4">
            <a:extLst>
              <a:ext uri="{FF2B5EF4-FFF2-40B4-BE49-F238E27FC236}">
                <a16:creationId xmlns:a16="http://schemas.microsoft.com/office/drawing/2014/main" id="{E2919965-0CAB-F419-CF84-3CEC5461C207}"/>
              </a:ext>
            </a:extLst>
          </p:cNvPr>
          <p:cNvSpPr/>
          <p:nvPr/>
        </p:nvSpPr>
        <p:spPr>
          <a:xfrm>
            <a:off x="1463040" y="853440"/>
            <a:ext cx="9753600" cy="365760"/>
          </a:xfrm>
          <a:prstGeom prst="rect">
            <a:avLst/>
          </a:prstGeom>
          <a:noFill/>
          <a:ln/>
        </p:spPr>
        <p:txBody>
          <a:bodyPr wrap="square" lIns="0" tIns="0" rIns="0" bIns="0" rtlCol="0" anchor="ctr"/>
          <a:lstStyle/>
          <a:p>
            <a:r>
              <a:rPr lang="en-US" sz="1667" dirty="0">
                <a:solidFill>
                  <a:srgbClr val="B8CFE8"/>
                </a:solidFill>
                <a:ea typeface="Calibri" pitchFamily="34" charset="-122"/>
                <a:cs typeface="Calibri" pitchFamily="34" charset="-120"/>
              </a:rPr>
              <a:t>Adjust procurement and logistics dynamically based on AI-predicted demand signals</a:t>
            </a:r>
            <a:endParaRPr lang="en-US" sz="1667" dirty="0"/>
          </a:p>
        </p:txBody>
      </p:sp>
      <p:sp>
        <p:nvSpPr>
          <p:cNvPr id="10" name="Text 5">
            <a:extLst>
              <a:ext uri="{FF2B5EF4-FFF2-40B4-BE49-F238E27FC236}">
                <a16:creationId xmlns:a16="http://schemas.microsoft.com/office/drawing/2014/main" id="{0F1294B3-22E2-1231-02AA-E7302AFA881B}"/>
              </a:ext>
            </a:extLst>
          </p:cNvPr>
          <p:cNvSpPr/>
          <p:nvPr/>
        </p:nvSpPr>
        <p:spPr>
          <a:xfrm>
            <a:off x="426720" y="1365504"/>
            <a:ext cx="11338560" cy="426720"/>
          </a:xfrm>
          <a:prstGeom prst="rect">
            <a:avLst/>
          </a:prstGeom>
          <a:noFill/>
          <a:ln/>
        </p:spPr>
        <p:txBody>
          <a:bodyPr wrap="square" lIns="0" tIns="0" rIns="0" bIns="0" rtlCol="0" anchor="ctr"/>
          <a:lstStyle/>
          <a:p>
            <a:r>
              <a:rPr lang="en-US" sz="1800" b="1" dirty="0">
                <a:solidFill>
                  <a:srgbClr val="00B294"/>
                </a:solidFill>
                <a:ea typeface="Calibri" pitchFamily="34" charset="-122"/>
                <a:cs typeface="Calibri" pitchFamily="34" charset="-120"/>
              </a:rPr>
              <a:t>AI-Driven S&amp;OP Process Flow</a:t>
            </a:r>
            <a:endParaRPr lang="en-US" sz="1800" dirty="0"/>
          </a:p>
        </p:txBody>
      </p:sp>
      <p:sp>
        <p:nvSpPr>
          <p:cNvPr id="11" name="Shape 6">
            <a:extLst>
              <a:ext uri="{FF2B5EF4-FFF2-40B4-BE49-F238E27FC236}">
                <a16:creationId xmlns:a16="http://schemas.microsoft.com/office/drawing/2014/main" id="{B6F95C23-7821-C456-56F0-A07FFB05C871}"/>
              </a:ext>
            </a:extLst>
          </p:cNvPr>
          <p:cNvSpPr/>
          <p:nvPr/>
        </p:nvSpPr>
        <p:spPr>
          <a:xfrm>
            <a:off x="426720" y="1950720"/>
            <a:ext cx="2072640" cy="1524000"/>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12" name="Shape 7">
            <a:extLst>
              <a:ext uri="{FF2B5EF4-FFF2-40B4-BE49-F238E27FC236}">
                <a16:creationId xmlns:a16="http://schemas.microsoft.com/office/drawing/2014/main" id="{E890484B-FDBB-36D7-BAE7-6C0F5A787C79}"/>
              </a:ext>
            </a:extLst>
          </p:cNvPr>
          <p:cNvSpPr/>
          <p:nvPr/>
        </p:nvSpPr>
        <p:spPr>
          <a:xfrm>
            <a:off x="426720" y="1950720"/>
            <a:ext cx="2072640" cy="73152"/>
          </a:xfrm>
          <a:prstGeom prst="rect">
            <a:avLst/>
          </a:prstGeom>
          <a:solidFill>
            <a:srgbClr val="00B294"/>
          </a:solidFill>
          <a:ln w="12700">
            <a:solidFill>
              <a:srgbClr val="00B294"/>
            </a:solidFill>
            <a:prstDash val="solid"/>
          </a:ln>
        </p:spPr>
        <p:txBody>
          <a:bodyPr/>
          <a:lstStyle/>
          <a:p>
            <a:endParaRPr lang="en-IN" sz="1867"/>
          </a:p>
        </p:txBody>
      </p:sp>
      <p:sp>
        <p:nvSpPr>
          <p:cNvPr id="13" name="Text 8">
            <a:extLst>
              <a:ext uri="{FF2B5EF4-FFF2-40B4-BE49-F238E27FC236}">
                <a16:creationId xmlns:a16="http://schemas.microsoft.com/office/drawing/2014/main" id="{C92D8A12-37C7-CEB0-A4BF-9D06786053FB}"/>
              </a:ext>
            </a:extLst>
          </p:cNvPr>
          <p:cNvSpPr/>
          <p:nvPr/>
        </p:nvSpPr>
        <p:spPr>
          <a:xfrm>
            <a:off x="426720" y="2109216"/>
            <a:ext cx="2072640" cy="609600"/>
          </a:xfrm>
          <a:prstGeom prst="rect">
            <a:avLst/>
          </a:prstGeom>
          <a:noFill/>
          <a:ln/>
        </p:spPr>
        <p:txBody>
          <a:bodyPr wrap="square" lIns="0" tIns="0" rIns="0" bIns="0" rtlCol="0" anchor="ctr"/>
          <a:lstStyle/>
          <a:p>
            <a:pPr algn="ctr"/>
            <a:r>
              <a:rPr lang="en-US" sz="1733" b="1" dirty="0">
                <a:solidFill>
                  <a:srgbClr val="00B294"/>
                </a:solidFill>
                <a:ea typeface="Calibri" pitchFamily="34" charset="-122"/>
                <a:cs typeface="Calibri" pitchFamily="34" charset="-120"/>
              </a:rPr>
              <a:t>Demand</a:t>
            </a:r>
            <a:endParaRPr lang="en-US" sz="1733" dirty="0"/>
          </a:p>
          <a:p>
            <a:pPr algn="ctr"/>
            <a:r>
              <a:rPr lang="en-US" sz="1733" b="1" dirty="0">
                <a:solidFill>
                  <a:srgbClr val="00B294"/>
                </a:solidFill>
                <a:ea typeface="Calibri" pitchFamily="34" charset="-122"/>
                <a:cs typeface="Calibri" pitchFamily="34" charset="-120"/>
              </a:rPr>
              <a:t>Signal</a:t>
            </a:r>
            <a:endParaRPr lang="en-US" sz="1733" dirty="0"/>
          </a:p>
        </p:txBody>
      </p:sp>
      <p:sp>
        <p:nvSpPr>
          <p:cNvPr id="14" name="Text 9">
            <a:extLst>
              <a:ext uri="{FF2B5EF4-FFF2-40B4-BE49-F238E27FC236}">
                <a16:creationId xmlns:a16="http://schemas.microsoft.com/office/drawing/2014/main" id="{097E30F5-C34E-66F2-51B2-4C3A34694D5C}"/>
              </a:ext>
            </a:extLst>
          </p:cNvPr>
          <p:cNvSpPr/>
          <p:nvPr/>
        </p:nvSpPr>
        <p:spPr>
          <a:xfrm>
            <a:off x="524256" y="2779776"/>
            <a:ext cx="1889760" cy="609600"/>
          </a:xfrm>
          <a:prstGeom prst="rect">
            <a:avLst/>
          </a:prstGeom>
          <a:noFill/>
          <a:ln/>
        </p:spPr>
        <p:txBody>
          <a:bodyPr wrap="square" lIns="0" tIns="0" rIns="0" bIns="0" rtlCol="0" anchor="ctr"/>
          <a:lstStyle/>
          <a:p>
            <a:pPr algn="ctr"/>
            <a:r>
              <a:rPr lang="en-US" sz="1333" dirty="0">
                <a:solidFill>
                  <a:srgbClr val="B8CFE8"/>
                </a:solidFill>
                <a:ea typeface="Calibri" pitchFamily="34" charset="-122"/>
                <a:cs typeface="Calibri" pitchFamily="34" charset="-120"/>
              </a:rPr>
              <a:t>Forecast output</a:t>
            </a:r>
            <a:endParaRPr lang="en-US" sz="1333" dirty="0"/>
          </a:p>
          <a:p>
            <a:pPr algn="ctr"/>
            <a:r>
              <a:rPr lang="en-US" sz="1333" dirty="0">
                <a:solidFill>
                  <a:srgbClr val="B8CFE8"/>
                </a:solidFill>
                <a:ea typeface="Calibri" pitchFamily="34" charset="-122"/>
                <a:cs typeface="Calibri" pitchFamily="34" charset="-120"/>
              </a:rPr>
              <a:t>from Use Case 01</a:t>
            </a:r>
            <a:endParaRPr lang="en-US" sz="1333" dirty="0"/>
          </a:p>
        </p:txBody>
      </p:sp>
      <p:pic>
        <p:nvPicPr>
          <p:cNvPr id="15" name="Image 0" descr="preencoded.png">
            <a:extLst>
              <a:ext uri="{FF2B5EF4-FFF2-40B4-BE49-F238E27FC236}">
                <a16:creationId xmlns:a16="http://schemas.microsoft.com/office/drawing/2014/main" id="{DE23706F-7365-0973-D2F9-F4E1F1AD1DC1}"/>
              </a:ext>
            </a:extLst>
          </p:cNvPr>
          <p:cNvPicPr>
            <a:picLocks noChangeAspect="1"/>
          </p:cNvPicPr>
          <p:nvPr/>
        </p:nvPicPr>
        <p:blipFill>
          <a:blip r:embed="rId2"/>
          <a:stretch>
            <a:fillRect/>
          </a:stretch>
        </p:blipFill>
        <p:spPr>
          <a:xfrm>
            <a:off x="2523744" y="2560320"/>
            <a:ext cx="243840" cy="243840"/>
          </a:xfrm>
          <a:prstGeom prst="rect">
            <a:avLst/>
          </a:prstGeom>
        </p:spPr>
      </p:pic>
      <p:sp>
        <p:nvSpPr>
          <p:cNvPr id="16" name="Shape 10">
            <a:extLst>
              <a:ext uri="{FF2B5EF4-FFF2-40B4-BE49-F238E27FC236}">
                <a16:creationId xmlns:a16="http://schemas.microsoft.com/office/drawing/2014/main" id="{66164333-01E9-6186-2F41-2937F20FBA8D}"/>
              </a:ext>
            </a:extLst>
          </p:cNvPr>
          <p:cNvSpPr/>
          <p:nvPr/>
        </p:nvSpPr>
        <p:spPr>
          <a:xfrm>
            <a:off x="2743200" y="1950720"/>
            <a:ext cx="2072640" cy="1524000"/>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17" name="Shape 11">
            <a:extLst>
              <a:ext uri="{FF2B5EF4-FFF2-40B4-BE49-F238E27FC236}">
                <a16:creationId xmlns:a16="http://schemas.microsoft.com/office/drawing/2014/main" id="{6A0AB6D9-037F-87B7-DB07-EA890B846B63}"/>
              </a:ext>
            </a:extLst>
          </p:cNvPr>
          <p:cNvSpPr/>
          <p:nvPr/>
        </p:nvSpPr>
        <p:spPr>
          <a:xfrm>
            <a:off x="2743200" y="1950720"/>
            <a:ext cx="2072640" cy="73152"/>
          </a:xfrm>
          <a:prstGeom prst="rect">
            <a:avLst/>
          </a:prstGeom>
          <a:solidFill>
            <a:srgbClr val="00B294"/>
          </a:solidFill>
          <a:ln w="12700">
            <a:solidFill>
              <a:srgbClr val="00B294"/>
            </a:solidFill>
            <a:prstDash val="solid"/>
          </a:ln>
        </p:spPr>
        <p:txBody>
          <a:bodyPr/>
          <a:lstStyle/>
          <a:p>
            <a:endParaRPr lang="en-IN" sz="1867"/>
          </a:p>
        </p:txBody>
      </p:sp>
      <p:sp>
        <p:nvSpPr>
          <p:cNvPr id="18" name="Text 12">
            <a:extLst>
              <a:ext uri="{FF2B5EF4-FFF2-40B4-BE49-F238E27FC236}">
                <a16:creationId xmlns:a16="http://schemas.microsoft.com/office/drawing/2014/main" id="{7BBF57A5-6063-BBFA-E1DA-F75B70A6C392}"/>
              </a:ext>
            </a:extLst>
          </p:cNvPr>
          <p:cNvSpPr/>
          <p:nvPr/>
        </p:nvSpPr>
        <p:spPr>
          <a:xfrm>
            <a:off x="2743200" y="2109216"/>
            <a:ext cx="2072640" cy="609600"/>
          </a:xfrm>
          <a:prstGeom prst="rect">
            <a:avLst/>
          </a:prstGeom>
          <a:noFill/>
          <a:ln/>
        </p:spPr>
        <p:txBody>
          <a:bodyPr wrap="square" lIns="0" tIns="0" rIns="0" bIns="0" rtlCol="0" anchor="ctr"/>
          <a:lstStyle/>
          <a:p>
            <a:pPr algn="ctr"/>
            <a:r>
              <a:rPr lang="en-US" sz="1733" b="1" dirty="0">
                <a:solidFill>
                  <a:srgbClr val="00B294"/>
                </a:solidFill>
                <a:ea typeface="Calibri" pitchFamily="34" charset="-122"/>
                <a:cs typeface="Calibri" pitchFamily="34" charset="-120"/>
              </a:rPr>
              <a:t>Capacity</a:t>
            </a:r>
            <a:endParaRPr lang="en-US" sz="1733" dirty="0"/>
          </a:p>
          <a:p>
            <a:pPr algn="ctr"/>
            <a:r>
              <a:rPr lang="en-US" sz="1733" b="1" dirty="0">
                <a:solidFill>
                  <a:srgbClr val="00B294"/>
                </a:solidFill>
                <a:ea typeface="Calibri" pitchFamily="34" charset="-122"/>
                <a:cs typeface="Calibri" pitchFamily="34" charset="-120"/>
              </a:rPr>
              <a:t>Check</a:t>
            </a:r>
            <a:endParaRPr lang="en-US" sz="1733" dirty="0"/>
          </a:p>
        </p:txBody>
      </p:sp>
      <p:sp>
        <p:nvSpPr>
          <p:cNvPr id="19" name="Text 13">
            <a:extLst>
              <a:ext uri="{FF2B5EF4-FFF2-40B4-BE49-F238E27FC236}">
                <a16:creationId xmlns:a16="http://schemas.microsoft.com/office/drawing/2014/main" id="{C632693F-D898-8D17-DA9B-3D2E33BF7134}"/>
              </a:ext>
            </a:extLst>
          </p:cNvPr>
          <p:cNvSpPr/>
          <p:nvPr/>
        </p:nvSpPr>
        <p:spPr>
          <a:xfrm>
            <a:off x="2840736" y="2779776"/>
            <a:ext cx="1889760" cy="609600"/>
          </a:xfrm>
          <a:prstGeom prst="rect">
            <a:avLst/>
          </a:prstGeom>
          <a:noFill/>
          <a:ln/>
        </p:spPr>
        <p:txBody>
          <a:bodyPr wrap="square" lIns="0" tIns="0" rIns="0" bIns="0" rtlCol="0" anchor="ctr"/>
          <a:lstStyle/>
          <a:p>
            <a:pPr algn="ctr"/>
            <a:r>
              <a:rPr lang="en-US" sz="1333" dirty="0">
                <a:solidFill>
                  <a:srgbClr val="B8CFE8"/>
                </a:solidFill>
                <a:ea typeface="Calibri" pitchFamily="34" charset="-122"/>
                <a:cs typeface="Calibri" pitchFamily="34" charset="-120"/>
              </a:rPr>
              <a:t>SAP PP integration</a:t>
            </a:r>
            <a:endParaRPr lang="en-US" sz="1333" dirty="0"/>
          </a:p>
          <a:p>
            <a:pPr algn="ctr"/>
            <a:r>
              <a:rPr lang="en-US" sz="1333" dirty="0">
                <a:solidFill>
                  <a:srgbClr val="B8CFE8"/>
                </a:solidFill>
                <a:ea typeface="Calibri" pitchFamily="34" charset="-122"/>
                <a:cs typeface="Calibri" pitchFamily="34" charset="-120"/>
              </a:rPr>
              <a:t>work centre loads</a:t>
            </a:r>
            <a:endParaRPr lang="en-US" sz="1333" dirty="0"/>
          </a:p>
        </p:txBody>
      </p:sp>
      <p:pic>
        <p:nvPicPr>
          <p:cNvPr id="20" name="Image 1" descr="preencoded.png">
            <a:extLst>
              <a:ext uri="{FF2B5EF4-FFF2-40B4-BE49-F238E27FC236}">
                <a16:creationId xmlns:a16="http://schemas.microsoft.com/office/drawing/2014/main" id="{EAE71086-42BC-743A-EA09-B8AD5034E4CC}"/>
              </a:ext>
            </a:extLst>
          </p:cNvPr>
          <p:cNvPicPr>
            <a:picLocks noChangeAspect="1"/>
          </p:cNvPicPr>
          <p:nvPr/>
        </p:nvPicPr>
        <p:blipFill>
          <a:blip r:embed="rId2"/>
          <a:stretch>
            <a:fillRect/>
          </a:stretch>
        </p:blipFill>
        <p:spPr>
          <a:xfrm>
            <a:off x="4840224" y="2560320"/>
            <a:ext cx="243840" cy="243840"/>
          </a:xfrm>
          <a:prstGeom prst="rect">
            <a:avLst/>
          </a:prstGeom>
        </p:spPr>
      </p:pic>
      <p:sp>
        <p:nvSpPr>
          <p:cNvPr id="21" name="Shape 14">
            <a:extLst>
              <a:ext uri="{FF2B5EF4-FFF2-40B4-BE49-F238E27FC236}">
                <a16:creationId xmlns:a16="http://schemas.microsoft.com/office/drawing/2014/main" id="{10E46DF2-AD78-1ACF-89B4-2FAD6D6BFBB4}"/>
              </a:ext>
            </a:extLst>
          </p:cNvPr>
          <p:cNvSpPr/>
          <p:nvPr/>
        </p:nvSpPr>
        <p:spPr>
          <a:xfrm>
            <a:off x="5059680" y="1950720"/>
            <a:ext cx="2072640" cy="1524000"/>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22" name="Shape 15">
            <a:extLst>
              <a:ext uri="{FF2B5EF4-FFF2-40B4-BE49-F238E27FC236}">
                <a16:creationId xmlns:a16="http://schemas.microsoft.com/office/drawing/2014/main" id="{74DC7D9C-0A01-6739-8AB4-4A59D43BA8D5}"/>
              </a:ext>
            </a:extLst>
          </p:cNvPr>
          <p:cNvSpPr/>
          <p:nvPr/>
        </p:nvSpPr>
        <p:spPr>
          <a:xfrm>
            <a:off x="5059680" y="1950720"/>
            <a:ext cx="2072640" cy="73152"/>
          </a:xfrm>
          <a:prstGeom prst="rect">
            <a:avLst/>
          </a:prstGeom>
          <a:solidFill>
            <a:srgbClr val="00B294"/>
          </a:solidFill>
          <a:ln w="12700">
            <a:solidFill>
              <a:srgbClr val="00B294"/>
            </a:solidFill>
            <a:prstDash val="solid"/>
          </a:ln>
        </p:spPr>
        <p:txBody>
          <a:bodyPr/>
          <a:lstStyle/>
          <a:p>
            <a:endParaRPr lang="en-IN" sz="1867"/>
          </a:p>
        </p:txBody>
      </p:sp>
      <p:sp>
        <p:nvSpPr>
          <p:cNvPr id="23" name="Text 16">
            <a:extLst>
              <a:ext uri="{FF2B5EF4-FFF2-40B4-BE49-F238E27FC236}">
                <a16:creationId xmlns:a16="http://schemas.microsoft.com/office/drawing/2014/main" id="{227BC4ED-BD7B-F28D-0380-4F50F8892614}"/>
              </a:ext>
            </a:extLst>
          </p:cNvPr>
          <p:cNvSpPr/>
          <p:nvPr/>
        </p:nvSpPr>
        <p:spPr>
          <a:xfrm>
            <a:off x="5059680" y="2109216"/>
            <a:ext cx="2072640" cy="609600"/>
          </a:xfrm>
          <a:prstGeom prst="rect">
            <a:avLst/>
          </a:prstGeom>
          <a:noFill/>
          <a:ln/>
        </p:spPr>
        <p:txBody>
          <a:bodyPr wrap="square" lIns="0" tIns="0" rIns="0" bIns="0" rtlCol="0" anchor="ctr"/>
          <a:lstStyle/>
          <a:p>
            <a:pPr algn="ctr"/>
            <a:r>
              <a:rPr lang="en-US" sz="1733" b="1" dirty="0">
                <a:solidFill>
                  <a:srgbClr val="00B294"/>
                </a:solidFill>
                <a:ea typeface="Calibri" pitchFamily="34" charset="-122"/>
                <a:cs typeface="Calibri" pitchFamily="34" charset="-120"/>
              </a:rPr>
              <a:t>Supply</a:t>
            </a:r>
            <a:endParaRPr lang="en-US" sz="1733" dirty="0"/>
          </a:p>
          <a:p>
            <a:pPr algn="ctr"/>
            <a:r>
              <a:rPr lang="en-US" sz="1733" b="1" dirty="0">
                <a:solidFill>
                  <a:srgbClr val="00B294"/>
                </a:solidFill>
                <a:ea typeface="Calibri" pitchFamily="34" charset="-122"/>
                <a:cs typeface="Calibri" pitchFamily="34" charset="-120"/>
              </a:rPr>
              <a:t>Gaps</a:t>
            </a:r>
            <a:endParaRPr lang="en-US" sz="1733" dirty="0"/>
          </a:p>
        </p:txBody>
      </p:sp>
      <p:sp>
        <p:nvSpPr>
          <p:cNvPr id="24" name="Text 17">
            <a:extLst>
              <a:ext uri="{FF2B5EF4-FFF2-40B4-BE49-F238E27FC236}">
                <a16:creationId xmlns:a16="http://schemas.microsoft.com/office/drawing/2014/main" id="{3658C656-BEE5-4A22-11B0-4C2C45C3CF6D}"/>
              </a:ext>
            </a:extLst>
          </p:cNvPr>
          <p:cNvSpPr/>
          <p:nvPr/>
        </p:nvSpPr>
        <p:spPr>
          <a:xfrm>
            <a:off x="5157216" y="2779776"/>
            <a:ext cx="1889760" cy="609600"/>
          </a:xfrm>
          <a:prstGeom prst="rect">
            <a:avLst/>
          </a:prstGeom>
          <a:noFill/>
          <a:ln/>
        </p:spPr>
        <p:txBody>
          <a:bodyPr wrap="square" lIns="0" tIns="0" rIns="0" bIns="0" rtlCol="0" anchor="ctr"/>
          <a:lstStyle/>
          <a:p>
            <a:pPr algn="ctr"/>
            <a:r>
              <a:rPr lang="en-US" sz="1333" dirty="0">
                <a:solidFill>
                  <a:srgbClr val="B8CFE8"/>
                </a:solidFill>
                <a:ea typeface="Calibri" pitchFamily="34" charset="-122"/>
                <a:cs typeface="Calibri" pitchFamily="34" charset="-120"/>
              </a:rPr>
              <a:t>ML detects under-</a:t>
            </a:r>
            <a:endParaRPr lang="en-US" sz="1333" dirty="0"/>
          </a:p>
          <a:p>
            <a:pPr algn="ctr"/>
            <a:r>
              <a:rPr lang="en-US" sz="1333" dirty="0">
                <a:solidFill>
                  <a:srgbClr val="B8CFE8"/>
                </a:solidFill>
                <a:ea typeface="Calibri" pitchFamily="34" charset="-122"/>
                <a:cs typeface="Calibri" pitchFamily="34" charset="-120"/>
              </a:rPr>
              <a:t>supply risk zones</a:t>
            </a:r>
            <a:endParaRPr lang="en-US" sz="1333" dirty="0"/>
          </a:p>
        </p:txBody>
      </p:sp>
      <p:pic>
        <p:nvPicPr>
          <p:cNvPr id="25" name="Image 2" descr="preencoded.png">
            <a:extLst>
              <a:ext uri="{FF2B5EF4-FFF2-40B4-BE49-F238E27FC236}">
                <a16:creationId xmlns:a16="http://schemas.microsoft.com/office/drawing/2014/main" id="{60224FB7-D080-B9F3-95F0-B5C86124A959}"/>
              </a:ext>
            </a:extLst>
          </p:cNvPr>
          <p:cNvPicPr>
            <a:picLocks noChangeAspect="1"/>
          </p:cNvPicPr>
          <p:nvPr/>
        </p:nvPicPr>
        <p:blipFill>
          <a:blip r:embed="rId2"/>
          <a:stretch>
            <a:fillRect/>
          </a:stretch>
        </p:blipFill>
        <p:spPr>
          <a:xfrm>
            <a:off x="7156704" y="2560320"/>
            <a:ext cx="243840" cy="243840"/>
          </a:xfrm>
          <a:prstGeom prst="rect">
            <a:avLst/>
          </a:prstGeom>
        </p:spPr>
      </p:pic>
      <p:sp>
        <p:nvSpPr>
          <p:cNvPr id="26" name="Shape 18">
            <a:extLst>
              <a:ext uri="{FF2B5EF4-FFF2-40B4-BE49-F238E27FC236}">
                <a16:creationId xmlns:a16="http://schemas.microsoft.com/office/drawing/2014/main" id="{566D117B-3F47-A93C-D757-2653A39198DB}"/>
              </a:ext>
            </a:extLst>
          </p:cNvPr>
          <p:cNvSpPr/>
          <p:nvPr/>
        </p:nvSpPr>
        <p:spPr>
          <a:xfrm>
            <a:off x="7376160" y="1950720"/>
            <a:ext cx="2072640" cy="1524000"/>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27" name="Shape 19">
            <a:extLst>
              <a:ext uri="{FF2B5EF4-FFF2-40B4-BE49-F238E27FC236}">
                <a16:creationId xmlns:a16="http://schemas.microsoft.com/office/drawing/2014/main" id="{A6BA6F7B-2F6A-FAB4-C2E4-A531F03DC87A}"/>
              </a:ext>
            </a:extLst>
          </p:cNvPr>
          <p:cNvSpPr/>
          <p:nvPr/>
        </p:nvSpPr>
        <p:spPr>
          <a:xfrm>
            <a:off x="7376160" y="1950720"/>
            <a:ext cx="2072640" cy="73152"/>
          </a:xfrm>
          <a:prstGeom prst="rect">
            <a:avLst/>
          </a:prstGeom>
          <a:solidFill>
            <a:srgbClr val="00B294"/>
          </a:solidFill>
          <a:ln w="12700">
            <a:solidFill>
              <a:srgbClr val="00B294"/>
            </a:solidFill>
            <a:prstDash val="solid"/>
          </a:ln>
        </p:spPr>
        <p:txBody>
          <a:bodyPr/>
          <a:lstStyle/>
          <a:p>
            <a:endParaRPr lang="en-IN" sz="1867"/>
          </a:p>
        </p:txBody>
      </p:sp>
      <p:sp>
        <p:nvSpPr>
          <p:cNvPr id="28" name="Text 20">
            <a:extLst>
              <a:ext uri="{FF2B5EF4-FFF2-40B4-BE49-F238E27FC236}">
                <a16:creationId xmlns:a16="http://schemas.microsoft.com/office/drawing/2014/main" id="{02ABBDE4-F789-47FC-A954-635C24D33694}"/>
              </a:ext>
            </a:extLst>
          </p:cNvPr>
          <p:cNvSpPr/>
          <p:nvPr/>
        </p:nvSpPr>
        <p:spPr>
          <a:xfrm>
            <a:off x="7376160" y="2109216"/>
            <a:ext cx="2072640" cy="609600"/>
          </a:xfrm>
          <a:prstGeom prst="rect">
            <a:avLst/>
          </a:prstGeom>
          <a:noFill/>
          <a:ln/>
        </p:spPr>
        <p:txBody>
          <a:bodyPr wrap="square" lIns="0" tIns="0" rIns="0" bIns="0" rtlCol="0" anchor="ctr"/>
          <a:lstStyle/>
          <a:p>
            <a:pPr algn="ctr"/>
            <a:r>
              <a:rPr lang="en-US" sz="1733" b="1" dirty="0">
                <a:solidFill>
                  <a:srgbClr val="00B294"/>
                </a:solidFill>
                <a:ea typeface="Calibri" pitchFamily="34" charset="-122"/>
                <a:cs typeface="Calibri" pitchFamily="34" charset="-120"/>
              </a:rPr>
              <a:t>Vendor</a:t>
            </a:r>
            <a:endParaRPr lang="en-US" sz="1733" dirty="0"/>
          </a:p>
          <a:p>
            <a:pPr algn="ctr"/>
            <a:r>
              <a:rPr lang="en-US" sz="1733" b="1" dirty="0">
                <a:solidFill>
                  <a:srgbClr val="00B294"/>
                </a:solidFill>
                <a:ea typeface="Calibri" pitchFamily="34" charset="-122"/>
                <a:cs typeface="Calibri" pitchFamily="34" charset="-120"/>
              </a:rPr>
              <a:t>Scoring</a:t>
            </a:r>
            <a:endParaRPr lang="en-US" sz="1733" dirty="0"/>
          </a:p>
        </p:txBody>
      </p:sp>
      <p:sp>
        <p:nvSpPr>
          <p:cNvPr id="29" name="Text 21">
            <a:extLst>
              <a:ext uri="{FF2B5EF4-FFF2-40B4-BE49-F238E27FC236}">
                <a16:creationId xmlns:a16="http://schemas.microsoft.com/office/drawing/2014/main" id="{2F92EBF1-74D9-20BB-1D7D-474947BD7293}"/>
              </a:ext>
            </a:extLst>
          </p:cNvPr>
          <p:cNvSpPr/>
          <p:nvPr/>
        </p:nvSpPr>
        <p:spPr>
          <a:xfrm>
            <a:off x="7473696" y="2779776"/>
            <a:ext cx="1889760" cy="609600"/>
          </a:xfrm>
          <a:prstGeom prst="rect">
            <a:avLst/>
          </a:prstGeom>
          <a:noFill/>
          <a:ln/>
        </p:spPr>
        <p:txBody>
          <a:bodyPr wrap="square" lIns="0" tIns="0" rIns="0" bIns="0" rtlCol="0" anchor="ctr"/>
          <a:lstStyle/>
          <a:p>
            <a:pPr algn="ctr"/>
            <a:r>
              <a:rPr lang="en-US" sz="1333" dirty="0">
                <a:solidFill>
                  <a:srgbClr val="B8CFE8"/>
                </a:solidFill>
                <a:ea typeface="Calibri" pitchFamily="34" charset="-122"/>
                <a:cs typeface="Calibri" pitchFamily="34" charset="-120"/>
              </a:rPr>
              <a:t>Azure ML scores</a:t>
            </a:r>
            <a:endParaRPr lang="en-US" sz="1333" dirty="0"/>
          </a:p>
          <a:p>
            <a:pPr algn="ctr"/>
            <a:r>
              <a:rPr lang="en-US" sz="1333" dirty="0">
                <a:solidFill>
                  <a:srgbClr val="B8CFE8"/>
                </a:solidFill>
                <a:ea typeface="Calibri" pitchFamily="34" charset="-122"/>
                <a:cs typeface="Calibri" pitchFamily="34" charset="-120"/>
              </a:rPr>
              <a:t>vendor reliability</a:t>
            </a:r>
            <a:endParaRPr lang="en-US" sz="1333" dirty="0"/>
          </a:p>
        </p:txBody>
      </p:sp>
      <p:pic>
        <p:nvPicPr>
          <p:cNvPr id="30" name="Image 3" descr="preencoded.png">
            <a:extLst>
              <a:ext uri="{FF2B5EF4-FFF2-40B4-BE49-F238E27FC236}">
                <a16:creationId xmlns:a16="http://schemas.microsoft.com/office/drawing/2014/main" id="{45834D6B-BE6D-9304-72E6-B653D12CAB61}"/>
              </a:ext>
            </a:extLst>
          </p:cNvPr>
          <p:cNvPicPr>
            <a:picLocks noChangeAspect="1"/>
          </p:cNvPicPr>
          <p:nvPr/>
        </p:nvPicPr>
        <p:blipFill>
          <a:blip r:embed="rId2"/>
          <a:stretch>
            <a:fillRect/>
          </a:stretch>
        </p:blipFill>
        <p:spPr>
          <a:xfrm>
            <a:off x="9473184" y="2560320"/>
            <a:ext cx="243840" cy="243840"/>
          </a:xfrm>
          <a:prstGeom prst="rect">
            <a:avLst/>
          </a:prstGeom>
        </p:spPr>
      </p:pic>
      <p:sp>
        <p:nvSpPr>
          <p:cNvPr id="31" name="Shape 22">
            <a:extLst>
              <a:ext uri="{FF2B5EF4-FFF2-40B4-BE49-F238E27FC236}">
                <a16:creationId xmlns:a16="http://schemas.microsoft.com/office/drawing/2014/main" id="{993859AB-C157-BE5B-F4C2-9F459A552F4E}"/>
              </a:ext>
            </a:extLst>
          </p:cNvPr>
          <p:cNvSpPr/>
          <p:nvPr/>
        </p:nvSpPr>
        <p:spPr>
          <a:xfrm>
            <a:off x="9692640" y="1950720"/>
            <a:ext cx="2072640" cy="1524000"/>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32" name="Shape 23">
            <a:extLst>
              <a:ext uri="{FF2B5EF4-FFF2-40B4-BE49-F238E27FC236}">
                <a16:creationId xmlns:a16="http://schemas.microsoft.com/office/drawing/2014/main" id="{5E4E2B61-60C9-D041-79B5-7D42034AD7E7}"/>
              </a:ext>
            </a:extLst>
          </p:cNvPr>
          <p:cNvSpPr/>
          <p:nvPr/>
        </p:nvSpPr>
        <p:spPr>
          <a:xfrm>
            <a:off x="9692640" y="1950720"/>
            <a:ext cx="2072640" cy="73152"/>
          </a:xfrm>
          <a:prstGeom prst="rect">
            <a:avLst/>
          </a:prstGeom>
          <a:solidFill>
            <a:srgbClr val="00B294"/>
          </a:solidFill>
          <a:ln w="12700">
            <a:solidFill>
              <a:srgbClr val="00B294"/>
            </a:solidFill>
            <a:prstDash val="solid"/>
          </a:ln>
        </p:spPr>
        <p:txBody>
          <a:bodyPr/>
          <a:lstStyle/>
          <a:p>
            <a:endParaRPr lang="en-IN" sz="1867"/>
          </a:p>
        </p:txBody>
      </p:sp>
      <p:sp>
        <p:nvSpPr>
          <p:cNvPr id="33" name="Text 24">
            <a:extLst>
              <a:ext uri="{FF2B5EF4-FFF2-40B4-BE49-F238E27FC236}">
                <a16:creationId xmlns:a16="http://schemas.microsoft.com/office/drawing/2014/main" id="{EFEBA1CA-6155-49E7-2BAD-B751DAAF5303}"/>
              </a:ext>
            </a:extLst>
          </p:cNvPr>
          <p:cNvSpPr/>
          <p:nvPr/>
        </p:nvSpPr>
        <p:spPr>
          <a:xfrm>
            <a:off x="9692640" y="2109216"/>
            <a:ext cx="2072640" cy="609600"/>
          </a:xfrm>
          <a:prstGeom prst="rect">
            <a:avLst/>
          </a:prstGeom>
          <a:noFill/>
          <a:ln/>
        </p:spPr>
        <p:txBody>
          <a:bodyPr wrap="square" lIns="0" tIns="0" rIns="0" bIns="0" rtlCol="0" anchor="ctr"/>
          <a:lstStyle/>
          <a:p>
            <a:pPr algn="ctr"/>
            <a:r>
              <a:rPr lang="en-US" sz="1733" b="1" dirty="0">
                <a:solidFill>
                  <a:srgbClr val="00B294"/>
                </a:solidFill>
                <a:ea typeface="Calibri" pitchFamily="34" charset="-122"/>
                <a:cs typeface="Calibri" pitchFamily="34" charset="-120"/>
              </a:rPr>
              <a:t>PO</a:t>
            </a:r>
            <a:endParaRPr lang="en-US" sz="1733" dirty="0"/>
          </a:p>
          <a:p>
            <a:pPr algn="ctr"/>
            <a:r>
              <a:rPr lang="en-US" sz="1733" b="1" dirty="0">
                <a:solidFill>
                  <a:srgbClr val="00B294"/>
                </a:solidFill>
                <a:ea typeface="Calibri" pitchFamily="34" charset="-122"/>
                <a:cs typeface="Calibri" pitchFamily="34" charset="-120"/>
              </a:rPr>
              <a:t>Generation</a:t>
            </a:r>
            <a:endParaRPr lang="en-US" sz="1733" dirty="0"/>
          </a:p>
        </p:txBody>
      </p:sp>
      <p:sp>
        <p:nvSpPr>
          <p:cNvPr id="34" name="Text 25">
            <a:extLst>
              <a:ext uri="{FF2B5EF4-FFF2-40B4-BE49-F238E27FC236}">
                <a16:creationId xmlns:a16="http://schemas.microsoft.com/office/drawing/2014/main" id="{8333F7F8-B345-2510-154D-39FFADAB09DF}"/>
              </a:ext>
            </a:extLst>
          </p:cNvPr>
          <p:cNvSpPr/>
          <p:nvPr/>
        </p:nvSpPr>
        <p:spPr>
          <a:xfrm>
            <a:off x="9790176" y="2779776"/>
            <a:ext cx="1889760" cy="609600"/>
          </a:xfrm>
          <a:prstGeom prst="rect">
            <a:avLst/>
          </a:prstGeom>
          <a:noFill/>
          <a:ln/>
        </p:spPr>
        <p:txBody>
          <a:bodyPr wrap="square" lIns="0" tIns="0" rIns="0" bIns="0" rtlCol="0" anchor="ctr"/>
          <a:lstStyle/>
          <a:p>
            <a:pPr algn="ctr"/>
            <a:r>
              <a:rPr lang="en-US" sz="1333" dirty="0">
                <a:solidFill>
                  <a:srgbClr val="B8CFE8"/>
                </a:solidFill>
                <a:ea typeface="Calibri" pitchFamily="34" charset="-122"/>
                <a:cs typeface="Calibri" pitchFamily="34" charset="-120"/>
              </a:rPr>
              <a:t>Auto-raised in SAP</a:t>
            </a:r>
            <a:endParaRPr lang="en-US" sz="1333" dirty="0"/>
          </a:p>
          <a:p>
            <a:pPr algn="ctr"/>
            <a:r>
              <a:rPr lang="en-US" sz="1333" dirty="0">
                <a:solidFill>
                  <a:srgbClr val="B8CFE8"/>
                </a:solidFill>
                <a:ea typeface="Calibri" pitchFamily="34" charset="-122"/>
                <a:cs typeface="Calibri" pitchFamily="34" charset="-120"/>
              </a:rPr>
              <a:t>via BAPI_PO_CREATE</a:t>
            </a:r>
            <a:endParaRPr lang="en-US" sz="1333" dirty="0"/>
          </a:p>
        </p:txBody>
      </p:sp>
      <p:sp>
        <p:nvSpPr>
          <p:cNvPr id="35" name="Text 26">
            <a:extLst>
              <a:ext uri="{FF2B5EF4-FFF2-40B4-BE49-F238E27FC236}">
                <a16:creationId xmlns:a16="http://schemas.microsoft.com/office/drawing/2014/main" id="{B3DBFAD8-0E8F-3577-CBE3-53FB7F5B7CCA}"/>
              </a:ext>
            </a:extLst>
          </p:cNvPr>
          <p:cNvSpPr/>
          <p:nvPr/>
        </p:nvSpPr>
        <p:spPr>
          <a:xfrm>
            <a:off x="426720" y="3718560"/>
            <a:ext cx="11338560" cy="426720"/>
          </a:xfrm>
          <a:prstGeom prst="rect">
            <a:avLst/>
          </a:prstGeom>
          <a:noFill/>
          <a:ln/>
        </p:spPr>
        <p:txBody>
          <a:bodyPr wrap="square" lIns="0" tIns="0" rIns="0" bIns="0" rtlCol="0" anchor="ctr"/>
          <a:lstStyle/>
          <a:p>
            <a:r>
              <a:rPr lang="en-US" sz="1733" b="1" dirty="0">
                <a:solidFill>
                  <a:srgbClr val="50E6FF"/>
                </a:solidFill>
                <a:ea typeface="Calibri" pitchFamily="34" charset="-122"/>
                <a:cs typeface="Calibri" pitchFamily="34" charset="-120"/>
              </a:rPr>
              <a:t>Disruption Intelligence (What makes this different)</a:t>
            </a:r>
            <a:endParaRPr lang="en-US" sz="1733" dirty="0"/>
          </a:p>
        </p:txBody>
      </p:sp>
      <p:sp>
        <p:nvSpPr>
          <p:cNvPr id="36" name="Shape 27">
            <a:extLst>
              <a:ext uri="{FF2B5EF4-FFF2-40B4-BE49-F238E27FC236}">
                <a16:creationId xmlns:a16="http://schemas.microsoft.com/office/drawing/2014/main" id="{D8B367B5-1D9A-E400-D3EF-C6D1CF082BDC}"/>
              </a:ext>
            </a:extLst>
          </p:cNvPr>
          <p:cNvSpPr/>
          <p:nvPr/>
        </p:nvSpPr>
        <p:spPr>
          <a:xfrm>
            <a:off x="426720" y="4242816"/>
            <a:ext cx="11338560" cy="585216"/>
          </a:xfrm>
          <a:prstGeom prst="rect">
            <a:avLst/>
          </a:prstGeom>
          <a:solidFill>
            <a:srgbClr val="2D4A70"/>
          </a:solidFill>
          <a:ln w="12700">
            <a:solidFill>
              <a:srgbClr val="2D4A70"/>
            </a:solidFill>
            <a:prstDash val="solid"/>
          </a:ln>
          <a:effectLst>
            <a:outerShdw blurRad="152400" dist="38100" dir="8100000" algn="bl" rotWithShape="0">
              <a:srgbClr val="000000">
                <a:alpha val="25000"/>
              </a:srgbClr>
            </a:outerShdw>
          </a:effectLst>
        </p:spPr>
        <p:txBody>
          <a:bodyPr/>
          <a:lstStyle/>
          <a:p>
            <a:endParaRPr lang="en-IN" sz="1867"/>
          </a:p>
        </p:txBody>
      </p:sp>
      <p:sp>
        <p:nvSpPr>
          <p:cNvPr id="37" name="Shape 28">
            <a:extLst>
              <a:ext uri="{FF2B5EF4-FFF2-40B4-BE49-F238E27FC236}">
                <a16:creationId xmlns:a16="http://schemas.microsoft.com/office/drawing/2014/main" id="{E116D94E-1992-FFD3-6B42-9EE1DF85C162}"/>
              </a:ext>
            </a:extLst>
          </p:cNvPr>
          <p:cNvSpPr/>
          <p:nvPr/>
        </p:nvSpPr>
        <p:spPr>
          <a:xfrm>
            <a:off x="426720" y="4242816"/>
            <a:ext cx="85344" cy="585216"/>
          </a:xfrm>
          <a:prstGeom prst="rect">
            <a:avLst/>
          </a:prstGeom>
          <a:solidFill>
            <a:srgbClr val="00B294"/>
          </a:solidFill>
          <a:ln w="12700">
            <a:solidFill>
              <a:srgbClr val="00B294"/>
            </a:solidFill>
            <a:prstDash val="solid"/>
          </a:ln>
        </p:spPr>
        <p:txBody>
          <a:bodyPr/>
          <a:lstStyle/>
          <a:p>
            <a:endParaRPr lang="en-IN" sz="1867"/>
          </a:p>
        </p:txBody>
      </p:sp>
      <p:pic>
        <p:nvPicPr>
          <p:cNvPr id="38" name="Image 4" descr="preencoded.png">
            <a:extLst>
              <a:ext uri="{FF2B5EF4-FFF2-40B4-BE49-F238E27FC236}">
                <a16:creationId xmlns:a16="http://schemas.microsoft.com/office/drawing/2014/main" id="{45F035C2-7556-D40D-4262-F54B9090E323}"/>
              </a:ext>
            </a:extLst>
          </p:cNvPr>
          <p:cNvPicPr>
            <a:picLocks noChangeAspect="1"/>
          </p:cNvPicPr>
          <p:nvPr/>
        </p:nvPicPr>
        <p:blipFill>
          <a:blip r:embed="rId3"/>
          <a:stretch>
            <a:fillRect/>
          </a:stretch>
        </p:blipFill>
        <p:spPr>
          <a:xfrm>
            <a:off x="670560" y="4340352"/>
            <a:ext cx="365760" cy="365760"/>
          </a:xfrm>
          <a:prstGeom prst="rect">
            <a:avLst/>
          </a:prstGeom>
        </p:spPr>
      </p:pic>
      <p:sp>
        <p:nvSpPr>
          <p:cNvPr id="39" name="Text 29">
            <a:extLst>
              <a:ext uri="{FF2B5EF4-FFF2-40B4-BE49-F238E27FC236}">
                <a16:creationId xmlns:a16="http://schemas.microsoft.com/office/drawing/2014/main" id="{C9022BE3-8FE1-68BD-A596-5A1F27353F32}"/>
              </a:ext>
            </a:extLst>
          </p:cNvPr>
          <p:cNvSpPr/>
          <p:nvPr/>
        </p:nvSpPr>
        <p:spPr>
          <a:xfrm>
            <a:off x="1280160" y="4364736"/>
            <a:ext cx="10241280" cy="341376"/>
          </a:xfrm>
          <a:prstGeom prst="rect">
            <a:avLst/>
          </a:prstGeom>
          <a:noFill/>
          <a:ln/>
        </p:spPr>
        <p:txBody>
          <a:bodyPr wrap="square" lIns="0" tIns="0" rIns="0" bIns="0" rtlCol="0" anchor="ctr"/>
          <a:lstStyle/>
          <a:p>
            <a:r>
              <a:rPr lang="en-US" sz="1467" dirty="0">
                <a:solidFill>
                  <a:srgbClr val="E8F4FD"/>
                </a:solidFill>
                <a:ea typeface="Calibri" pitchFamily="34" charset="-122"/>
                <a:cs typeface="Calibri" pitchFamily="34" charset="-120"/>
              </a:rPr>
              <a:t>Port delay signals from web + customs data auto-adjust planned delivery dates in SAP</a:t>
            </a:r>
            <a:endParaRPr lang="en-US" sz="1467" dirty="0"/>
          </a:p>
        </p:txBody>
      </p:sp>
      <p:sp>
        <p:nvSpPr>
          <p:cNvPr id="40" name="Shape 30">
            <a:extLst>
              <a:ext uri="{FF2B5EF4-FFF2-40B4-BE49-F238E27FC236}">
                <a16:creationId xmlns:a16="http://schemas.microsoft.com/office/drawing/2014/main" id="{970F7307-2171-32FC-AE53-0AD4CF7AE0CC}"/>
              </a:ext>
            </a:extLst>
          </p:cNvPr>
          <p:cNvSpPr/>
          <p:nvPr/>
        </p:nvSpPr>
        <p:spPr>
          <a:xfrm>
            <a:off x="426720" y="4925568"/>
            <a:ext cx="11338560" cy="585216"/>
          </a:xfrm>
          <a:prstGeom prst="rect">
            <a:avLst/>
          </a:prstGeom>
          <a:solidFill>
            <a:srgbClr val="2D4A70"/>
          </a:solidFill>
          <a:ln w="12700">
            <a:solidFill>
              <a:srgbClr val="2D4A70"/>
            </a:solidFill>
            <a:prstDash val="solid"/>
          </a:ln>
          <a:effectLst>
            <a:outerShdw blurRad="152400" dist="38100" dir="8100000" algn="bl" rotWithShape="0">
              <a:srgbClr val="000000">
                <a:alpha val="25000"/>
              </a:srgbClr>
            </a:outerShdw>
          </a:effectLst>
        </p:spPr>
        <p:txBody>
          <a:bodyPr/>
          <a:lstStyle/>
          <a:p>
            <a:endParaRPr lang="en-IN" sz="1867"/>
          </a:p>
        </p:txBody>
      </p:sp>
      <p:sp>
        <p:nvSpPr>
          <p:cNvPr id="41" name="Shape 31">
            <a:extLst>
              <a:ext uri="{FF2B5EF4-FFF2-40B4-BE49-F238E27FC236}">
                <a16:creationId xmlns:a16="http://schemas.microsoft.com/office/drawing/2014/main" id="{D5B4A3DE-DDF3-A306-B823-B547924EAEAC}"/>
              </a:ext>
            </a:extLst>
          </p:cNvPr>
          <p:cNvSpPr/>
          <p:nvPr/>
        </p:nvSpPr>
        <p:spPr>
          <a:xfrm>
            <a:off x="426720" y="4925568"/>
            <a:ext cx="85344" cy="585216"/>
          </a:xfrm>
          <a:prstGeom prst="rect">
            <a:avLst/>
          </a:prstGeom>
          <a:solidFill>
            <a:srgbClr val="00B294"/>
          </a:solidFill>
          <a:ln w="12700">
            <a:solidFill>
              <a:srgbClr val="00B294"/>
            </a:solidFill>
            <a:prstDash val="solid"/>
          </a:ln>
        </p:spPr>
        <p:txBody>
          <a:bodyPr/>
          <a:lstStyle/>
          <a:p>
            <a:endParaRPr lang="en-IN" sz="1867"/>
          </a:p>
        </p:txBody>
      </p:sp>
      <p:pic>
        <p:nvPicPr>
          <p:cNvPr id="42" name="Image 5" descr="preencoded.png">
            <a:extLst>
              <a:ext uri="{FF2B5EF4-FFF2-40B4-BE49-F238E27FC236}">
                <a16:creationId xmlns:a16="http://schemas.microsoft.com/office/drawing/2014/main" id="{2A9BA395-B35A-BFB9-5F3D-09F37E564526}"/>
              </a:ext>
            </a:extLst>
          </p:cNvPr>
          <p:cNvPicPr>
            <a:picLocks noChangeAspect="1"/>
          </p:cNvPicPr>
          <p:nvPr/>
        </p:nvPicPr>
        <p:blipFill>
          <a:blip r:embed="rId4"/>
          <a:stretch>
            <a:fillRect/>
          </a:stretch>
        </p:blipFill>
        <p:spPr>
          <a:xfrm>
            <a:off x="670560" y="5023104"/>
            <a:ext cx="365760" cy="365760"/>
          </a:xfrm>
          <a:prstGeom prst="rect">
            <a:avLst/>
          </a:prstGeom>
        </p:spPr>
      </p:pic>
      <p:sp>
        <p:nvSpPr>
          <p:cNvPr id="43" name="Text 32">
            <a:extLst>
              <a:ext uri="{FF2B5EF4-FFF2-40B4-BE49-F238E27FC236}">
                <a16:creationId xmlns:a16="http://schemas.microsoft.com/office/drawing/2014/main" id="{20D079C6-D37E-7C89-3726-49ADF88596B5}"/>
              </a:ext>
            </a:extLst>
          </p:cNvPr>
          <p:cNvSpPr/>
          <p:nvPr/>
        </p:nvSpPr>
        <p:spPr>
          <a:xfrm>
            <a:off x="1280160" y="5047488"/>
            <a:ext cx="10241280" cy="341376"/>
          </a:xfrm>
          <a:prstGeom prst="rect">
            <a:avLst/>
          </a:prstGeom>
          <a:noFill/>
          <a:ln/>
        </p:spPr>
        <p:txBody>
          <a:bodyPr wrap="square" lIns="0" tIns="0" rIns="0" bIns="0" rtlCol="0" anchor="ctr"/>
          <a:lstStyle/>
          <a:p>
            <a:r>
              <a:rPr lang="en-US" sz="1467" dirty="0">
                <a:solidFill>
                  <a:srgbClr val="E8F4FD"/>
                </a:solidFill>
                <a:ea typeface="Calibri" pitchFamily="34" charset="-122"/>
                <a:cs typeface="Calibri" pitchFamily="34" charset="-120"/>
              </a:rPr>
              <a:t>Vendor risk scoring from financial news feeds via Azure OpenAI — flags fragile suppliers</a:t>
            </a:r>
            <a:endParaRPr lang="en-US" sz="1467" dirty="0"/>
          </a:p>
        </p:txBody>
      </p:sp>
      <p:sp>
        <p:nvSpPr>
          <p:cNvPr id="44" name="Shape 33">
            <a:extLst>
              <a:ext uri="{FF2B5EF4-FFF2-40B4-BE49-F238E27FC236}">
                <a16:creationId xmlns:a16="http://schemas.microsoft.com/office/drawing/2014/main" id="{A4083835-063D-C823-F3D1-14B30C3B46C6}"/>
              </a:ext>
            </a:extLst>
          </p:cNvPr>
          <p:cNvSpPr/>
          <p:nvPr/>
        </p:nvSpPr>
        <p:spPr>
          <a:xfrm>
            <a:off x="426720" y="5608320"/>
            <a:ext cx="11338560" cy="585216"/>
          </a:xfrm>
          <a:prstGeom prst="rect">
            <a:avLst/>
          </a:prstGeom>
          <a:solidFill>
            <a:srgbClr val="2D4A70"/>
          </a:solidFill>
          <a:ln w="12700">
            <a:solidFill>
              <a:srgbClr val="2D4A70"/>
            </a:solidFill>
            <a:prstDash val="solid"/>
          </a:ln>
          <a:effectLst>
            <a:outerShdw blurRad="152400" dist="38100" dir="8100000" algn="bl" rotWithShape="0">
              <a:srgbClr val="000000">
                <a:alpha val="25000"/>
              </a:srgbClr>
            </a:outerShdw>
          </a:effectLst>
        </p:spPr>
        <p:txBody>
          <a:bodyPr/>
          <a:lstStyle/>
          <a:p>
            <a:endParaRPr lang="en-IN" sz="1867"/>
          </a:p>
        </p:txBody>
      </p:sp>
      <p:sp>
        <p:nvSpPr>
          <p:cNvPr id="45" name="Shape 34">
            <a:extLst>
              <a:ext uri="{FF2B5EF4-FFF2-40B4-BE49-F238E27FC236}">
                <a16:creationId xmlns:a16="http://schemas.microsoft.com/office/drawing/2014/main" id="{A6A11FCE-95F4-8FA8-C50D-6463F199D1ED}"/>
              </a:ext>
            </a:extLst>
          </p:cNvPr>
          <p:cNvSpPr/>
          <p:nvPr/>
        </p:nvSpPr>
        <p:spPr>
          <a:xfrm>
            <a:off x="426720" y="5608320"/>
            <a:ext cx="85344" cy="585216"/>
          </a:xfrm>
          <a:prstGeom prst="rect">
            <a:avLst/>
          </a:prstGeom>
          <a:solidFill>
            <a:srgbClr val="00B294"/>
          </a:solidFill>
          <a:ln w="12700">
            <a:solidFill>
              <a:srgbClr val="00B294"/>
            </a:solidFill>
            <a:prstDash val="solid"/>
          </a:ln>
        </p:spPr>
        <p:txBody>
          <a:bodyPr/>
          <a:lstStyle/>
          <a:p>
            <a:endParaRPr lang="en-IN" sz="1867"/>
          </a:p>
        </p:txBody>
      </p:sp>
      <p:pic>
        <p:nvPicPr>
          <p:cNvPr id="46" name="Image 6" descr="preencoded.png">
            <a:extLst>
              <a:ext uri="{FF2B5EF4-FFF2-40B4-BE49-F238E27FC236}">
                <a16:creationId xmlns:a16="http://schemas.microsoft.com/office/drawing/2014/main" id="{1DF40D34-77A7-FF8D-B2E0-AF9920744193}"/>
              </a:ext>
            </a:extLst>
          </p:cNvPr>
          <p:cNvPicPr>
            <a:picLocks noChangeAspect="1"/>
          </p:cNvPicPr>
          <p:nvPr/>
        </p:nvPicPr>
        <p:blipFill>
          <a:blip r:embed="rId5"/>
          <a:stretch>
            <a:fillRect/>
          </a:stretch>
        </p:blipFill>
        <p:spPr>
          <a:xfrm>
            <a:off x="670560" y="5705856"/>
            <a:ext cx="365760" cy="365760"/>
          </a:xfrm>
          <a:prstGeom prst="rect">
            <a:avLst/>
          </a:prstGeom>
        </p:spPr>
      </p:pic>
      <p:sp>
        <p:nvSpPr>
          <p:cNvPr id="47" name="Text 35">
            <a:extLst>
              <a:ext uri="{FF2B5EF4-FFF2-40B4-BE49-F238E27FC236}">
                <a16:creationId xmlns:a16="http://schemas.microsoft.com/office/drawing/2014/main" id="{C059BC0F-7468-FBD9-71F3-EB9AE7C55322}"/>
              </a:ext>
            </a:extLst>
          </p:cNvPr>
          <p:cNvSpPr/>
          <p:nvPr/>
        </p:nvSpPr>
        <p:spPr>
          <a:xfrm>
            <a:off x="1280160" y="5730240"/>
            <a:ext cx="10241280" cy="341376"/>
          </a:xfrm>
          <a:prstGeom prst="rect">
            <a:avLst/>
          </a:prstGeom>
          <a:noFill/>
          <a:ln/>
        </p:spPr>
        <p:txBody>
          <a:bodyPr wrap="square" lIns="0" tIns="0" rIns="0" bIns="0" rtlCol="0" anchor="ctr"/>
          <a:lstStyle/>
          <a:p>
            <a:r>
              <a:rPr lang="en-US" sz="1467" dirty="0">
                <a:solidFill>
                  <a:srgbClr val="E8F4FD"/>
                </a:solidFill>
                <a:ea typeface="Calibri" pitchFamily="34" charset="-122"/>
                <a:cs typeface="Calibri" pitchFamily="34" charset="-120"/>
              </a:rPr>
              <a:t>Scenario planning — 'What if factory X shuts for 2 weeks?' — full impact simulation in minutes</a:t>
            </a:r>
            <a:endParaRPr lang="en-US" sz="1467" dirty="0"/>
          </a:p>
        </p:txBody>
      </p:sp>
    </p:spTree>
    <p:extLst>
      <p:ext uri="{BB962C8B-B14F-4D97-AF65-F5344CB8AC3E}">
        <p14:creationId xmlns:p14="http://schemas.microsoft.com/office/powerpoint/2010/main" val="4079212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BEBA3-448D-686D-675F-B57924AC7DF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414261E-9582-0C65-0DF6-92BF7A1A52B0}"/>
              </a:ext>
            </a:extLst>
          </p:cNvPr>
          <p:cNvSpPr>
            <a:spLocks noGrp="1"/>
          </p:cNvSpPr>
          <p:nvPr>
            <p:ph type="ftr" sz="quarter" idx="3"/>
          </p:nvPr>
        </p:nvSpPr>
        <p:spPr/>
        <p:txBody>
          <a:bodyPr/>
          <a:lstStyle/>
          <a:p>
            <a:r>
              <a:rPr lang="en-US"/>
              <a:t>© </a:t>
            </a:r>
            <a:fld id="{BD10386A-F078-491A-8D58-536D4066CAE5}" type="datetimeyyyy">
              <a:rPr lang="en-US" smtClean="0"/>
              <a:pPr/>
              <a:t>2026</a:t>
            </a:fld>
            <a:r>
              <a:rPr lang="en-US"/>
              <a:t> NTT DATA Business Solutions</a:t>
            </a:r>
          </a:p>
        </p:txBody>
      </p:sp>
      <p:sp>
        <p:nvSpPr>
          <p:cNvPr id="4" name="Slide Number Placeholder 3">
            <a:extLst>
              <a:ext uri="{FF2B5EF4-FFF2-40B4-BE49-F238E27FC236}">
                <a16:creationId xmlns:a16="http://schemas.microsoft.com/office/drawing/2014/main" id="{3191493D-965C-B177-01B9-F725C6236915}"/>
              </a:ext>
            </a:extLst>
          </p:cNvPr>
          <p:cNvSpPr>
            <a:spLocks noGrp="1"/>
          </p:cNvSpPr>
          <p:nvPr>
            <p:ph type="sldNum" sz="quarter" idx="4"/>
          </p:nvPr>
        </p:nvSpPr>
        <p:spPr/>
        <p:txBody>
          <a:bodyPr/>
          <a:lstStyle/>
          <a:p>
            <a:fld id="{13CE6DAF-806F-404B-BC68-339BFCB57E5C}" type="slidenum">
              <a:rPr lang="en-US" smtClean="0"/>
              <a:pPr/>
              <a:t>8</a:t>
            </a:fld>
            <a:endParaRPr lang="en-US"/>
          </a:p>
        </p:txBody>
      </p:sp>
      <p:sp>
        <p:nvSpPr>
          <p:cNvPr id="5" name="Shape 0">
            <a:extLst>
              <a:ext uri="{FF2B5EF4-FFF2-40B4-BE49-F238E27FC236}">
                <a16:creationId xmlns:a16="http://schemas.microsoft.com/office/drawing/2014/main" id="{29AF02C0-DFBA-164B-72F0-5492630A0123}"/>
              </a:ext>
            </a:extLst>
          </p:cNvPr>
          <p:cNvSpPr/>
          <p:nvPr/>
        </p:nvSpPr>
        <p:spPr>
          <a:xfrm>
            <a:off x="0" y="0"/>
            <a:ext cx="12192000" cy="73152"/>
          </a:xfrm>
          <a:prstGeom prst="rect">
            <a:avLst/>
          </a:prstGeom>
          <a:solidFill>
            <a:srgbClr val="FF8C00"/>
          </a:solidFill>
          <a:ln w="12700">
            <a:solidFill>
              <a:srgbClr val="FF8C00"/>
            </a:solidFill>
            <a:prstDash val="solid"/>
          </a:ln>
        </p:spPr>
        <p:txBody>
          <a:bodyPr/>
          <a:lstStyle/>
          <a:p>
            <a:endParaRPr lang="en-IN" sz="1867"/>
          </a:p>
        </p:txBody>
      </p:sp>
      <p:sp>
        <p:nvSpPr>
          <p:cNvPr id="6" name="Shape 1">
            <a:extLst>
              <a:ext uri="{FF2B5EF4-FFF2-40B4-BE49-F238E27FC236}">
                <a16:creationId xmlns:a16="http://schemas.microsoft.com/office/drawing/2014/main" id="{DA79AC11-C37B-1BB8-F0DE-4ADE0E55300A}"/>
              </a:ext>
            </a:extLst>
          </p:cNvPr>
          <p:cNvSpPr/>
          <p:nvPr/>
        </p:nvSpPr>
        <p:spPr>
          <a:xfrm>
            <a:off x="426720" y="268224"/>
            <a:ext cx="853440" cy="853440"/>
          </a:xfrm>
          <a:prstGeom prst="ellipse">
            <a:avLst/>
          </a:prstGeom>
          <a:solidFill>
            <a:srgbClr val="FF8C00"/>
          </a:solidFill>
          <a:ln w="12700">
            <a:solidFill>
              <a:srgbClr val="FF8C00"/>
            </a:solidFill>
            <a:prstDash val="solid"/>
          </a:ln>
        </p:spPr>
        <p:txBody>
          <a:bodyPr/>
          <a:lstStyle/>
          <a:p>
            <a:endParaRPr lang="en-IN" sz="1867"/>
          </a:p>
        </p:txBody>
      </p:sp>
      <p:sp>
        <p:nvSpPr>
          <p:cNvPr id="7" name="Text 2">
            <a:extLst>
              <a:ext uri="{FF2B5EF4-FFF2-40B4-BE49-F238E27FC236}">
                <a16:creationId xmlns:a16="http://schemas.microsoft.com/office/drawing/2014/main" id="{F071C8DD-6274-0078-8536-3A5F24824447}"/>
              </a:ext>
            </a:extLst>
          </p:cNvPr>
          <p:cNvSpPr/>
          <p:nvPr/>
        </p:nvSpPr>
        <p:spPr>
          <a:xfrm>
            <a:off x="426720" y="268224"/>
            <a:ext cx="853440" cy="853440"/>
          </a:xfrm>
          <a:prstGeom prst="rect">
            <a:avLst/>
          </a:prstGeom>
          <a:noFill/>
          <a:ln/>
        </p:spPr>
        <p:txBody>
          <a:bodyPr wrap="square" lIns="0" tIns="0" rIns="0" bIns="0" rtlCol="0" anchor="ctr"/>
          <a:lstStyle/>
          <a:p>
            <a:pPr algn="ctr"/>
            <a:r>
              <a:rPr lang="en-US" sz="2400" b="1" dirty="0">
                <a:solidFill>
                  <a:srgbClr val="FFFFFF"/>
                </a:solidFill>
                <a:ea typeface="Calibri" pitchFamily="34" charset="-122"/>
                <a:cs typeface="Calibri" pitchFamily="34" charset="-120"/>
              </a:rPr>
              <a:t>04</a:t>
            </a:r>
            <a:endParaRPr lang="en-US" sz="2400" dirty="0"/>
          </a:p>
        </p:txBody>
      </p:sp>
      <p:sp>
        <p:nvSpPr>
          <p:cNvPr id="8" name="Text 3">
            <a:extLst>
              <a:ext uri="{FF2B5EF4-FFF2-40B4-BE49-F238E27FC236}">
                <a16:creationId xmlns:a16="http://schemas.microsoft.com/office/drawing/2014/main" id="{9703BA13-F67A-39E6-F332-A19B24A29B7D}"/>
              </a:ext>
            </a:extLst>
          </p:cNvPr>
          <p:cNvSpPr/>
          <p:nvPr/>
        </p:nvSpPr>
        <p:spPr>
          <a:xfrm>
            <a:off x="1463040" y="304800"/>
            <a:ext cx="9753600" cy="548640"/>
          </a:xfrm>
          <a:prstGeom prst="rect">
            <a:avLst/>
          </a:prstGeom>
          <a:noFill/>
          <a:ln/>
        </p:spPr>
        <p:txBody>
          <a:bodyPr wrap="square" lIns="0" tIns="0" rIns="0" bIns="0" rtlCol="0" anchor="ctr"/>
          <a:lstStyle/>
          <a:p>
            <a:r>
              <a:rPr lang="en-US" sz="3467" b="1" dirty="0">
                <a:solidFill>
                  <a:srgbClr val="FFFFFF"/>
                </a:solidFill>
                <a:latin typeface="+mj-lt"/>
                <a:ea typeface="Calibri" pitchFamily="34" charset="-122"/>
                <a:cs typeface="Calibri" pitchFamily="34" charset="-120"/>
              </a:rPr>
              <a:t>Logistics Optimisation</a:t>
            </a:r>
            <a:endParaRPr lang="en-US" sz="3467" dirty="0">
              <a:latin typeface="+mj-lt"/>
            </a:endParaRPr>
          </a:p>
        </p:txBody>
      </p:sp>
      <p:sp>
        <p:nvSpPr>
          <p:cNvPr id="9" name="Text 4">
            <a:extLst>
              <a:ext uri="{FF2B5EF4-FFF2-40B4-BE49-F238E27FC236}">
                <a16:creationId xmlns:a16="http://schemas.microsoft.com/office/drawing/2014/main" id="{1EB7D638-6620-CEB0-CED7-DFAB14F4C543}"/>
              </a:ext>
            </a:extLst>
          </p:cNvPr>
          <p:cNvSpPr/>
          <p:nvPr/>
        </p:nvSpPr>
        <p:spPr>
          <a:xfrm>
            <a:off x="1463040" y="853440"/>
            <a:ext cx="9753600" cy="365760"/>
          </a:xfrm>
          <a:prstGeom prst="rect">
            <a:avLst/>
          </a:prstGeom>
          <a:noFill/>
          <a:ln/>
        </p:spPr>
        <p:txBody>
          <a:bodyPr wrap="square" lIns="0" tIns="0" rIns="0" bIns="0" rtlCol="0" anchor="ctr"/>
          <a:lstStyle/>
          <a:p>
            <a:r>
              <a:rPr lang="en-US" sz="1667" dirty="0">
                <a:solidFill>
                  <a:srgbClr val="B8CFE8"/>
                </a:solidFill>
                <a:ea typeface="Calibri" pitchFamily="34" charset="-122"/>
                <a:cs typeface="Calibri" pitchFamily="34" charset="-120"/>
              </a:rPr>
              <a:t>Move vehicles and parts efficiently across the network — lowest cost, highest reliability</a:t>
            </a:r>
            <a:endParaRPr lang="en-US" sz="1667" dirty="0"/>
          </a:p>
        </p:txBody>
      </p:sp>
      <p:sp>
        <p:nvSpPr>
          <p:cNvPr id="10" name="Shape 5">
            <a:extLst>
              <a:ext uri="{FF2B5EF4-FFF2-40B4-BE49-F238E27FC236}">
                <a16:creationId xmlns:a16="http://schemas.microsoft.com/office/drawing/2014/main" id="{AF3796A9-10A7-C0F3-3498-BFEBBFCF25D9}"/>
              </a:ext>
            </a:extLst>
          </p:cNvPr>
          <p:cNvSpPr/>
          <p:nvPr/>
        </p:nvSpPr>
        <p:spPr>
          <a:xfrm>
            <a:off x="426720" y="1438656"/>
            <a:ext cx="5547360" cy="1926336"/>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11" name="Shape 6">
            <a:extLst>
              <a:ext uri="{FF2B5EF4-FFF2-40B4-BE49-F238E27FC236}">
                <a16:creationId xmlns:a16="http://schemas.microsoft.com/office/drawing/2014/main" id="{2B53E0B3-B1BC-3CB4-5043-EEFF788CE18B}"/>
              </a:ext>
            </a:extLst>
          </p:cNvPr>
          <p:cNvSpPr/>
          <p:nvPr/>
        </p:nvSpPr>
        <p:spPr>
          <a:xfrm>
            <a:off x="426720" y="1438656"/>
            <a:ext cx="5547360" cy="73152"/>
          </a:xfrm>
          <a:prstGeom prst="rect">
            <a:avLst/>
          </a:prstGeom>
          <a:solidFill>
            <a:srgbClr val="FF8C00"/>
          </a:solidFill>
          <a:ln w="12700">
            <a:solidFill>
              <a:srgbClr val="FF8C00"/>
            </a:solidFill>
            <a:prstDash val="solid"/>
          </a:ln>
        </p:spPr>
        <p:txBody>
          <a:bodyPr/>
          <a:lstStyle/>
          <a:p>
            <a:endParaRPr lang="en-IN" sz="1867"/>
          </a:p>
        </p:txBody>
      </p:sp>
      <p:pic>
        <p:nvPicPr>
          <p:cNvPr id="12" name="Image 0" descr="preencoded.png">
            <a:extLst>
              <a:ext uri="{FF2B5EF4-FFF2-40B4-BE49-F238E27FC236}">
                <a16:creationId xmlns:a16="http://schemas.microsoft.com/office/drawing/2014/main" id="{0C84CA8A-77A1-2583-3CD3-3BDB6750A4A6}"/>
              </a:ext>
            </a:extLst>
          </p:cNvPr>
          <p:cNvPicPr>
            <a:picLocks noChangeAspect="1"/>
          </p:cNvPicPr>
          <p:nvPr/>
        </p:nvPicPr>
        <p:blipFill>
          <a:blip r:embed="rId2"/>
          <a:stretch>
            <a:fillRect/>
          </a:stretch>
        </p:blipFill>
        <p:spPr>
          <a:xfrm>
            <a:off x="573024" y="1658112"/>
            <a:ext cx="512064" cy="512064"/>
          </a:xfrm>
          <a:prstGeom prst="rect">
            <a:avLst/>
          </a:prstGeom>
        </p:spPr>
      </p:pic>
      <p:sp>
        <p:nvSpPr>
          <p:cNvPr id="13" name="Text 7">
            <a:extLst>
              <a:ext uri="{FF2B5EF4-FFF2-40B4-BE49-F238E27FC236}">
                <a16:creationId xmlns:a16="http://schemas.microsoft.com/office/drawing/2014/main" id="{5E45CE88-96A9-CE45-CCF7-DD39862C9E41}"/>
              </a:ext>
            </a:extLst>
          </p:cNvPr>
          <p:cNvSpPr/>
          <p:nvPr/>
        </p:nvSpPr>
        <p:spPr>
          <a:xfrm>
            <a:off x="1255776" y="1621536"/>
            <a:ext cx="4511040" cy="390144"/>
          </a:xfrm>
          <a:prstGeom prst="rect">
            <a:avLst/>
          </a:prstGeom>
          <a:noFill/>
          <a:ln/>
        </p:spPr>
        <p:txBody>
          <a:bodyPr wrap="square" lIns="0" tIns="0" rIns="0" bIns="0" rtlCol="0" anchor="ctr"/>
          <a:lstStyle/>
          <a:p>
            <a:r>
              <a:rPr lang="en-US" sz="1667" b="1" dirty="0">
                <a:solidFill>
                  <a:srgbClr val="FF8C00"/>
                </a:solidFill>
                <a:ea typeface="Calibri" pitchFamily="34" charset="-122"/>
                <a:cs typeface="Calibri" pitchFamily="34" charset="-120"/>
              </a:rPr>
              <a:t>Route Optimisation</a:t>
            </a:r>
            <a:endParaRPr lang="en-US" sz="1667" dirty="0"/>
          </a:p>
        </p:txBody>
      </p:sp>
      <p:sp>
        <p:nvSpPr>
          <p:cNvPr id="14" name="Text 8">
            <a:extLst>
              <a:ext uri="{FF2B5EF4-FFF2-40B4-BE49-F238E27FC236}">
                <a16:creationId xmlns:a16="http://schemas.microsoft.com/office/drawing/2014/main" id="{2BA71AB9-BD3E-4023-BB02-527B8D3BCE04}"/>
              </a:ext>
            </a:extLst>
          </p:cNvPr>
          <p:cNvSpPr/>
          <p:nvPr/>
        </p:nvSpPr>
        <p:spPr>
          <a:xfrm>
            <a:off x="1255776" y="2023872"/>
            <a:ext cx="1950720" cy="512064"/>
          </a:xfrm>
          <a:prstGeom prst="rect">
            <a:avLst/>
          </a:prstGeom>
          <a:noFill/>
          <a:ln/>
        </p:spPr>
        <p:txBody>
          <a:bodyPr wrap="square" lIns="0" tIns="0" rIns="0" bIns="0" rtlCol="0" anchor="ctr"/>
          <a:lstStyle/>
          <a:p>
            <a:r>
              <a:rPr lang="en-US" sz="1600" b="1" dirty="0">
                <a:solidFill>
                  <a:srgbClr val="FFFFFF"/>
                </a:solidFill>
                <a:ea typeface="Calibri" pitchFamily="34" charset="-122"/>
                <a:cs typeface="Calibri" pitchFamily="34" charset="-120"/>
              </a:rPr>
              <a:t>12% fuel</a:t>
            </a:r>
            <a:endParaRPr lang="en-US" sz="1600" dirty="0"/>
          </a:p>
          <a:p>
            <a:r>
              <a:rPr lang="en-US" sz="1600" b="1" dirty="0">
                <a:solidFill>
                  <a:srgbClr val="FFFFFF"/>
                </a:solidFill>
                <a:ea typeface="Calibri" pitchFamily="34" charset="-122"/>
                <a:cs typeface="Calibri" pitchFamily="34" charset="-120"/>
              </a:rPr>
              <a:t>cost saving</a:t>
            </a:r>
            <a:endParaRPr lang="en-US" sz="1600" dirty="0"/>
          </a:p>
        </p:txBody>
      </p:sp>
      <p:sp>
        <p:nvSpPr>
          <p:cNvPr id="15" name="Text 9">
            <a:extLst>
              <a:ext uri="{FF2B5EF4-FFF2-40B4-BE49-F238E27FC236}">
                <a16:creationId xmlns:a16="http://schemas.microsoft.com/office/drawing/2014/main" id="{0D230FF9-CE1A-CE3D-4528-F509371A6442}"/>
              </a:ext>
            </a:extLst>
          </p:cNvPr>
          <p:cNvSpPr/>
          <p:nvPr/>
        </p:nvSpPr>
        <p:spPr>
          <a:xfrm>
            <a:off x="573024" y="2633472"/>
            <a:ext cx="5181600" cy="633984"/>
          </a:xfrm>
          <a:prstGeom prst="rect">
            <a:avLst/>
          </a:prstGeom>
          <a:noFill/>
          <a:ln/>
        </p:spPr>
        <p:txBody>
          <a:bodyPr wrap="square" lIns="0" tIns="0" rIns="0" bIns="0" rtlCol="0" anchor="ctr"/>
          <a:lstStyle/>
          <a:p>
            <a:r>
              <a:rPr lang="en-US" dirty="0">
                <a:solidFill>
                  <a:srgbClr val="B8CFE8"/>
                </a:solidFill>
                <a:ea typeface="Calibri" pitchFamily="34" charset="-122"/>
                <a:cs typeface="Calibri" pitchFamily="34" charset="-120"/>
              </a:rPr>
              <a:t>VRP solver (OR-Tools + Azure Maps) for milk-run and FTL/LTL planning. Real-time traffic and toll cost integration.</a:t>
            </a:r>
            <a:endParaRPr lang="en-US" dirty="0"/>
          </a:p>
        </p:txBody>
      </p:sp>
      <p:sp>
        <p:nvSpPr>
          <p:cNvPr id="16" name="Shape 10">
            <a:extLst>
              <a:ext uri="{FF2B5EF4-FFF2-40B4-BE49-F238E27FC236}">
                <a16:creationId xmlns:a16="http://schemas.microsoft.com/office/drawing/2014/main" id="{6F7A8489-36BD-9E53-74A6-6C088FED7B10}"/>
              </a:ext>
            </a:extLst>
          </p:cNvPr>
          <p:cNvSpPr/>
          <p:nvPr/>
        </p:nvSpPr>
        <p:spPr>
          <a:xfrm>
            <a:off x="6339840" y="1438656"/>
            <a:ext cx="5547360" cy="1926336"/>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17" name="Shape 11">
            <a:extLst>
              <a:ext uri="{FF2B5EF4-FFF2-40B4-BE49-F238E27FC236}">
                <a16:creationId xmlns:a16="http://schemas.microsoft.com/office/drawing/2014/main" id="{251D3B55-7485-BCBC-FC5D-04229DD14ECB}"/>
              </a:ext>
            </a:extLst>
          </p:cNvPr>
          <p:cNvSpPr/>
          <p:nvPr/>
        </p:nvSpPr>
        <p:spPr>
          <a:xfrm>
            <a:off x="6339840" y="1438656"/>
            <a:ext cx="5547360" cy="73152"/>
          </a:xfrm>
          <a:prstGeom prst="rect">
            <a:avLst/>
          </a:prstGeom>
          <a:solidFill>
            <a:srgbClr val="0078D4"/>
          </a:solidFill>
          <a:ln w="12700">
            <a:solidFill>
              <a:srgbClr val="0078D4"/>
            </a:solidFill>
            <a:prstDash val="solid"/>
          </a:ln>
        </p:spPr>
        <p:txBody>
          <a:bodyPr/>
          <a:lstStyle/>
          <a:p>
            <a:endParaRPr lang="en-IN" sz="1867"/>
          </a:p>
        </p:txBody>
      </p:sp>
      <p:pic>
        <p:nvPicPr>
          <p:cNvPr id="18" name="Image 1" descr="preencoded.png">
            <a:extLst>
              <a:ext uri="{FF2B5EF4-FFF2-40B4-BE49-F238E27FC236}">
                <a16:creationId xmlns:a16="http://schemas.microsoft.com/office/drawing/2014/main" id="{8604BD0F-73A8-BFA6-038F-D99173CDCFC7}"/>
              </a:ext>
            </a:extLst>
          </p:cNvPr>
          <p:cNvPicPr>
            <a:picLocks noChangeAspect="1"/>
          </p:cNvPicPr>
          <p:nvPr/>
        </p:nvPicPr>
        <p:blipFill>
          <a:blip r:embed="rId3"/>
          <a:stretch>
            <a:fillRect/>
          </a:stretch>
        </p:blipFill>
        <p:spPr>
          <a:xfrm>
            <a:off x="6486144" y="1658112"/>
            <a:ext cx="512064" cy="512064"/>
          </a:xfrm>
          <a:prstGeom prst="rect">
            <a:avLst/>
          </a:prstGeom>
        </p:spPr>
      </p:pic>
      <p:sp>
        <p:nvSpPr>
          <p:cNvPr id="19" name="Text 12">
            <a:extLst>
              <a:ext uri="{FF2B5EF4-FFF2-40B4-BE49-F238E27FC236}">
                <a16:creationId xmlns:a16="http://schemas.microsoft.com/office/drawing/2014/main" id="{69CE63F5-1C2E-110F-666F-D2068932D36F}"/>
              </a:ext>
            </a:extLst>
          </p:cNvPr>
          <p:cNvSpPr/>
          <p:nvPr/>
        </p:nvSpPr>
        <p:spPr>
          <a:xfrm>
            <a:off x="7168896" y="1621536"/>
            <a:ext cx="4511040" cy="390144"/>
          </a:xfrm>
          <a:prstGeom prst="rect">
            <a:avLst/>
          </a:prstGeom>
          <a:noFill/>
          <a:ln/>
        </p:spPr>
        <p:txBody>
          <a:bodyPr wrap="square" lIns="0" tIns="0" rIns="0" bIns="0" rtlCol="0" anchor="ctr"/>
          <a:lstStyle/>
          <a:p>
            <a:r>
              <a:rPr lang="en-US" sz="1667" b="1" dirty="0">
                <a:solidFill>
                  <a:srgbClr val="0078D4"/>
                </a:solidFill>
                <a:ea typeface="Calibri" pitchFamily="34" charset="-122"/>
                <a:cs typeface="Calibri" pitchFamily="34" charset="-120"/>
              </a:rPr>
              <a:t>ETA Prediction</a:t>
            </a:r>
            <a:endParaRPr lang="en-US" sz="1667" dirty="0"/>
          </a:p>
        </p:txBody>
      </p:sp>
      <p:sp>
        <p:nvSpPr>
          <p:cNvPr id="20" name="Text 13">
            <a:extLst>
              <a:ext uri="{FF2B5EF4-FFF2-40B4-BE49-F238E27FC236}">
                <a16:creationId xmlns:a16="http://schemas.microsoft.com/office/drawing/2014/main" id="{09E707A3-DA43-34EE-0E4F-8089D6151262}"/>
              </a:ext>
            </a:extLst>
          </p:cNvPr>
          <p:cNvSpPr/>
          <p:nvPr/>
        </p:nvSpPr>
        <p:spPr>
          <a:xfrm>
            <a:off x="7168896" y="2023872"/>
            <a:ext cx="1950720" cy="512064"/>
          </a:xfrm>
          <a:prstGeom prst="rect">
            <a:avLst/>
          </a:prstGeom>
          <a:noFill/>
          <a:ln/>
        </p:spPr>
        <p:txBody>
          <a:bodyPr wrap="square" lIns="0" tIns="0" rIns="0" bIns="0" rtlCol="0" anchor="ctr"/>
          <a:lstStyle/>
          <a:p>
            <a:r>
              <a:rPr lang="en-US" sz="1600" b="1" dirty="0">
                <a:solidFill>
                  <a:srgbClr val="FFFFFF"/>
                </a:solidFill>
                <a:ea typeface="Calibri" pitchFamily="34" charset="-122"/>
                <a:cs typeface="Calibri" pitchFamily="34" charset="-120"/>
              </a:rPr>
              <a:t>85%+ on-time</a:t>
            </a:r>
            <a:endParaRPr lang="en-US" sz="1600" dirty="0"/>
          </a:p>
          <a:p>
            <a:r>
              <a:rPr lang="en-US" sz="1600" b="1" dirty="0">
                <a:solidFill>
                  <a:srgbClr val="FFFFFF"/>
                </a:solidFill>
                <a:ea typeface="Calibri" pitchFamily="34" charset="-122"/>
                <a:cs typeface="Calibri" pitchFamily="34" charset="-120"/>
              </a:rPr>
              <a:t>delivery rate</a:t>
            </a:r>
            <a:endParaRPr lang="en-US" sz="1600" dirty="0"/>
          </a:p>
        </p:txBody>
      </p:sp>
      <p:sp>
        <p:nvSpPr>
          <p:cNvPr id="21" name="Text 14">
            <a:extLst>
              <a:ext uri="{FF2B5EF4-FFF2-40B4-BE49-F238E27FC236}">
                <a16:creationId xmlns:a16="http://schemas.microsoft.com/office/drawing/2014/main" id="{A78E51F7-12DA-A65D-6029-F16B8B543CE5}"/>
              </a:ext>
            </a:extLst>
          </p:cNvPr>
          <p:cNvSpPr/>
          <p:nvPr/>
        </p:nvSpPr>
        <p:spPr>
          <a:xfrm>
            <a:off x="6486144" y="2633472"/>
            <a:ext cx="5181600" cy="633984"/>
          </a:xfrm>
          <a:prstGeom prst="rect">
            <a:avLst/>
          </a:prstGeom>
          <a:noFill/>
          <a:ln/>
        </p:spPr>
        <p:txBody>
          <a:bodyPr wrap="square" lIns="0" tIns="0" rIns="0" bIns="0" rtlCol="0" anchor="ctr"/>
          <a:lstStyle/>
          <a:p>
            <a:r>
              <a:rPr lang="en-US" dirty="0">
                <a:solidFill>
                  <a:srgbClr val="B8CFE8"/>
                </a:solidFill>
                <a:ea typeface="Calibri" pitchFamily="34" charset="-122"/>
                <a:cs typeface="Calibri" pitchFamily="34" charset="-120"/>
              </a:rPr>
              <a:t>ML model trained on SAP TM delivery history + weather + traffic. Predicts delays 72 hrs in advance with confidence score.</a:t>
            </a:r>
            <a:endParaRPr lang="en-US" dirty="0"/>
          </a:p>
        </p:txBody>
      </p:sp>
      <p:sp>
        <p:nvSpPr>
          <p:cNvPr id="22" name="Shape 15">
            <a:extLst>
              <a:ext uri="{FF2B5EF4-FFF2-40B4-BE49-F238E27FC236}">
                <a16:creationId xmlns:a16="http://schemas.microsoft.com/office/drawing/2014/main" id="{808950D7-B0FC-9A1E-0C3C-DA25E0A135C5}"/>
              </a:ext>
            </a:extLst>
          </p:cNvPr>
          <p:cNvSpPr/>
          <p:nvPr/>
        </p:nvSpPr>
        <p:spPr>
          <a:xfrm>
            <a:off x="426720" y="3572256"/>
            <a:ext cx="5547360" cy="1926336"/>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23" name="Shape 16">
            <a:extLst>
              <a:ext uri="{FF2B5EF4-FFF2-40B4-BE49-F238E27FC236}">
                <a16:creationId xmlns:a16="http://schemas.microsoft.com/office/drawing/2014/main" id="{A67FAD19-B4C0-E032-8BAB-0C39E155511A}"/>
              </a:ext>
            </a:extLst>
          </p:cNvPr>
          <p:cNvSpPr/>
          <p:nvPr/>
        </p:nvSpPr>
        <p:spPr>
          <a:xfrm>
            <a:off x="426720" y="3572256"/>
            <a:ext cx="5547360" cy="73152"/>
          </a:xfrm>
          <a:prstGeom prst="rect">
            <a:avLst/>
          </a:prstGeom>
          <a:solidFill>
            <a:srgbClr val="00B294"/>
          </a:solidFill>
          <a:ln w="12700">
            <a:solidFill>
              <a:srgbClr val="00B294"/>
            </a:solidFill>
            <a:prstDash val="solid"/>
          </a:ln>
        </p:spPr>
        <p:txBody>
          <a:bodyPr/>
          <a:lstStyle/>
          <a:p>
            <a:endParaRPr lang="en-IN" sz="1867"/>
          </a:p>
        </p:txBody>
      </p:sp>
      <p:pic>
        <p:nvPicPr>
          <p:cNvPr id="24" name="Image 2" descr="preencoded.png">
            <a:extLst>
              <a:ext uri="{FF2B5EF4-FFF2-40B4-BE49-F238E27FC236}">
                <a16:creationId xmlns:a16="http://schemas.microsoft.com/office/drawing/2014/main" id="{E006573E-0A94-6107-825B-ED431082B65F}"/>
              </a:ext>
            </a:extLst>
          </p:cNvPr>
          <p:cNvPicPr>
            <a:picLocks noChangeAspect="1"/>
          </p:cNvPicPr>
          <p:nvPr/>
        </p:nvPicPr>
        <p:blipFill>
          <a:blip r:embed="rId4"/>
          <a:stretch>
            <a:fillRect/>
          </a:stretch>
        </p:blipFill>
        <p:spPr>
          <a:xfrm>
            <a:off x="573024" y="3791712"/>
            <a:ext cx="512064" cy="512064"/>
          </a:xfrm>
          <a:prstGeom prst="rect">
            <a:avLst/>
          </a:prstGeom>
        </p:spPr>
      </p:pic>
      <p:sp>
        <p:nvSpPr>
          <p:cNvPr id="25" name="Text 17">
            <a:extLst>
              <a:ext uri="{FF2B5EF4-FFF2-40B4-BE49-F238E27FC236}">
                <a16:creationId xmlns:a16="http://schemas.microsoft.com/office/drawing/2014/main" id="{64C72256-8324-5DF2-68F0-7AAA063C8824}"/>
              </a:ext>
            </a:extLst>
          </p:cNvPr>
          <p:cNvSpPr/>
          <p:nvPr/>
        </p:nvSpPr>
        <p:spPr>
          <a:xfrm>
            <a:off x="1255776" y="3755136"/>
            <a:ext cx="4511040" cy="390144"/>
          </a:xfrm>
          <a:prstGeom prst="rect">
            <a:avLst/>
          </a:prstGeom>
          <a:noFill/>
          <a:ln/>
        </p:spPr>
        <p:txBody>
          <a:bodyPr wrap="square" lIns="0" tIns="0" rIns="0" bIns="0" rtlCol="0" anchor="ctr"/>
          <a:lstStyle/>
          <a:p>
            <a:r>
              <a:rPr lang="en-US" sz="1667" b="1" dirty="0">
                <a:solidFill>
                  <a:srgbClr val="00B294"/>
                </a:solidFill>
                <a:ea typeface="Calibri" pitchFamily="34" charset="-122"/>
                <a:cs typeface="Calibri" pitchFamily="34" charset="-120"/>
              </a:rPr>
              <a:t>Warehouse Slotting</a:t>
            </a:r>
            <a:endParaRPr lang="en-US" sz="1667" dirty="0"/>
          </a:p>
        </p:txBody>
      </p:sp>
      <p:sp>
        <p:nvSpPr>
          <p:cNvPr id="26" name="Text 18">
            <a:extLst>
              <a:ext uri="{FF2B5EF4-FFF2-40B4-BE49-F238E27FC236}">
                <a16:creationId xmlns:a16="http://schemas.microsoft.com/office/drawing/2014/main" id="{080E8F72-2F8A-B8B0-9BEB-5387BA3706A5}"/>
              </a:ext>
            </a:extLst>
          </p:cNvPr>
          <p:cNvSpPr/>
          <p:nvPr/>
        </p:nvSpPr>
        <p:spPr>
          <a:xfrm>
            <a:off x="1255776" y="4157472"/>
            <a:ext cx="1950720" cy="512064"/>
          </a:xfrm>
          <a:prstGeom prst="rect">
            <a:avLst/>
          </a:prstGeom>
          <a:noFill/>
          <a:ln/>
        </p:spPr>
        <p:txBody>
          <a:bodyPr wrap="square" lIns="0" tIns="0" rIns="0" bIns="0" rtlCol="0" anchor="ctr"/>
          <a:lstStyle/>
          <a:p>
            <a:r>
              <a:rPr lang="en-US" sz="1600" b="1" dirty="0">
                <a:solidFill>
                  <a:srgbClr val="FFFFFF"/>
                </a:solidFill>
                <a:ea typeface="Calibri" pitchFamily="34" charset="-122"/>
                <a:cs typeface="Calibri" pitchFamily="34" charset="-120"/>
              </a:rPr>
              <a:t>20% pick</a:t>
            </a:r>
            <a:endParaRPr lang="en-US" sz="1600" dirty="0"/>
          </a:p>
          <a:p>
            <a:r>
              <a:rPr lang="en-US" sz="1600" b="1" dirty="0">
                <a:solidFill>
                  <a:srgbClr val="FFFFFF"/>
                </a:solidFill>
                <a:ea typeface="Calibri" pitchFamily="34" charset="-122"/>
                <a:cs typeface="Calibri" pitchFamily="34" charset="-120"/>
              </a:rPr>
              <a:t>time reduction</a:t>
            </a:r>
            <a:endParaRPr lang="en-US" sz="1600" dirty="0"/>
          </a:p>
        </p:txBody>
      </p:sp>
      <p:sp>
        <p:nvSpPr>
          <p:cNvPr id="27" name="Text 19">
            <a:extLst>
              <a:ext uri="{FF2B5EF4-FFF2-40B4-BE49-F238E27FC236}">
                <a16:creationId xmlns:a16="http://schemas.microsoft.com/office/drawing/2014/main" id="{067ABB1B-5A13-B1F0-5B1A-59C06397B87E}"/>
              </a:ext>
            </a:extLst>
          </p:cNvPr>
          <p:cNvSpPr/>
          <p:nvPr/>
        </p:nvSpPr>
        <p:spPr>
          <a:xfrm>
            <a:off x="573024" y="4767072"/>
            <a:ext cx="5181600" cy="633984"/>
          </a:xfrm>
          <a:prstGeom prst="rect">
            <a:avLst/>
          </a:prstGeom>
          <a:noFill/>
          <a:ln/>
        </p:spPr>
        <p:txBody>
          <a:bodyPr wrap="square" lIns="0" tIns="0" rIns="0" bIns="0" rtlCol="0" anchor="ctr"/>
          <a:lstStyle/>
          <a:p>
            <a:r>
              <a:rPr lang="en-US" dirty="0">
                <a:solidFill>
                  <a:srgbClr val="B8CFE8"/>
                </a:solidFill>
                <a:ea typeface="Calibri" pitchFamily="34" charset="-122"/>
                <a:cs typeface="Calibri" pitchFamily="34" charset="-120"/>
              </a:rPr>
              <a:t>AI determines optimal bin location per SKU based on velocity, weight, co-pick patterns from SAP WM/EWM data.</a:t>
            </a:r>
            <a:endParaRPr lang="en-US" dirty="0"/>
          </a:p>
        </p:txBody>
      </p:sp>
      <p:sp>
        <p:nvSpPr>
          <p:cNvPr id="28" name="Shape 20">
            <a:extLst>
              <a:ext uri="{FF2B5EF4-FFF2-40B4-BE49-F238E27FC236}">
                <a16:creationId xmlns:a16="http://schemas.microsoft.com/office/drawing/2014/main" id="{7FB0C92A-DA77-26A6-6275-AD1C7D51F462}"/>
              </a:ext>
            </a:extLst>
          </p:cNvPr>
          <p:cNvSpPr/>
          <p:nvPr/>
        </p:nvSpPr>
        <p:spPr>
          <a:xfrm>
            <a:off x="6339840" y="3572256"/>
            <a:ext cx="5547360" cy="1926336"/>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29" name="Shape 21">
            <a:extLst>
              <a:ext uri="{FF2B5EF4-FFF2-40B4-BE49-F238E27FC236}">
                <a16:creationId xmlns:a16="http://schemas.microsoft.com/office/drawing/2014/main" id="{C2D10B44-9470-F924-3C8D-0E2577AC3C29}"/>
              </a:ext>
            </a:extLst>
          </p:cNvPr>
          <p:cNvSpPr/>
          <p:nvPr/>
        </p:nvSpPr>
        <p:spPr>
          <a:xfrm>
            <a:off x="6339840" y="3572256"/>
            <a:ext cx="5547360" cy="73152"/>
          </a:xfrm>
          <a:prstGeom prst="rect">
            <a:avLst/>
          </a:prstGeom>
          <a:solidFill>
            <a:srgbClr val="FFB900"/>
          </a:solidFill>
          <a:ln w="12700">
            <a:solidFill>
              <a:srgbClr val="FFB900"/>
            </a:solidFill>
            <a:prstDash val="solid"/>
          </a:ln>
        </p:spPr>
        <p:txBody>
          <a:bodyPr/>
          <a:lstStyle/>
          <a:p>
            <a:endParaRPr lang="en-IN" sz="1867"/>
          </a:p>
        </p:txBody>
      </p:sp>
      <p:pic>
        <p:nvPicPr>
          <p:cNvPr id="30" name="Image 3" descr="preencoded.png">
            <a:extLst>
              <a:ext uri="{FF2B5EF4-FFF2-40B4-BE49-F238E27FC236}">
                <a16:creationId xmlns:a16="http://schemas.microsoft.com/office/drawing/2014/main" id="{F2983F73-E18C-CFF0-1204-D673E7F0E290}"/>
              </a:ext>
            </a:extLst>
          </p:cNvPr>
          <p:cNvPicPr>
            <a:picLocks noChangeAspect="1"/>
          </p:cNvPicPr>
          <p:nvPr/>
        </p:nvPicPr>
        <p:blipFill>
          <a:blip r:embed="rId5"/>
          <a:stretch>
            <a:fillRect/>
          </a:stretch>
        </p:blipFill>
        <p:spPr>
          <a:xfrm>
            <a:off x="6486144" y="3791712"/>
            <a:ext cx="512064" cy="512064"/>
          </a:xfrm>
          <a:prstGeom prst="rect">
            <a:avLst/>
          </a:prstGeom>
        </p:spPr>
      </p:pic>
      <p:sp>
        <p:nvSpPr>
          <p:cNvPr id="31" name="Text 22">
            <a:extLst>
              <a:ext uri="{FF2B5EF4-FFF2-40B4-BE49-F238E27FC236}">
                <a16:creationId xmlns:a16="http://schemas.microsoft.com/office/drawing/2014/main" id="{6C7B6EE8-173D-7376-347E-94BE45D73A27}"/>
              </a:ext>
            </a:extLst>
          </p:cNvPr>
          <p:cNvSpPr/>
          <p:nvPr/>
        </p:nvSpPr>
        <p:spPr>
          <a:xfrm>
            <a:off x="7168896" y="3755136"/>
            <a:ext cx="4511040" cy="390144"/>
          </a:xfrm>
          <a:prstGeom prst="rect">
            <a:avLst/>
          </a:prstGeom>
          <a:noFill/>
          <a:ln/>
        </p:spPr>
        <p:txBody>
          <a:bodyPr wrap="square" lIns="0" tIns="0" rIns="0" bIns="0" rtlCol="0" anchor="ctr"/>
          <a:lstStyle/>
          <a:p>
            <a:r>
              <a:rPr lang="en-US" sz="1667" b="1" dirty="0">
                <a:solidFill>
                  <a:srgbClr val="FFB900"/>
                </a:solidFill>
                <a:ea typeface="Calibri" pitchFamily="34" charset="-122"/>
                <a:cs typeface="Calibri" pitchFamily="34" charset="-120"/>
              </a:rPr>
              <a:t>Cross-Dock Planning</a:t>
            </a:r>
            <a:endParaRPr lang="en-US" sz="1667" dirty="0"/>
          </a:p>
        </p:txBody>
      </p:sp>
      <p:sp>
        <p:nvSpPr>
          <p:cNvPr id="32" name="Text 23">
            <a:extLst>
              <a:ext uri="{FF2B5EF4-FFF2-40B4-BE49-F238E27FC236}">
                <a16:creationId xmlns:a16="http://schemas.microsoft.com/office/drawing/2014/main" id="{8E83C4C4-7287-7B10-3015-098D7693F59F}"/>
              </a:ext>
            </a:extLst>
          </p:cNvPr>
          <p:cNvSpPr/>
          <p:nvPr/>
        </p:nvSpPr>
        <p:spPr>
          <a:xfrm>
            <a:off x="7168896" y="4157472"/>
            <a:ext cx="1950720" cy="512064"/>
          </a:xfrm>
          <a:prstGeom prst="rect">
            <a:avLst/>
          </a:prstGeom>
          <a:noFill/>
          <a:ln/>
        </p:spPr>
        <p:txBody>
          <a:bodyPr wrap="square" lIns="0" tIns="0" rIns="0" bIns="0" rtlCol="0" anchor="ctr"/>
          <a:lstStyle/>
          <a:p>
            <a:r>
              <a:rPr lang="en-US" sz="1600" b="1" dirty="0">
                <a:solidFill>
                  <a:srgbClr val="FFFFFF"/>
                </a:solidFill>
                <a:ea typeface="Calibri" pitchFamily="34" charset="-122"/>
                <a:cs typeface="Calibri" pitchFamily="34" charset="-120"/>
              </a:rPr>
              <a:t>18% lower</a:t>
            </a:r>
            <a:endParaRPr lang="en-US" sz="1600" dirty="0"/>
          </a:p>
          <a:p>
            <a:r>
              <a:rPr lang="en-US" sz="1600" b="1" dirty="0">
                <a:solidFill>
                  <a:srgbClr val="FFFFFF"/>
                </a:solidFill>
                <a:ea typeface="Calibri" pitchFamily="34" charset="-122"/>
                <a:cs typeface="Calibri" pitchFamily="34" charset="-120"/>
              </a:rPr>
              <a:t>warehouse cost</a:t>
            </a:r>
            <a:endParaRPr lang="en-US" sz="1600" dirty="0"/>
          </a:p>
        </p:txBody>
      </p:sp>
      <p:sp>
        <p:nvSpPr>
          <p:cNvPr id="33" name="Text 24">
            <a:extLst>
              <a:ext uri="{FF2B5EF4-FFF2-40B4-BE49-F238E27FC236}">
                <a16:creationId xmlns:a16="http://schemas.microsoft.com/office/drawing/2014/main" id="{4FDEA8D7-34F4-ECAA-E924-16F91128A191}"/>
              </a:ext>
            </a:extLst>
          </p:cNvPr>
          <p:cNvSpPr/>
          <p:nvPr/>
        </p:nvSpPr>
        <p:spPr>
          <a:xfrm>
            <a:off x="6486144" y="4767072"/>
            <a:ext cx="5181600" cy="633984"/>
          </a:xfrm>
          <a:prstGeom prst="rect">
            <a:avLst/>
          </a:prstGeom>
          <a:noFill/>
          <a:ln/>
        </p:spPr>
        <p:txBody>
          <a:bodyPr wrap="square" lIns="0" tIns="0" rIns="0" bIns="0" rtlCol="0" anchor="ctr"/>
          <a:lstStyle/>
          <a:p>
            <a:r>
              <a:rPr lang="en-US" dirty="0">
                <a:solidFill>
                  <a:srgbClr val="B8CFE8"/>
                </a:solidFill>
                <a:ea typeface="Calibri" pitchFamily="34" charset="-122"/>
                <a:cs typeface="Calibri" pitchFamily="34" charset="-120"/>
              </a:rPr>
              <a:t>Identifies cross-dock opportunities automatically using inbound/outbound matching in </a:t>
            </a:r>
            <a:r>
              <a:rPr lang="en-US">
                <a:solidFill>
                  <a:srgbClr val="B8CFE8"/>
                </a:solidFill>
                <a:ea typeface="Calibri" pitchFamily="34" charset="-122"/>
                <a:cs typeface="Calibri" pitchFamily="34" charset="-120"/>
              </a:rPr>
              <a:t>Fabric reducing </a:t>
            </a:r>
            <a:r>
              <a:rPr lang="en-US" dirty="0">
                <a:solidFill>
                  <a:srgbClr val="B8CFE8"/>
                </a:solidFill>
                <a:ea typeface="Calibri" pitchFamily="34" charset="-122"/>
                <a:cs typeface="Calibri" pitchFamily="34" charset="-120"/>
              </a:rPr>
              <a:t>storage cost.</a:t>
            </a:r>
            <a:endParaRPr lang="en-US" dirty="0"/>
          </a:p>
        </p:txBody>
      </p:sp>
    </p:spTree>
    <p:extLst>
      <p:ext uri="{BB962C8B-B14F-4D97-AF65-F5344CB8AC3E}">
        <p14:creationId xmlns:p14="http://schemas.microsoft.com/office/powerpoint/2010/main" val="2026789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92EE0-938B-0CAA-8405-B884629BCC8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7685266-5DAE-FFBB-3552-1F809D5C206A}"/>
              </a:ext>
            </a:extLst>
          </p:cNvPr>
          <p:cNvSpPr>
            <a:spLocks noGrp="1"/>
          </p:cNvSpPr>
          <p:nvPr>
            <p:ph type="ftr" sz="quarter" idx="3"/>
          </p:nvPr>
        </p:nvSpPr>
        <p:spPr/>
        <p:txBody>
          <a:bodyPr/>
          <a:lstStyle/>
          <a:p>
            <a:r>
              <a:rPr lang="en-US"/>
              <a:t>© </a:t>
            </a:r>
            <a:fld id="{BD10386A-F078-491A-8D58-536D4066CAE5}" type="datetimeyyyy">
              <a:rPr lang="en-US" smtClean="0"/>
              <a:pPr/>
              <a:t>2026</a:t>
            </a:fld>
            <a:r>
              <a:rPr lang="en-US"/>
              <a:t> NTT DATA Business Solutions</a:t>
            </a:r>
          </a:p>
        </p:txBody>
      </p:sp>
      <p:sp>
        <p:nvSpPr>
          <p:cNvPr id="4" name="Slide Number Placeholder 3">
            <a:extLst>
              <a:ext uri="{FF2B5EF4-FFF2-40B4-BE49-F238E27FC236}">
                <a16:creationId xmlns:a16="http://schemas.microsoft.com/office/drawing/2014/main" id="{9058DEC7-F657-C255-FEA7-1A86296AC6CB}"/>
              </a:ext>
            </a:extLst>
          </p:cNvPr>
          <p:cNvSpPr>
            <a:spLocks noGrp="1"/>
          </p:cNvSpPr>
          <p:nvPr>
            <p:ph type="sldNum" sz="quarter" idx="4"/>
          </p:nvPr>
        </p:nvSpPr>
        <p:spPr/>
        <p:txBody>
          <a:bodyPr/>
          <a:lstStyle/>
          <a:p>
            <a:fld id="{13CE6DAF-806F-404B-BC68-339BFCB57E5C}" type="slidenum">
              <a:rPr lang="en-US" smtClean="0"/>
              <a:pPr/>
              <a:t>9</a:t>
            </a:fld>
            <a:endParaRPr lang="en-US"/>
          </a:p>
        </p:txBody>
      </p:sp>
      <p:sp>
        <p:nvSpPr>
          <p:cNvPr id="5" name="Shape 0">
            <a:extLst>
              <a:ext uri="{FF2B5EF4-FFF2-40B4-BE49-F238E27FC236}">
                <a16:creationId xmlns:a16="http://schemas.microsoft.com/office/drawing/2014/main" id="{B1A73532-AAF2-7D54-4456-E23AE5328D25}"/>
              </a:ext>
            </a:extLst>
          </p:cNvPr>
          <p:cNvSpPr/>
          <p:nvPr/>
        </p:nvSpPr>
        <p:spPr>
          <a:xfrm>
            <a:off x="0" y="0"/>
            <a:ext cx="12192000" cy="73152"/>
          </a:xfrm>
          <a:prstGeom prst="rect">
            <a:avLst/>
          </a:prstGeom>
          <a:solidFill>
            <a:srgbClr val="0078D4"/>
          </a:solidFill>
          <a:ln w="12700">
            <a:solidFill>
              <a:srgbClr val="0078D4"/>
            </a:solidFill>
            <a:prstDash val="solid"/>
          </a:ln>
        </p:spPr>
        <p:txBody>
          <a:bodyPr/>
          <a:lstStyle/>
          <a:p>
            <a:endParaRPr lang="en-IN" sz="1867"/>
          </a:p>
        </p:txBody>
      </p:sp>
      <p:sp>
        <p:nvSpPr>
          <p:cNvPr id="6" name="Text 1">
            <a:extLst>
              <a:ext uri="{FF2B5EF4-FFF2-40B4-BE49-F238E27FC236}">
                <a16:creationId xmlns:a16="http://schemas.microsoft.com/office/drawing/2014/main" id="{5EC48AF6-C300-0F70-D633-6CACB4CF6870}"/>
              </a:ext>
            </a:extLst>
          </p:cNvPr>
          <p:cNvSpPr/>
          <p:nvPr/>
        </p:nvSpPr>
        <p:spPr>
          <a:xfrm>
            <a:off x="371475" y="207264"/>
            <a:ext cx="10972800" cy="731520"/>
          </a:xfrm>
          <a:prstGeom prst="rect">
            <a:avLst/>
          </a:prstGeom>
          <a:noFill/>
          <a:ln/>
        </p:spPr>
        <p:txBody>
          <a:bodyPr wrap="square" lIns="0" tIns="0" rIns="0" bIns="0" rtlCol="0" anchor="ctr"/>
          <a:lstStyle/>
          <a:p>
            <a:r>
              <a:rPr lang="en-US" sz="3467" b="1" dirty="0">
                <a:solidFill>
                  <a:srgbClr val="FFFFFF"/>
                </a:solidFill>
                <a:latin typeface="+mj-lt"/>
                <a:ea typeface="Calibri" pitchFamily="34" charset="-122"/>
                <a:cs typeface="Calibri" pitchFamily="34" charset="-120"/>
              </a:rPr>
              <a:t>The Agentic AI Layer — The Differentiator</a:t>
            </a:r>
            <a:endParaRPr lang="en-US" sz="3467" dirty="0">
              <a:latin typeface="+mj-lt"/>
            </a:endParaRPr>
          </a:p>
        </p:txBody>
      </p:sp>
      <p:sp>
        <p:nvSpPr>
          <p:cNvPr id="7" name="Text 2">
            <a:extLst>
              <a:ext uri="{FF2B5EF4-FFF2-40B4-BE49-F238E27FC236}">
                <a16:creationId xmlns:a16="http://schemas.microsoft.com/office/drawing/2014/main" id="{4D87C520-9BA8-8910-5D02-B8C10DEEC568}"/>
              </a:ext>
            </a:extLst>
          </p:cNvPr>
          <p:cNvSpPr/>
          <p:nvPr/>
        </p:nvSpPr>
        <p:spPr>
          <a:xfrm>
            <a:off x="487680" y="863127"/>
            <a:ext cx="10972800" cy="426720"/>
          </a:xfrm>
          <a:prstGeom prst="rect">
            <a:avLst/>
          </a:prstGeom>
          <a:noFill/>
          <a:ln/>
        </p:spPr>
        <p:txBody>
          <a:bodyPr wrap="square" lIns="0" tIns="0" rIns="0" bIns="0" rtlCol="0" anchor="ctr"/>
          <a:lstStyle/>
          <a:p>
            <a:r>
              <a:rPr lang="en-US" sz="1733" dirty="0">
                <a:solidFill>
                  <a:srgbClr val="B8CFE8"/>
                </a:solidFill>
                <a:ea typeface="Calibri" pitchFamily="34" charset="-122"/>
                <a:cs typeface="Calibri" pitchFamily="34" charset="-120"/>
              </a:rPr>
              <a:t>A single intelligent bot that orchestrates all four supply chain domains</a:t>
            </a:r>
            <a:endParaRPr lang="en-US" sz="1733" dirty="0"/>
          </a:p>
        </p:txBody>
      </p:sp>
      <p:sp>
        <p:nvSpPr>
          <p:cNvPr id="8" name="Shape 3">
            <a:extLst>
              <a:ext uri="{FF2B5EF4-FFF2-40B4-BE49-F238E27FC236}">
                <a16:creationId xmlns:a16="http://schemas.microsoft.com/office/drawing/2014/main" id="{7A797C2C-596F-5E2B-4B94-DBE9D832E222}"/>
              </a:ext>
            </a:extLst>
          </p:cNvPr>
          <p:cNvSpPr/>
          <p:nvPr/>
        </p:nvSpPr>
        <p:spPr>
          <a:xfrm>
            <a:off x="4693920" y="2794139"/>
            <a:ext cx="2926080" cy="1828800"/>
          </a:xfrm>
          <a:prstGeom prst="rect">
            <a:avLst/>
          </a:prstGeom>
          <a:solidFill>
            <a:srgbClr val="243A5E"/>
          </a:solidFill>
          <a:ln w="12700">
            <a:solidFill>
              <a:srgbClr val="243A5E"/>
            </a:solidFill>
            <a:prstDash val="solid"/>
          </a:ln>
          <a:effectLst>
            <a:outerShdw blurRad="152400" dist="38100" dir="8100000" algn="bl" rotWithShape="0">
              <a:srgbClr val="000000">
                <a:alpha val="25000"/>
              </a:srgbClr>
            </a:outerShdw>
          </a:effectLst>
        </p:spPr>
        <p:txBody>
          <a:bodyPr/>
          <a:lstStyle/>
          <a:p>
            <a:endParaRPr lang="en-IN" sz="1867"/>
          </a:p>
        </p:txBody>
      </p:sp>
      <p:sp>
        <p:nvSpPr>
          <p:cNvPr id="9" name="Shape 4">
            <a:extLst>
              <a:ext uri="{FF2B5EF4-FFF2-40B4-BE49-F238E27FC236}">
                <a16:creationId xmlns:a16="http://schemas.microsoft.com/office/drawing/2014/main" id="{9730793D-274F-DACD-8DEE-4598DD89CAD7}"/>
              </a:ext>
            </a:extLst>
          </p:cNvPr>
          <p:cNvSpPr/>
          <p:nvPr/>
        </p:nvSpPr>
        <p:spPr>
          <a:xfrm>
            <a:off x="4693920" y="2692150"/>
            <a:ext cx="2926080" cy="73152"/>
          </a:xfrm>
          <a:prstGeom prst="rect">
            <a:avLst/>
          </a:prstGeom>
          <a:solidFill>
            <a:srgbClr val="FFB900"/>
          </a:solidFill>
          <a:ln w="12700">
            <a:solidFill>
              <a:srgbClr val="FFB900"/>
            </a:solidFill>
            <a:prstDash val="solid"/>
          </a:ln>
        </p:spPr>
        <p:txBody>
          <a:bodyPr/>
          <a:lstStyle/>
          <a:p>
            <a:endParaRPr lang="en-IN" sz="1867"/>
          </a:p>
        </p:txBody>
      </p:sp>
      <p:pic>
        <p:nvPicPr>
          <p:cNvPr id="10" name="Image 0" descr="preencoded.png">
            <a:extLst>
              <a:ext uri="{FF2B5EF4-FFF2-40B4-BE49-F238E27FC236}">
                <a16:creationId xmlns:a16="http://schemas.microsoft.com/office/drawing/2014/main" id="{03FBFCFB-B2FA-337E-9F90-D4FC8D2935F5}"/>
              </a:ext>
            </a:extLst>
          </p:cNvPr>
          <p:cNvPicPr>
            <a:picLocks noChangeAspect="1"/>
          </p:cNvPicPr>
          <p:nvPr/>
        </p:nvPicPr>
        <p:blipFill>
          <a:blip r:embed="rId2"/>
          <a:stretch>
            <a:fillRect/>
          </a:stretch>
        </p:blipFill>
        <p:spPr>
          <a:xfrm>
            <a:off x="5699760" y="2972566"/>
            <a:ext cx="792480" cy="792480"/>
          </a:xfrm>
          <a:prstGeom prst="rect">
            <a:avLst/>
          </a:prstGeom>
        </p:spPr>
      </p:pic>
      <p:sp>
        <p:nvSpPr>
          <p:cNvPr id="11" name="Text 5">
            <a:extLst>
              <a:ext uri="{FF2B5EF4-FFF2-40B4-BE49-F238E27FC236}">
                <a16:creationId xmlns:a16="http://schemas.microsoft.com/office/drawing/2014/main" id="{45755688-38C4-12CE-295F-B842054C64E1}"/>
              </a:ext>
            </a:extLst>
          </p:cNvPr>
          <p:cNvSpPr/>
          <p:nvPr/>
        </p:nvSpPr>
        <p:spPr>
          <a:xfrm>
            <a:off x="4572000" y="3759201"/>
            <a:ext cx="2926080" cy="731520"/>
          </a:xfrm>
          <a:prstGeom prst="rect">
            <a:avLst/>
          </a:prstGeom>
          <a:noFill/>
          <a:ln/>
        </p:spPr>
        <p:txBody>
          <a:bodyPr wrap="square" lIns="0" tIns="0" rIns="0" bIns="0" rtlCol="0" anchor="ctr"/>
          <a:lstStyle/>
          <a:p>
            <a:pPr algn="ctr"/>
            <a:r>
              <a:rPr lang="en-US" sz="1600" b="1" dirty="0">
                <a:solidFill>
                  <a:srgbClr val="FFB900"/>
                </a:solidFill>
                <a:ea typeface="Calibri" pitchFamily="34" charset="-122"/>
                <a:cs typeface="Calibri" pitchFamily="34" charset="-120"/>
              </a:rPr>
              <a:t>Supply Chain</a:t>
            </a:r>
            <a:endParaRPr lang="en-US" sz="1600" dirty="0"/>
          </a:p>
          <a:p>
            <a:pPr algn="ctr"/>
            <a:r>
              <a:rPr lang="en-US" sz="1600" b="1" dirty="0">
                <a:solidFill>
                  <a:srgbClr val="FFB900"/>
                </a:solidFill>
                <a:ea typeface="Calibri" pitchFamily="34" charset="-122"/>
                <a:cs typeface="Calibri" pitchFamily="34" charset="-120"/>
              </a:rPr>
              <a:t>Copilot Agent</a:t>
            </a:r>
            <a:endParaRPr lang="en-US" sz="1600" dirty="0"/>
          </a:p>
        </p:txBody>
      </p:sp>
      <p:sp>
        <p:nvSpPr>
          <p:cNvPr id="12" name="Shape 6">
            <a:extLst>
              <a:ext uri="{FF2B5EF4-FFF2-40B4-BE49-F238E27FC236}">
                <a16:creationId xmlns:a16="http://schemas.microsoft.com/office/drawing/2014/main" id="{D0B323C1-DBFC-DF5D-2F1C-3CC14070D01A}"/>
              </a:ext>
            </a:extLst>
          </p:cNvPr>
          <p:cNvSpPr/>
          <p:nvPr/>
        </p:nvSpPr>
        <p:spPr>
          <a:xfrm>
            <a:off x="426720" y="1341120"/>
            <a:ext cx="2682240" cy="1706880"/>
          </a:xfrm>
          <a:prstGeom prst="rect">
            <a:avLst/>
          </a:prstGeom>
          <a:solidFill>
            <a:srgbClr val="162845"/>
          </a:solidFill>
          <a:ln w="12700">
            <a:solidFill>
              <a:srgbClr val="162845"/>
            </a:solidFill>
            <a:prstDash val="solid"/>
          </a:ln>
          <a:effectLst>
            <a:outerShdw blurRad="152400" dist="38100" dir="8100000" algn="bl" rotWithShape="0">
              <a:srgbClr val="000000">
                <a:alpha val="25000"/>
              </a:srgbClr>
            </a:outerShdw>
          </a:effectLst>
        </p:spPr>
        <p:txBody>
          <a:bodyPr/>
          <a:lstStyle/>
          <a:p>
            <a:endParaRPr lang="en-IN" sz="1867"/>
          </a:p>
        </p:txBody>
      </p:sp>
      <p:sp>
        <p:nvSpPr>
          <p:cNvPr id="13" name="Shape 7">
            <a:extLst>
              <a:ext uri="{FF2B5EF4-FFF2-40B4-BE49-F238E27FC236}">
                <a16:creationId xmlns:a16="http://schemas.microsoft.com/office/drawing/2014/main" id="{ABCA38E7-6AAA-E9E6-1A17-0D27A083CA6F}"/>
              </a:ext>
            </a:extLst>
          </p:cNvPr>
          <p:cNvSpPr/>
          <p:nvPr/>
        </p:nvSpPr>
        <p:spPr>
          <a:xfrm>
            <a:off x="426720" y="1341120"/>
            <a:ext cx="2682240" cy="73152"/>
          </a:xfrm>
          <a:prstGeom prst="rect">
            <a:avLst/>
          </a:prstGeom>
          <a:solidFill>
            <a:srgbClr val="0078D4"/>
          </a:solidFill>
          <a:ln w="12700">
            <a:solidFill>
              <a:srgbClr val="0078D4"/>
            </a:solidFill>
            <a:prstDash val="solid"/>
          </a:ln>
        </p:spPr>
        <p:txBody>
          <a:bodyPr/>
          <a:lstStyle/>
          <a:p>
            <a:endParaRPr lang="en-IN" sz="1867"/>
          </a:p>
        </p:txBody>
      </p:sp>
      <p:pic>
        <p:nvPicPr>
          <p:cNvPr id="14" name="Image 1" descr="preencoded.png">
            <a:extLst>
              <a:ext uri="{FF2B5EF4-FFF2-40B4-BE49-F238E27FC236}">
                <a16:creationId xmlns:a16="http://schemas.microsoft.com/office/drawing/2014/main" id="{E7DAB011-B9D7-4DE1-A273-B04F8EBEE940}"/>
              </a:ext>
            </a:extLst>
          </p:cNvPr>
          <p:cNvPicPr>
            <a:picLocks noChangeAspect="1"/>
          </p:cNvPicPr>
          <p:nvPr/>
        </p:nvPicPr>
        <p:blipFill>
          <a:blip r:embed="rId3"/>
          <a:stretch>
            <a:fillRect/>
          </a:stretch>
        </p:blipFill>
        <p:spPr>
          <a:xfrm>
            <a:off x="1463040" y="1524000"/>
            <a:ext cx="548640" cy="548640"/>
          </a:xfrm>
          <a:prstGeom prst="rect">
            <a:avLst/>
          </a:prstGeom>
        </p:spPr>
      </p:pic>
      <p:sp>
        <p:nvSpPr>
          <p:cNvPr id="15" name="Text 8">
            <a:extLst>
              <a:ext uri="{FF2B5EF4-FFF2-40B4-BE49-F238E27FC236}">
                <a16:creationId xmlns:a16="http://schemas.microsoft.com/office/drawing/2014/main" id="{EB125F19-2FBE-B222-40DA-7DAA8183BA72}"/>
              </a:ext>
            </a:extLst>
          </p:cNvPr>
          <p:cNvSpPr/>
          <p:nvPr/>
        </p:nvSpPr>
        <p:spPr>
          <a:xfrm>
            <a:off x="487680" y="2133600"/>
            <a:ext cx="2560320" cy="792480"/>
          </a:xfrm>
          <a:prstGeom prst="rect">
            <a:avLst/>
          </a:prstGeom>
          <a:noFill/>
          <a:ln/>
        </p:spPr>
        <p:txBody>
          <a:bodyPr wrap="square" lIns="0" tIns="0" rIns="0" bIns="0" rtlCol="0" anchor="ctr"/>
          <a:lstStyle/>
          <a:p>
            <a:pPr algn="ctr"/>
            <a:r>
              <a:rPr lang="en-US" sz="1467" b="1" dirty="0">
                <a:solidFill>
                  <a:srgbClr val="0078D4"/>
                </a:solidFill>
                <a:ea typeface="Calibri" pitchFamily="34" charset="-122"/>
                <a:cs typeface="Calibri" pitchFamily="34" charset="-120"/>
              </a:rPr>
              <a:t>Demand</a:t>
            </a:r>
            <a:endParaRPr lang="en-US" sz="1467" dirty="0"/>
          </a:p>
          <a:p>
            <a:pPr algn="ctr"/>
            <a:r>
              <a:rPr lang="en-US" sz="1467" b="1" dirty="0">
                <a:solidFill>
                  <a:srgbClr val="0078D4"/>
                </a:solidFill>
                <a:ea typeface="Calibri" pitchFamily="34" charset="-122"/>
                <a:cs typeface="Calibri" pitchFamily="34" charset="-120"/>
              </a:rPr>
              <a:t>Forecasting</a:t>
            </a:r>
            <a:endParaRPr lang="en-US" sz="1467" dirty="0"/>
          </a:p>
          <a:p>
            <a:pPr algn="ctr"/>
            <a:r>
              <a:rPr lang="en-US" sz="1467" b="1" dirty="0">
                <a:solidFill>
                  <a:srgbClr val="0078D4"/>
                </a:solidFill>
                <a:ea typeface="Calibri" pitchFamily="34" charset="-122"/>
                <a:cs typeface="Calibri" pitchFamily="34" charset="-120"/>
              </a:rPr>
              <a:t>Agent</a:t>
            </a:r>
            <a:endParaRPr lang="en-US" sz="1467" dirty="0"/>
          </a:p>
        </p:txBody>
      </p:sp>
      <p:sp>
        <p:nvSpPr>
          <p:cNvPr id="16" name="Shape 9">
            <a:extLst>
              <a:ext uri="{FF2B5EF4-FFF2-40B4-BE49-F238E27FC236}">
                <a16:creationId xmlns:a16="http://schemas.microsoft.com/office/drawing/2014/main" id="{D268A8C2-2DA7-C657-18AE-6B9F4CF9D1C0}"/>
              </a:ext>
            </a:extLst>
          </p:cNvPr>
          <p:cNvSpPr/>
          <p:nvPr/>
        </p:nvSpPr>
        <p:spPr>
          <a:xfrm>
            <a:off x="8961120" y="1341120"/>
            <a:ext cx="2682240" cy="1706880"/>
          </a:xfrm>
          <a:prstGeom prst="rect">
            <a:avLst/>
          </a:prstGeom>
          <a:solidFill>
            <a:srgbClr val="162845"/>
          </a:solidFill>
          <a:ln w="12700">
            <a:solidFill>
              <a:srgbClr val="162845"/>
            </a:solidFill>
            <a:prstDash val="solid"/>
          </a:ln>
          <a:effectLst>
            <a:outerShdw blurRad="152400" dist="38100" dir="8100000" algn="bl" rotWithShape="0">
              <a:srgbClr val="000000">
                <a:alpha val="25000"/>
              </a:srgbClr>
            </a:outerShdw>
          </a:effectLst>
        </p:spPr>
        <p:txBody>
          <a:bodyPr/>
          <a:lstStyle/>
          <a:p>
            <a:endParaRPr lang="en-IN" sz="1867"/>
          </a:p>
        </p:txBody>
      </p:sp>
      <p:sp>
        <p:nvSpPr>
          <p:cNvPr id="17" name="Shape 10">
            <a:extLst>
              <a:ext uri="{FF2B5EF4-FFF2-40B4-BE49-F238E27FC236}">
                <a16:creationId xmlns:a16="http://schemas.microsoft.com/office/drawing/2014/main" id="{33DD8392-7192-656B-B079-4CFC3BA2DCB7}"/>
              </a:ext>
            </a:extLst>
          </p:cNvPr>
          <p:cNvSpPr/>
          <p:nvPr/>
        </p:nvSpPr>
        <p:spPr>
          <a:xfrm>
            <a:off x="8961120" y="1341120"/>
            <a:ext cx="2682240" cy="73152"/>
          </a:xfrm>
          <a:prstGeom prst="rect">
            <a:avLst/>
          </a:prstGeom>
          <a:solidFill>
            <a:srgbClr val="FFB900"/>
          </a:solidFill>
          <a:ln w="12700">
            <a:solidFill>
              <a:srgbClr val="FFB900"/>
            </a:solidFill>
            <a:prstDash val="solid"/>
          </a:ln>
        </p:spPr>
        <p:txBody>
          <a:bodyPr/>
          <a:lstStyle/>
          <a:p>
            <a:endParaRPr lang="en-IN" sz="1867"/>
          </a:p>
        </p:txBody>
      </p:sp>
      <p:pic>
        <p:nvPicPr>
          <p:cNvPr id="18" name="Image 2" descr="preencoded.png">
            <a:extLst>
              <a:ext uri="{FF2B5EF4-FFF2-40B4-BE49-F238E27FC236}">
                <a16:creationId xmlns:a16="http://schemas.microsoft.com/office/drawing/2014/main" id="{EE46CF47-16AB-F374-D6F2-559DE5B32B6F}"/>
              </a:ext>
            </a:extLst>
          </p:cNvPr>
          <p:cNvPicPr>
            <a:picLocks noChangeAspect="1"/>
          </p:cNvPicPr>
          <p:nvPr/>
        </p:nvPicPr>
        <p:blipFill>
          <a:blip r:embed="rId4"/>
          <a:stretch>
            <a:fillRect/>
          </a:stretch>
        </p:blipFill>
        <p:spPr>
          <a:xfrm>
            <a:off x="9997440" y="1524000"/>
            <a:ext cx="548640" cy="548640"/>
          </a:xfrm>
          <a:prstGeom prst="rect">
            <a:avLst/>
          </a:prstGeom>
        </p:spPr>
      </p:pic>
      <p:sp>
        <p:nvSpPr>
          <p:cNvPr id="19" name="Text 11">
            <a:extLst>
              <a:ext uri="{FF2B5EF4-FFF2-40B4-BE49-F238E27FC236}">
                <a16:creationId xmlns:a16="http://schemas.microsoft.com/office/drawing/2014/main" id="{DB2C5E52-5C81-A3C8-2A16-8E4F9C16D876}"/>
              </a:ext>
            </a:extLst>
          </p:cNvPr>
          <p:cNvSpPr/>
          <p:nvPr/>
        </p:nvSpPr>
        <p:spPr>
          <a:xfrm>
            <a:off x="9022080" y="2133600"/>
            <a:ext cx="2560320" cy="792480"/>
          </a:xfrm>
          <a:prstGeom prst="rect">
            <a:avLst/>
          </a:prstGeom>
          <a:noFill/>
          <a:ln/>
        </p:spPr>
        <p:txBody>
          <a:bodyPr wrap="square" lIns="0" tIns="0" rIns="0" bIns="0" rtlCol="0" anchor="ctr"/>
          <a:lstStyle/>
          <a:p>
            <a:pPr algn="ctr"/>
            <a:r>
              <a:rPr lang="en-US" sz="1467" b="1" dirty="0">
                <a:solidFill>
                  <a:srgbClr val="FFB900"/>
                </a:solidFill>
                <a:ea typeface="Calibri" pitchFamily="34" charset="-122"/>
                <a:cs typeface="Calibri" pitchFamily="34" charset="-120"/>
              </a:rPr>
              <a:t>Inventory</a:t>
            </a:r>
            <a:endParaRPr lang="en-US" sz="1467" dirty="0"/>
          </a:p>
          <a:p>
            <a:pPr algn="ctr"/>
            <a:r>
              <a:rPr lang="en-US" sz="1467" b="1" dirty="0">
                <a:solidFill>
                  <a:srgbClr val="FFB900"/>
                </a:solidFill>
                <a:ea typeface="Calibri" pitchFamily="34" charset="-122"/>
                <a:cs typeface="Calibri" pitchFamily="34" charset="-120"/>
              </a:rPr>
              <a:t>Optimisation</a:t>
            </a:r>
            <a:endParaRPr lang="en-US" sz="1467" dirty="0"/>
          </a:p>
          <a:p>
            <a:pPr algn="ctr"/>
            <a:r>
              <a:rPr lang="en-US" sz="1467" b="1" dirty="0">
                <a:solidFill>
                  <a:srgbClr val="FFB900"/>
                </a:solidFill>
                <a:ea typeface="Calibri" pitchFamily="34" charset="-122"/>
                <a:cs typeface="Calibri" pitchFamily="34" charset="-120"/>
              </a:rPr>
              <a:t>Agent</a:t>
            </a:r>
            <a:endParaRPr lang="en-US" sz="1467" dirty="0"/>
          </a:p>
        </p:txBody>
      </p:sp>
      <p:sp>
        <p:nvSpPr>
          <p:cNvPr id="20" name="Shape 12">
            <a:extLst>
              <a:ext uri="{FF2B5EF4-FFF2-40B4-BE49-F238E27FC236}">
                <a16:creationId xmlns:a16="http://schemas.microsoft.com/office/drawing/2014/main" id="{43859C48-1A04-E20F-51C6-BA4879E90DA5}"/>
              </a:ext>
            </a:extLst>
          </p:cNvPr>
          <p:cNvSpPr/>
          <p:nvPr/>
        </p:nvSpPr>
        <p:spPr>
          <a:xfrm>
            <a:off x="426720" y="4084320"/>
            <a:ext cx="2682240" cy="1706880"/>
          </a:xfrm>
          <a:prstGeom prst="rect">
            <a:avLst/>
          </a:prstGeom>
          <a:solidFill>
            <a:srgbClr val="162845"/>
          </a:solidFill>
          <a:ln w="12700">
            <a:solidFill>
              <a:srgbClr val="162845"/>
            </a:solidFill>
            <a:prstDash val="solid"/>
          </a:ln>
          <a:effectLst>
            <a:outerShdw blurRad="152400" dist="38100" dir="8100000" algn="bl" rotWithShape="0">
              <a:srgbClr val="000000">
                <a:alpha val="25000"/>
              </a:srgbClr>
            </a:outerShdw>
          </a:effectLst>
        </p:spPr>
        <p:txBody>
          <a:bodyPr/>
          <a:lstStyle/>
          <a:p>
            <a:endParaRPr lang="en-IN" sz="1867"/>
          </a:p>
        </p:txBody>
      </p:sp>
      <p:sp>
        <p:nvSpPr>
          <p:cNvPr id="21" name="Shape 13">
            <a:extLst>
              <a:ext uri="{FF2B5EF4-FFF2-40B4-BE49-F238E27FC236}">
                <a16:creationId xmlns:a16="http://schemas.microsoft.com/office/drawing/2014/main" id="{9349CC75-00CB-026A-210D-084AC932E4A3}"/>
              </a:ext>
            </a:extLst>
          </p:cNvPr>
          <p:cNvSpPr/>
          <p:nvPr/>
        </p:nvSpPr>
        <p:spPr>
          <a:xfrm>
            <a:off x="426720" y="4084320"/>
            <a:ext cx="2682240" cy="73152"/>
          </a:xfrm>
          <a:prstGeom prst="rect">
            <a:avLst/>
          </a:prstGeom>
          <a:solidFill>
            <a:srgbClr val="00B294"/>
          </a:solidFill>
          <a:ln w="12700">
            <a:solidFill>
              <a:srgbClr val="00B294"/>
            </a:solidFill>
            <a:prstDash val="solid"/>
          </a:ln>
        </p:spPr>
        <p:txBody>
          <a:bodyPr/>
          <a:lstStyle/>
          <a:p>
            <a:endParaRPr lang="en-IN" sz="1867"/>
          </a:p>
        </p:txBody>
      </p:sp>
      <p:pic>
        <p:nvPicPr>
          <p:cNvPr id="22" name="Image 3" descr="preencoded.png">
            <a:extLst>
              <a:ext uri="{FF2B5EF4-FFF2-40B4-BE49-F238E27FC236}">
                <a16:creationId xmlns:a16="http://schemas.microsoft.com/office/drawing/2014/main" id="{E9AFD3E2-AF46-E999-A2E8-BE76B6A88989}"/>
              </a:ext>
            </a:extLst>
          </p:cNvPr>
          <p:cNvPicPr>
            <a:picLocks noChangeAspect="1"/>
          </p:cNvPicPr>
          <p:nvPr/>
        </p:nvPicPr>
        <p:blipFill>
          <a:blip r:embed="rId5"/>
          <a:stretch>
            <a:fillRect/>
          </a:stretch>
        </p:blipFill>
        <p:spPr>
          <a:xfrm>
            <a:off x="1463040" y="4267200"/>
            <a:ext cx="548640" cy="548640"/>
          </a:xfrm>
          <a:prstGeom prst="rect">
            <a:avLst/>
          </a:prstGeom>
        </p:spPr>
      </p:pic>
      <p:sp>
        <p:nvSpPr>
          <p:cNvPr id="23" name="Text 14">
            <a:extLst>
              <a:ext uri="{FF2B5EF4-FFF2-40B4-BE49-F238E27FC236}">
                <a16:creationId xmlns:a16="http://schemas.microsoft.com/office/drawing/2014/main" id="{621D0710-D339-7250-BB89-6A008D98956B}"/>
              </a:ext>
            </a:extLst>
          </p:cNvPr>
          <p:cNvSpPr/>
          <p:nvPr/>
        </p:nvSpPr>
        <p:spPr>
          <a:xfrm>
            <a:off x="487680" y="4876800"/>
            <a:ext cx="2560320" cy="792480"/>
          </a:xfrm>
          <a:prstGeom prst="rect">
            <a:avLst/>
          </a:prstGeom>
          <a:noFill/>
          <a:ln/>
        </p:spPr>
        <p:txBody>
          <a:bodyPr wrap="square" lIns="0" tIns="0" rIns="0" bIns="0" rtlCol="0" anchor="ctr"/>
          <a:lstStyle/>
          <a:p>
            <a:pPr algn="ctr"/>
            <a:r>
              <a:rPr lang="en-US" sz="1467" b="1" dirty="0">
                <a:solidFill>
                  <a:srgbClr val="00B294"/>
                </a:solidFill>
                <a:ea typeface="Calibri" pitchFamily="34" charset="-122"/>
                <a:cs typeface="Calibri" pitchFamily="34" charset="-120"/>
              </a:rPr>
              <a:t>Supply</a:t>
            </a:r>
            <a:endParaRPr lang="en-US" sz="1467" dirty="0"/>
          </a:p>
          <a:p>
            <a:pPr algn="ctr"/>
            <a:r>
              <a:rPr lang="en-US" sz="1467" b="1" dirty="0">
                <a:solidFill>
                  <a:srgbClr val="00B294"/>
                </a:solidFill>
                <a:ea typeface="Calibri" pitchFamily="34" charset="-122"/>
                <a:cs typeface="Calibri" pitchFamily="34" charset="-120"/>
              </a:rPr>
              <a:t>Planning</a:t>
            </a:r>
            <a:endParaRPr lang="en-US" sz="1467" dirty="0"/>
          </a:p>
          <a:p>
            <a:pPr algn="ctr"/>
            <a:r>
              <a:rPr lang="en-US" sz="1467" b="1" dirty="0">
                <a:solidFill>
                  <a:srgbClr val="00B294"/>
                </a:solidFill>
                <a:ea typeface="Calibri" pitchFamily="34" charset="-122"/>
                <a:cs typeface="Calibri" pitchFamily="34" charset="-120"/>
              </a:rPr>
              <a:t>Agent</a:t>
            </a:r>
            <a:endParaRPr lang="en-US" sz="1467" dirty="0"/>
          </a:p>
        </p:txBody>
      </p:sp>
      <p:sp>
        <p:nvSpPr>
          <p:cNvPr id="24" name="Shape 15">
            <a:extLst>
              <a:ext uri="{FF2B5EF4-FFF2-40B4-BE49-F238E27FC236}">
                <a16:creationId xmlns:a16="http://schemas.microsoft.com/office/drawing/2014/main" id="{5EC5F103-D60A-3AE6-76CB-30622987A233}"/>
              </a:ext>
            </a:extLst>
          </p:cNvPr>
          <p:cNvSpPr/>
          <p:nvPr/>
        </p:nvSpPr>
        <p:spPr>
          <a:xfrm>
            <a:off x="8961120" y="4084320"/>
            <a:ext cx="2682240" cy="1706880"/>
          </a:xfrm>
          <a:prstGeom prst="rect">
            <a:avLst/>
          </a:prstGeom>
          <a:solidFill>
            <a:srgbClr val="162845"/>
          </a:solidFill>
          <a:ln w="12700">
            <a:solidFill>
              <a:srgbClr val="162845"/>
            </a:solidFill>
            <a:prstDash val="solid"/>
          </a:ln>
          <a:effectLst>
            <a:outerShdw blurRad="152400" dist="38100" dir="8100000" algn="bl" rotWithShape="0">
              <a:srgbClr val="000000">
                <a:alpha val="25000"/>
              </a:srgbClr>
            </a:outerShdw>
          </a:effectLst>
        </p:spPr>
        <p:txBody>
          <a:bodyPr/>
          <a:lstStyle/>
          <a:p>
            <a:endParaRPr lang="en-IN" sz="1867"/>
          </a:p>
        </p:txBody>
      </p:sp>
      <p:sp>
        <p:nvSpPr>
          <p:cNvPr id="25" name="Shape 16">
            <a:extLst>
              <a:ext uri="{FF2B5EF4-FFF2-40B4-BE49-F238E27FC236}">
                <a16:creationId xmlns:a16="http://schemas.microsoft.com/office/drawing/2014/main" id="{7BD588AE-29F0-B907-FE8B-4F325DEB77E3}"/>
              </a:ext>
            </a:extLst>
          </p:cNvPr>
          <p:cNvSpPr/>
          <p:nvPr/>
        </p:nvSpPr>
        <p:spPr>
          <a:xfrm>
            <a:off x="8961120" y="4084320"/>
            <a:ext cx="2682240" cy="73152"/>
          </a:xfrm>
          <a:prstGeom prst="rect">
            <a:avLst/>
          </a:prstGeom>
          <a:solidFill>
            <a:srgbClr val="FF8C00"/>
          </a:solidFill>
          <a:ln w="12700">
            <a:solidFill>
              <a:srgbClr val="FF8C00"/>
            </a:solidFill>
            <a:prstDash val="solid"/>
          </a:ln>
        </p:spPr>
        <p:txBody>
          <a:bodyPr/>
          <a:lstStyle/>
          <a:p>
            <a:endParaRPr lang="en-IN" sz="1867"/>
          </a:p>
        </p:txBody>
      </p:sp>
      <p:pic>
        <p:nvPicPr>
          <p:cNvPr id="26" name="Image 4" descr="preencoded.png">
            <a:extLst>
              <a:ext uri="{FF2B5EF4-FFF2-40B4-BE49-F238E27FC236}">
                <a16:creationId xmlns:a16="http://schemas.microsoft.com/office/drawing/2014/main" id="{54149580-83C3-9056-95A3-8BCFE46F38C5}"/>
              </a:ext>
            </a:extLst>
          </p:cNvPr>
          <p:cNvPicPr>
            <a:picLocks noChangeAspect="1"/>
          </p:cNvPicPr>
          <p:nvPr/>
        </p:nvPicPr>
        <p:blipFill>
          <a:blip r:embed="rId6"/>
          <a:stretch>
            <a:fillRect/>
          </a:stretch>
        </p:blipFill>
        <p:spPr>
          <a:xfrm>
            <a:off x="9997440" y="4267200"/>
            <a:ext cx="548640" cy="548640"/>
          </a:xfrm>
          <a:prstGeom prst="rect">
            <a:avLst/>
          </a:prstGeom>
        </p:spPr>
      </p:pic>
      <p:sp>
        <p:nvSpPr>
          <p:cNvPr id="27" name="Text 17">
            <a:extLst>
              <a:ext uri="{FF2B5EF4-FFF2-40B4-BE49-F238E27FC236}">
                <a16:creationId xmlns:a16="http://schemas.microsoft.com/office/drawing/2014/main" id="{EC80FA89-3D8E-E2E9-0119-CB09CE6460F0}"/>
              </a:ext>
            </a:extLst>
          </p:cNvPr>
          <p:cNvSpPr/>
          <p:nvPr/>
        </p:nvSpPr>
        <p:spPr>
          <a:xfrm>
            <a:off x="9022080" y="4876800"/>
            <a:ext cx="2560320" cy="792480"/>
          </a:xfrm>
          <a:prstGeom prst="rect">
            <a:avLst/>
          </a:prstGeom>
          <a:noFill/>
          <a:ln/>
        </p:spPr>
        <p:txBody>
          <a:bodyPr wrap="square" lIns="0" tIns="0" rIns="0" bIns="0" rtlCol="0" anchor="ctr"/>
          <a:lstStyle/>
          <a:p>
            <a:pPr algn="ctr"/>
            <a:r>
              <a:rPr lang="en-US" sz="1467" b="1" dirty="0">
                <a:solidFill>
                  <a:srgbClr val="FF8C00"/>
                </a:solidFill>
                <a:ea typeface="Calibri" pitchFamily="34" charset="-122"/>
                <a:cs typeface="Calibri" pitchFamily="34" charset="-120"/>
              </a:rPr>
              <a:t>Logistics</a:t>
            </a:r>
            <a:endParaRPr lang="en-US" sz="1467" dirty="0"/>
          </a:p>
          <a:p>
            <a:pPr algn="ctr"/>
            <a:r>
              <a:rPr lang="en-US" sz="1467" b="1" dirty="0">
                <a:solidFill>
                  <a:srgbClr val="FF8C00"/>
                </a:solidFill>
                <a:ea typeface="Calibri" pitchFamily="34" charset="-122"/>
                <a:cs typeface="Calibri" pitchFamily="34" charset="-120"/>
              </a:rPr>
              <a:t>Optimisation</a:t>
            </a:r>
            <a:endParaRPr lang="en-US" sz="1467" dirty="0"/>
          </a:p>
          <a:p>
            <a:pPr algn="ctr"/>
            <a:r>
              <a:rPr lang="en-US" sz="1467" b="1" dirty="0">
                <a:solidFill>
                  <a:srgbClr val="FF8C00"/>
                </a:solidFill>
                <a:ea typeface="Calibri" pitchFamily="34" charset="-122"/>
                <a:cs typeface="Calibri" pitchFamily="34" charset="-120"/>
              </a:rPr>
              <a:t>Agent</a:t>
            </a:r>
            <a:endParaRPr lang="en-US" sz="1467" dirty="0"/>
          </a:p>
        </p:txBody>
      </p:sp>
      <p:sp>
        <p:nvSpPr>
          <p:cNvPr id="29" name="Shape 19">
            <a:extLst>
              <a:ext uri="{FF2B5EF4-FFF2-40B4-BE49-F238E27FC236}">
                <a16:creationId xmlns:a16="http://schemas.microsoft.com/office/drawing/2014/main" id="{C045B0DA-E788-F2A2-817F-D94D4C98387F}"/>
              </a:ext>
            </a:extLst>
          </p:cNvPr>
          <p:cNvSpPr/>
          <p:nvPr/>
        </p:nvSpPr>
        <p:spPr>
          <a:xfrm>
            <a:off x="8961120" y="2133600"/>
            <a:ext cx="0" cy="121920"/>
          </a:xfrm>
          <a:prstGeom prst="line">
            <a:avLst/>
          </a:prstGeom>
          <a:noFill/>
          <a:ln w="12700">
            <a:solidFill>
              <a:srgbClr val="B8CFE8"/>
            </a:solidFill>
            <a:prstDash val="dash"/>
          </a:ln>
        </p:spPr>
        <p:txBody>
          <a:bodyPr/>
          <a:lstStyle/>
          <a:p>
            <a:endParaRPr lang="en-IN" sz="1867"/>
          </a:p>
        </p:txBody>
      </p:sp>
      <p:sp>
        <p:nvSpPr>
          <p:cNvPr id="31" name="Shape 21">
            <a:extLst>
              <a:ext uri="{FF2B5EF4-FFF2-40B4-BE49-F238E27FC236}">
                <a16:creationId xmlns:a16="http://schemas.microsoft.com/office/drawing/2014/main" id="{22BFA28F-C29C-166C-683E-3BF860A9118F}"/>
              </a:ext>
            </a:extLst>
          </p:cNvPr>
          <p:cNvSpPr/>
          <p:nvPr/>
        </p:nvSpPr>
        <p:spPr>
          <a:xfrm>
            <a:off x="8961120" y="4572000"/>
            <a:ext cx="0" cy="0"/>
          </a:xfrm>
          <a:prstGeom prst="line">
            <a:avLst/>
          </a:prstGeom>
          <a:noFill/>
          <a:ln w="12700">
            <a:solidFill>
              <a:srgbClr val="B8CFE8"/>
            </a:solidFill>
            <a:prstDash val="dash"/>
          </a:ln>
        </p:spPr>
        <p:txBody>
          <a:bodyPr/>
          <a:lstStyle/>
          <a:p>
            <a:endParaRPr lang="en-IN" sz="1867"/>
          </a:p>
        </p:txBody>
      </p:sp>
      <p:sp>
        <p:nvSpPr>
          <p:cNvPr id="32" name="Text 22">
            <a:extLst>
              <a:ext uri="{FF2B5EF4-FFF2-40B4-BE49-F238E27FC236}">
                <a16:creationId xmlns:a16="http://schemas.microsoft.com/office/drawing/2014/main" id="{5F5E6279-9D09-6A44-BA82-271EB85F12A9}"/>
              </a:ext>
            </a:extLst>
          </p:cNvPr>
          <p:cNvSpPr/>
          <p:nvPr/>
        </p:nvSpPr>
        <p:spPr>
          <a:xfrm>
            <a:off x="426720" y="5748528"/>
            <a:ext cx="11338560" cy="390144"/>
          </a:xfrm>
          <a:prstGeom prst="rect">
            <a:avLst/>
          </a:prstGeom>
          <a:noFill/>
          <a:ln/>
        </p:spPr>
        <p:txBody>
          <a:bodyPr wrap="square" lIns="0" tIns="0" rIns="0" bIns="0" rtlCol="0" anchor="ctr"/>
          <a:lstStyle/>
          <a:p>
            <a:r>
              <a:rPr lang="en-US" sz="1667" b="1" dirty="0">
                <a:solidFill>
                  <a:srgbClr val="50E6FF"/>
                </a:solidFill>
                <a:ea typeface="Calibri" pitchFamily="34" charset="-122"/>
                <a:cs typeface="Calibri" pitchFamily="34" charset="-120"/>
              </a:rPr>
              <a:t>What the Agent Can Do</a:t>
            </a:r>
            <a:endParaRPr lang="en-US" sz="1667" dirty="0"/>
          </a:p>
        </p:txBody>
      </p:sp>
      <p:sp>
        <p:nvSpPr>
          <p:cNvPr id="37" name="Text 23">
            <a:extLst>
              <a:ext uri="{FF2B5EF4-FFF2-40B4-BE49-F238E27FC236}">
                <a16:creationId xmlns:a16="http://schemas.microsoft.com/office/drawing/2014/main" id="{A6C77466-EC69-C2C1-C8F4-945FB6123A72}"/>
              </a:ext>
            </a:extLst>
          </p:cNvPr>
          <p:cNvSpPr/>
          <p:nvPr/>
        </p:nvSpPr>
        <p:spPr>
          <a:xfrm>
            <a:off x="426720" y="6117336"/>
            <a:ext cx="11338560" cy="304800"/>
          </a:xfrm>
          <a:prstGeom prst="rect">
            <a:avLst/>
          </a:prstGeom>
          <a:noFill/>
          <a:ln/>
        </p:spPr>
        <p:txBody>
          <a:bodyPr wrap="square" lIns="0" tIns="0" rIns="0" bIns="0" rtlCol="0" anchor="ctr"/>
          <a:lstStyle/>
          <a:p>
            <a:r>
              <a:rPr lang="en-US" sz="1300">
                <a:solidFill>
                  <a:srgbClr val="B8CFE8"/>
                </a:solidFill>
                <a:ea typeface="Calibri"/>
                <a:cs typeface="Calibri"/>
              </a:rPr>
              <a:t>Natural language Q&amp;A across all supply chain data   ·   Autonomous: raises POs, transfers, alerts without human trigger   ·   Integrated into Email, Teams, SAP Fiori or custom portal   ·   Audit trail of every AI decision  full explainability</a:t>
            </a:r>
            <a:endParaRPr lang="en-US" sz="1300">
              <a:ea typeface="Calibri"/>
              <a:cs typeface="Calibri"/>
            </a:endParaRPr>
          </a:p>
        </p:txBody>
      </p:sp>
      <p:cxnSp>
        <p:nvCxnSpPr>
          <p:cNvPr id="36" name="Straight Arrow Connector 35">
            <a:extLst>
              <a:ext uri="{FF2B5EF4-FFF2-40B4-BE49-F238E27FC236}">
                <a16:creationId xmlns:a16="http://schemas.microsoft.com/office/drawing/2014/main" id="{D8171F4F-85FF-0F22-F547-F50E8422B12E}"/>
              </a:ext>
            </a:extLst>
          </p:cNvPr>
          <p:cNvCxnSpPr/>
          <p:nvPr/>
        </p:nvCxnSpPr>
        <p:spPr>
          <a:xfrm>
            <a:off x="3108959" y="2284356"/>
            <a:ext cx="1584959" cy="128556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B2A5A9A-11D6-78D0-BC34-CBB936D23713}"/>
              </a:ext>
            </a:extLst>
          </p:cNvPr>
          <p:cNvCxnSpPr>
            <a:cxnSpLocks/>
            <a:endCxn id="24" idx="1"/>
          </p:cNvCxnSpPr>
          <p:nvPr/>
        </p:nvCxnSpPr>
        <p:spPr>
          <a:xfrm>
            <a:off x="7620001" y="3864306"/>
            <a:ext cx="1341119" cy="107345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F6DC681D-5DDD-A9D2-0A2B-F85048A0E1FE}"/>
              </a:ext>
            </a:extLst>
          </p:cNvPr>
          <p:cNvCxnSpPr>
            <a:cxnSpLocks/>
          </p:cNvCxnSpPr>
          <p:nvPr/>
        </p:nvCxnSpPr>
        <p:spPr>
          <a:xfrm flipV="1">
            <a:off x="3108959" y="3874355"/>
            <a:ext cx="1584959" cy="107086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AE3DF9CF-BC3C-535C-5290-6E20BA3811B2}"/>
              </a:ext>
            </a:extLst>
          </p:cNvPr>
          <p:cNvCxnSpPr>
            <a:cxnSpLocks/>
          </p:cNvCxnSpPr>
          <p:nvPr/>
        </p:nvCxnSpPr>
        <p:spPr>
          <a:xfrm flipH="1">
            <a:off x="7620000" y="2202076"/>
            <a:ext cx="1323582" cy="131116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030" name="Picture 6" descr="SAP OData (Open Data Protocol) Part-1 | by Subashchandrabose S | Medium">
            <a:extLst>
              <a:ext uri="{FF2B5EF4-FFF2-40B4-BE49-F238E27FC236}">
                <a16:creationId xmlns:a16="http://schemas.microsoft.com/office/drawing/2014/main" id="{AD591D6E-9D07-3404-BB77-414335EB417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2428002">
            <a:off x="3538492" y="2333462"/>
            <a:ext cx="1076475" cy="557937"/>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6" descr="SAP OData (Open Data Protocol) Part-1 | by Subashchandrabose S | Medium">
            <a:extLst>
              <a:ext uri="{FF2B5EF4-FFF2-40B4-BE49-F238E27FC236}">
                <a16:creationId xmlns:a16="http://schemas.microsoft.com/office/drawing/2014/main" id="{FE870F5E-7FA2-C933-4EF1-FE3CB8F9B8E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19467179">
            <a:off x="3527502" y="4468239"/>
            <a:ext cx="1076475" cy="557937"/>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6" descr="SAP OData (Open Data Protocol) Part-1 | by Subashchandrabose S | Medium">
            <a:extLst>
              <a:ext uri="{FF2B5EF4-FFF2-40B4-BE49-F238E27FC236}">
                <a16:creationId xmlns:a16="http://schemas.microsoft.com/office/drawing/2014/main" id="{FBDBFE4E-39E2-BEFD-BA8A-72A6472471F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18982807">
            <a:off x="7681400" y="2155895"/>
            <a:ext cx="1076475" cy="557937"/>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6" descr="SAP OData (Open Data Protocol) Part-1 | by Subashchandrabose S | Medium">
            <a:extLst>
              <a:ext uri="{FF2B5EF4-FFF2-40B4-BE49-F238E27FC236}">
                <a16:creationId xmlns:a16="http://schemas.microsoft.com/office/drawing/2014/main" id="{25601FBA-3B51-9627-062D-4A119009578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2428002">
            <a:off x="7689834" y="4490152"/>
            <a:ext cx="1076475" cy="557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195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8105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B165D-61A6-A045-4791-442CE8E8FD07}"/>
              </a:ext>
            </a:extLst>
          </p:cNvPr>
          <p:cNvSpPr>
            <a:spLocks noGrp="1" noChangeAspect="1"/>
          </p:cNvSpPr>
          <p:nvPr>
            <p:ph type="title"/>
          </p:nvPr>
        </p:nvSpPr>
        <p:spPr bwMode="gray"/>
        <p:txBody>
          <a:bodyPr/>
          <a:lstStyle/>
          <a:p>
            <a:r>
              <a:rPr lang="en-US"/>
              <a:t>Copyright NTT DATA Business Solutions AG – All Rights Reserved</a:t>
            </a:r>
          </a:p>
        </p:txBody>
      </p:sp>
      <p:sp>
        <p:nvSpPr>
          <p:cNvPr id="3" name="Content Placeholder 2">
            <a:extLst>
              <a:ext uri="{FF2B5EF4-FFF2-40B4-BE49-F238E27FC236}">
                <a16:creationId xmlns:a16="http://schemas.microsoft.com/office/drawing/2014/main" id="{82896EAF-807B-3988-5F96-943996854E8E}"/>
              </a:ext>
            </a:extLst>
          </p:cNvPr>
          <p:cNvSpPr>
            <a:spLocks noGrp="1" noChangeAspect="1"/>
          </p:cNvSpPr>
          <p:nvPr>
            <p:ph idx="1"/>
          </p:nvPr>
        </p:nvSpPr>
        <p:spPr bwMode="gray"/>
        <p:txBody>
          <a:bodyPr/>
          <a:lstStyle/>
          <a:p>
            <a:pPr marL="0" marR="0" lvl="0" indent="0" algn="l" defTabSz="914400" rtl="0" eaLnBrk="1" fontAlgn="auto" latinLnBrk="0" hangingPunct="1">
              <a:lnSpc>
                <a:spcPct val="130000"/>
              </a:lnSpc>
              <a:spcBef>
                <a:spcPts val="1800"/>
              </a:spcBef>
              <a:spcAft>
                <a:spcPts val="0"/>
              </a:spcAft>
              <a:buClr>
                <a:srgbClr val="E7E6E6"/>
              </a:buClr>
              <a:buSzPct val="100000"/>
              <a:buFont typeface="Arial" panose="020B0604020202020204" pitchFamily="34" charset="0"/>
              <a:buNone/>
              <a:tabLst/>
              <a:defRPr/>
            </a:pP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No part of this publication may be reproduced or transmitted in any form or for any purpose without the express permission of NTT DATA Business Solutions AG. The information contained herein may be changed without prior notice</a:t>
            </a:r>
          </a:p>
          <a:p>
            <a:pPr marL="0" marR="0" lvl="0" indent="0" algn="l" defTabSz="914400" rtl="0" eaLnBrk="1" fontAlgn="auto" latinLnBrk="0" hangingPunct="1">
              <a:lnSpc>
                <a:spcPct val="130000"/>
              </a:lnSpc>
              <a:spcBef>
                <a:spcPts val="1800"/>
              </a:spcBef>
              <a:spcAft>
                <a:spcPts val="0"/>
              </a:spcAft>
              <a:buClr>
                <a:srgbClr val="E7E6E6"/>
              </a:buClr>
              <a:buSzPct val="100000"/>
              <a:buFont typeface="Arial" panose="020B0604020202020204" pitchFamily="34" charset="0"/>
              <a:buNone/>
              <a:tabLst/>
              <a:defRPr/>
            </a:pP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Some software products marketed by </a:t>
            </a: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NTT DATA Business Solutions AG </a:t>
            </a: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and its distributors contain proprietary software components of other software vendors. All product and service names mentioned, and associated logos displayed are the trademarks of their respective companies. Data contained in this document serves informational purposes only. National product specifications may vary</a:t>
            </a:r>
          </a:p>
          <a:p>
            <a:pPr marL="0" marR="0" lvl="0" indent="0" algn="l" defTabSz="914400" rtl="0" eaLnBrk="1" fontAlgn="auto" latinLnBrk="0" hangingPunct="1">
              <a:lnSpc>
                <a:spcPct val="130000"/>
              </a:lnSpc>
              <a:spcBef>
                <a:spcPts val="1800"/>
              </a:spcBef>
              <a:spcAft>
                <a:spcPts val="0"/>
              </a:spcAft>
              <a:buClr>
                <a:srgbClr val="E7E6E6"/>
              </a:buClr>
              <a:buSzPct val="100000"/>
              <a:buFont typeface="Arial" panose="020B0604020202020204" pitchFamily="34" charset="0"/>
              <a:buNone/>
              <a:tabLst/>
              <a:defRPr/>
            </a:pP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The information in this document is proprietary to NTT DATA Business Solutions AG. </a:t>
            </a: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This document is a preliminary version and not subject to your license agreement or any other agreement with </a:t>
            </a: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NTT DATA Business Solutions AG</a:t>
            </a: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 This document contains only intended strategies, developments, and product functionalities and is not intended to be binding upon </a:t>
            </a: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NTT DATA Business Solutions AG</a:t>
            </a: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 to any particular course of business, product strategy, and/or development. </a:t>
            </a: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NTT DATA Business Solutions AG </a:t>
            </a: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assumes no responsibility for errors or omissions in this document. </a:t>
            </a: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NTT DATA Business Solutions AG  </a:t>
            </a: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does not warrant the accuracy or completeness of the information, text, graphics, links, or other items contained within this material. This document is provided without a warranty of any kind, either express or implied, including but not limited to the implied warranties of merchantability, fitness for a particular purpose, or non-infringement</a:t>
            </a:r>
          </a:p>
          <a:p>
            <a:pPr marL="0" marR="0" lvl="0" indent="0" algn="l" defTabSz="914400" rtl="0" eaLnBrk="1" fontAlgn="auto" latinLnBrk="0" hangingPunct="1">
              <a:lnSpc>
                <a:spcPct val="130000"/>
              </a:lnSpc>
              <a:spcBef>
                <a:spcPts val="1800"/>
              </a:spcBef>
              <a:spcAft>
                <a:spcPts val="0"/>
              </a:spcAft>
              <a:buClr>
                <a:srgbClr val="E7E6E6"/>
              </a:buClr>
              <a:buSzPct val="100000"/>
              <a:buFont typeface="Arial" panose="020B0604020202020204" pitchFamily="34" charset="0"/>
              <a:buNone/>
              <a:tabLst/>
              <a:defRPr/>
            </a:pP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NTT DATA Business Solutions AG </a:t>
            </a: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shall have no liability for damages of any kind including without limitation direct, special, indirect, or consequential damages that may result from the use of these materials. This limitation shall not apply in cases of intent or gross negligence</a:t>
            </a:r>
          </a:p>
          <a:p>
            <a:pPr marL="0" marR="0" lvl="0" indent="0" algn="l" defTabSz="914400" rtl="0" eaLnBrk="1" fontAlgn="auto" latinLnBrk="0" hangingPunct="1">
              <a:lnSpc>
                <a:spcPct val="130000"/>
              </a:lnSpc>
              <a:spcBef>
                <a:spcPts val="1800"/>
              </a:spcBef>
              <a:spcAft>
                <a:spcPts val="0"/>
              </a:spcAft>
              <a:buClr>
                <a:srgbClr val="E7E6E6"/>
              </a:buClr>
              <a:buSzPct val="100000"/>
              <a:buFont typeface="Arial" panose="020B0604020202020204" pitchFamily="34" charset="0"/>
              <a:buNone/>
              <a:tabLst/>
              <a:defRPr/>
            </a:pP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The statutory liability for personal injury and defective products is not affected. </a:t>
            </a:r>
            <a:r>
              <a:rPr kumimoji="0" lang="en-US" altLang="de-DE" sz="1200" b="1"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NTT DATA Business Solutions AG </a:t>
            </a:r>
            <a:r>
              <a:rPr kumimoji="0" lang="en-US" altLang="de-DE" sz="1200" b="0" i="0" u="none" strike="noStrike" kern="1200" cap="none" spc="0" normalizeH="0" baseline="0" noProof="1">
                <a:ln>
                  <a:noFill/>
                </a:ln>
                <a:effectLst/>
                <a:uLnTx/>
                <a:uFillTx/>
                <a:latin typeface="Arial" panose="020B0604020202020204" pitchFamily="34" charset="0"/>
                <a:ea typeface="ＭＳ Ｐゴシック" panose="020B0600070205080204" pitchFamily="34" charset="-128"/>
                <a:cs typeface="+mn-cs"/>
              </a:rPr>
              <a:t>has no control over the information that you may access through the use of hot links contained in these materials and does not endorse your use of third-party web pages nor provide any warranty whatsoever relating to third-party web pages.</a:t>
            </a:r>
          </a:p>
          <a:p>
            <a:endParaRPr lang="en-US" sz="1200"/>
          </a:p>
        </p:txBody>
      </p:sp>
      <p:sp>
        <p:nvSpPr>
          <p:cNvPr id="4" name="Footer Placeholder 3">
            <a:extLst>
              <a:ext uri="{FF2B5EF4-FFF2-40B4-BE49-F238E27FC236}">
                <a16:creationId xmlns:a16="http://schemas.microsoft.com/office/drawing/2014/main" id="{BCC6DA92-4226-B8FE-1E5D-EA93F3DC9E4C}"/>
              </a:ext>
            </a:extLst>
          </p:cNvPr>
          <p:cNvSpPr>
            <a:spLocks noGrp="1" noChangeAspect="1"/>
          </p:cNvSpPr>
          <p:nvPr>
            <p:ph type="ftr" sz="quarter" idx="3"/>
          </p:nvPr>
        </p:nvSpPr>
        <p:spPr bwMode="gray"/>
        <p:txBody>
          <a:bodyPr/>
          <a:lstStyle/>
          <a:p>
            <a:r>
              <a:rPr lang="en-US" noProof="0"/>
              <a:t>© 2026 NTT DATA Business Solutions</a:t>
            </a:r>
          </a:p>
        </p:txBody>
      </p:sp>
      <p:sp>
        <p:nvSpPr>
          <p:cNvPr id="5" name="Slide Number Placeholder 4">
            <a:extLst>
              <a:ext uri="{FF2B5EF4-FFF2-40B4-BE49-F238E27FC236}">
                <a16:creationId xmlns:a16="http://schemas.microsoft.com/office/drawing/2014/main" id="{EF473A2A-525A-1577-5248-C6DA7C6F5564}"/>
              </a:ext>
            </a:extLst>
          </p:cNvPr>
          <p:cNvSpPr>
            <a:spLocks noGrp="1" noChangeAspect="1"/>
          </p:cNvSpPr>
          <p:nvPr>
            <p:ph type="sldNum" sz="quarter" idx="4"/>
          </p:nvPr>
        </p:nvSpPr>
        <p:spPr bwMode="gray"/>
        <p:txBody>
          <a:bodyPr/>
          <a:lstStyle/>
          <a:p>
            <a:fld id="{13CE6DAF-806F-404B-BC68-339BFCB57E5C}" type="slidenum">
              <a:rPr lang="en-US" smtClean="0"/>
              <a:pPr/>
              <a:t>11</a:t>
            </a:fld>
            <a:endParaRPr lang="en-US"/>
          </a:p>
        </p:txBody>
      </p:sp>
    </p:spTree>
    <p:extLst>
      <p:ext uri="{BB962C8B-B14F-4D97-AF65-F5344CB8AC3E}">
        <p14:creationId xmlns:p14="http://schemas.microsoft.com/office/powerpoint/2010/main" val="153992353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heme/theme1.xml><?xml version="1.0" encoding="utf-8"?>
<a:theme xmlns:a="http://schemas.openxmlformats.org/drawingml/2006/main" name="NTT DATA LIGHT ">
  <a:themeElements>
    <a:clrScheme name="Benutzerdefiniert 51">
      <a:dk1>
        <a:srgbClr val="FFFFFF"/>
      </a:dk1>
      <a:lt1>
        <a:srgbClr val="070F26"/>
      </a:lt1>
      <a:dk2>
        <a:srgbClr val="2E404D"/>
      </a:dk2>
      <a:lt2>
        <a:srgbClr val="0072BC"/>
      </a:lt2>
      <a:accent1>
        <a:srgbClr val="19A3FC"/>
      </a:accent1>
      <a:accent2>
        <a:srgbClr val="00DFED"/>
      </a:accent2>
      <a:accent3>
        <a:srgbClr val="00CB5D"/>
      </a:accent3>
      <a:accent4>
        <a:srgbClr val="FFC400"/>
      </a:accent4>
      <a:accent5>
        <a:srgbClr val="FF7A00"/>
      </a:accent5>
      <a:accent6>
        <a:srgbClr val="949494"/>
      </a:accent6>
      <a:hlink>
        <a:srgbClr val="0072BC"/>
      </a:hlink>
      <a:folHlink>
        <a:srgbClr val="00DFED"/>
      </a:folHlink>
    </a:clrScheme>
    <a:fontScheme name="NTT_Arial">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9525">
          <a:noFill/>
        </a:ln>
      </a:spPr>
      <a:bodyPr lIns="0" tIns="0" rIns="0" bIns="0" rtlCol="0" anchor="t"/>
      <a:lstStyle>
        <a:defPPr algn="l">
          <a:lnSpc>
            <a:spcPct val="110000"/>
          </a:lnSpc>
          <a:spcBef>
            <a:spcPts val="600"/>
          </a:spcBef>
          <a:defRPr sz="18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bodyPr vert="horz" lIns="0" tIns="0" rIns="0" bIns="0" rtlCol="0">
        <a:noAutofit/>
      </a:bodyPr>
      <a:lstStyle>
        <a:defPPr algn="l">
          <a:defRPr dirty="0"/>
        </a:defPPr>
      </a:lstStyle>
    </a:txDef>
  </a:objectDefaults>
  <a:extraClrSchemeLst/>
  <a:custClrLst>
    <a:custClr name="A-Smart Navy">
      <a:srgbClr val="070F26"/>
    </a:custClr>
    <a:custClr name="B-White">
      <a:srgbClr val="FFFFFF"/>
    </a:custClr>
    <a:custClr name="C-Future Blue 150">
      <a:srgbClr val="005B96"/>
    </a:custClr>
    <a:custClr name="D-Future Blue">
      <a:srgbClr val="0072BC"/>
    </a:custClr>
    <a:custClr name="E-Future Blue 50">
      <a:srgbClr val="19A3FC"/>
    </a:custClr>
    <a:custClr name="F-Turquoise 100">
      <a:srgbClr val="009AA4"/>
    </a:custClr>
    <a:custClr name="G-Turquoise">
      <a:srgbClr val="00DFED"/>
    </a:custClr>
    <a:custClr name="H-Turquoise 50">
      <a:srgbClr val="7BF7FF"/>
    </a:custClr>
    <a:custClr name="I-Green 150">
      <a:srgbClr val="068941"/>
    </a:custClr>
    <a:custClr name="J-Green">
      <a:srgbClr val="00CB5D"/>
    </a:custClr>
    <a:custClr name="K-Green 50">
      <a:srgbClr val="38F990"/>
    </a:custClr>
    <a:custClr name="L-Yellow">
      <a:srgbClr val="FFC400"/>
    </a:custClr>
    <a:custClr name="M-Yellow 50">
      <a:srgbClr val="FFEDB2"/>
    </a:custClr>
    <a:custClr name="N-Yellow 100">
      <a:srgbClr val="FFDB66"/>
    </a:custClr>
    <a:custClr name="O-Orange 150">
      <a:srgbClr val="B22000"/>
    </a:custClr>
    <a:custClr name="P-Orange 100">
      <a:srgbClr val="E42600"/>
    </a:custClr>
    <a:custClr name="Q-Orange">
      <a:srgbClr val="FF7A00"/>
    </a:custClr>
    <a:custClr name="R-Grey 100">
      <a:srgbClr val="949494"/>
    </a:custClr>
    <a:custClr name="S-Grey 50">
      <a:srgbClr val="E8E8E8"/>
    </a:custClr>
    <a:custClr name="T-Black">
      <a:srgbClr val="000000"/>
    </a:custClr>
    <a:custClr name="U-Text Grey">
      <a:srgbClr val="2E404D"/>
    </a:custClr>
  </a:custClrLst>
  <a:extLst>
    <a:ext uri="{05A4C25C-085E-4340-85A3-A5531E510DB2}">
      <thm15:themeFamily xmlns:thm15="http://schemas.microsoft.com/office/thememl/2012/main" name="Präsentation1" id="{DDC85BBE-3F1E-4AA9-B218-595D51231317}" vid="{7540CC86-4BC2-4C40-AFD1-445E1BD28808}"/>
    </a:ext>
  </a:extLst>
</a:theme>
</file>

<file path=ppt/theme/theme2.xml><?xml version="1.0" encoding="utf-8"?>
<a:theme xmlns:a="http://schemas.openxmlformats.org/drawingml/2006/main" name="NTT DATA DARK ">
  <a:themeElements>
    <a:clrScheme name="Benutzerdefiniert 52">
      <a:dk1>
        <a:srgbClr val="FFFFFF"/>
      </a:dk1>
      <a:lt1>
        <a:srgbClr val="070F26"/>
      </a:lt1>
      <a:dk2>
        <a:srgbClr val="2E404D"/>
      </a:dk2>
      <a:lt2>
        <a:srgbClr val="0072BC"/>
      </a:lt2>
      <a:accent1>
        <a:srgbClr val="19A3FC"/>
      </a:accent1>
      <a:accent2>
        <a:srgbClr val="00DFED"/>
      </a:accent2>
      <a:accent3>
        <a:srgbClr val="00CB5D"/>
      </a:accent3>
      <a:accent4>
        <a:srgbClr val="FFC400"/>
      </a:accent4>
      <a:accent5>
        <a:srgbClr val="FF7A00"/>
      </a:accent5>
      <a:accent6>
        <a:srgbClr val="949494"/>
      </a:accent6>
      <a:hlink>
        <a:srgbClr val="0072BC"/>
      </a:hlink>
      <a:folHlink>
        <a:srgbClr val="00DFED"/>
      </a:folHlink>
    </a:clrScheme>
    <a:fontScheme name="NTT_Arial">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9525">
          <a:noFill/>
        </a:ln>
      </a:spPr>
      <a:bodyPr lIns="0" tIns="0" rIns="0" bIns="0" rtlCol="0" anchor="t"/>
      <a:lstStyle>
        <a:defPPr algn="l">
          <a:lnSpc>
            <a:spcPct val="110000"/>
          </a:lnSpc>
          <a:spcBef>
            <a:spcPts val="600"/>
          </a:spcBef>
          <a:defRPr sz="1800" dirty="0" err="1" smtClean="0">
            <a:solidFill>
              <a:schemeClr val="accent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1"/>
          </a:solidFill>
        </a:ln>
      </a:spPr>
      <a:bodyPr/>
      <a:lstStyle/>
      <a:style>
        <a:lnRef idx="1">
          <a:schemeClr val="accent1"/>
        </a:lnRef>
        <a:fillRef idx="0">
          <a:schemeClr val="accent1"/>
        </a:fillRef>
        <a:effectRef idx="0">
          <a:schemeClr val="accent1"/>
        </a:effectRef>
        <a:fontRef idx="minor">
          <a:schemeClr val="tx1"/>
        </a:fontRef>
      </a:style>
    </a:lnDef>
    <a:txDef>
      <a:spPr/>
      <a:bodyPr vert="horz" lIns="0" tIns="0" rIns="0" bIns="0" rtlCol="0">
        <a:noAutofit/>
      </a:bodyPr>
      <a:lstStyle>
        <a:defPPr algn="l">
          <a:defRPr dirty="0"/>
        </a:defPPr>
      </a:lstStyle>
    </a:txDef>
  </a:objectDefaults>
  <a:extraClrSchemeLst/>
  <a:custClrLst>
    <a:custClr name="A-Smart Navy">
      <a:srgbClr val="070F26"/>
    </a:custClr>
    <a:custClr name="B-White">
      <a:srgbClr val="FFFFFF"/>
    </a:custClr>
    <a:custClr name="C-Future Blue 150">
      <a:srgbClr val="005B96"/>
    </a:custClr>
    <a:custClr name="D-Future Blue">
      <a:srgbClr val="0072BC"/>
    </a:custClr>
    <a:custClr name="E-Future Blue 50">
      <a:srgbClr val="19A3FC"/>
    </a:custClr>
    <a:custClr name="F-Turquoise 100">
      <a:srgbClr val="009AA4"/>
    </a:custClr>
    <a:custClr name="G-Turquoise">
      <a:srgbClr val="00DFED"/>
    </a:custClr>
    <a:custClr name="H-Turquoise 50">
      <a:srgbClr val="7BF7FF"/>
    </a:custClr>
    <a:custClr name="I-Green 150">
      <a:srgbClr val="068941"/>
    </a:custClr>
    <a:custClr name="J-Green">
      <a:srgbClr val="00CB5D"/>
    </a:custClr>
    <a:custClr name="K-Green 50">
      <a:srgbClr val="38F990"/>
    </a:custClr>
    <a:custClr name="L-Yellow">
      <a:srgbClr val="FFC400"/>
    </a:custClr>
    <a:custClr name="M-Yellow 50">
      <a:srgbClr val="FFEDB2"/>
    </a:custClr>
    <a:custClr name="N-Yellow 100">
      <a:srgbClr val="FFDB66"/>
    </a:custClr>
    <a:custClr name="O-Orange 150">
      <a:srgbClr val="B22000"/>
    </a:custClr>
    <a:custClr name="P-Orange 100">
      <a:srgbClr val="E42600"/>
    </a:custClr>
    <a:custClr name="Q-Orange">
      <a:srgbClr val="FF7A00"/>
    </a:custClr>
    <a:custClr name="R-Grey 100">
      <a:srgbClr val="949494"/>
    </a:custClr>
    <a:custClr name="S-Grey 50">
      <a:srgbClr val="E8E8E8"/>
    </a:custClr>
    <a:custClr name="T-Black">
      <a:srgbClr val="000000"/>
    </a:custClr>
    <a:custClr name="U-Text Grey">
      <a:srgbClr val="2E404D"/>
    </a:custClr>
  </a:custClrLst>
  <a:extLst>
    <a:ext uri="{05A4C25C-085E-4340-85A3-A5531E510DB2}">
      <thm15:themeFamily xmlns:thm15="http://schemas.microsoft.com/office/thememl/2012/main" name="Präsentation1" id="{DDC85BBE-3F1E-4AA9-B218-595D51231317}" vid="{EF93F315-4778-43EC-9FED-276A3B6713C6}"/>
    </a:ext>
  </a:extLst>
</a:theme>
</file>

<file path=ppt/theme/theme3.xml><?xml version="1.0" encoding="utf-8"?>
<a:theme xmlns:a="http://schemas.openxmlformats.org/drawingml/2006/main" name="Office Theme">
  <a:themeElements>
    <a:clrScheme name="ntt">
      <a:dk1>
        <a:srgbClr val="000000"/>
      </a:dk1>
      <a:lt1>
        <a:srgbClr val="FFFFFF"/>
      </a:lt1>
      <a:dk2>
        <a:srgbClr val="404040"/>
      </a:dk2>
      <a:lt2>
        <a:srgbClr val="DEE8F4"/>
      </a:lt2>
      <a:accent1>
        <a:srgbClr val="6785C1"/>
      </a:accent1>
      <a:accent2>
        <a:srgbClr val="0F1C50"/>
      </a:accent2>
      <a:accent3>
        <a:srgbClr val="0080B1"/>
      </a:accent3>
      <a:accent4>
        <a:srgbClr val="E6B600"/>
      </a:accent4>
      <a:accent5>
        <a:srgbClr val="BC4328"/>
      </a:accent5>
      <a:accent6>
        <a:srgbClr val="7F7F7F"/>
      </a:accent6>
      <a:hlink>
        <a:srgbClr val="6785C1"/>
      </a:hlink>
      <a:folHlink>
        <a:srgbClr val="0F1C50"/>
      </a:folHlink>
    </a:clrScheme>
    <a:fontScheme name="Benutzerdefiniert 13">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ntt">
      <a:dk1>
        <a:srgbClr val="000000"/>
      </a:dk1>
      <a:lt1>
        <a:srgbClr val="FFFFFF"/>
      </a:lt1>
      <a:dk2>
        <a:srgbClr val="404040"/>
      </a:dk2>
      <a:lt2>
        <a:srgbClr val="DEE8F4"/>
      </a:lt2>
      <a:accent1>
        <a:srgbClr val="6785C1"/>
      </a:accent1>
      <a:accent2>
        <a:srgbClr val="0F1C50"/>
      </a:accent2>
      <a:accent3>
        <a:srgbClr val="0080B1"/>
      </a:accent3>
      <a:accent4>
        <a:srgbClr val="E6B600"/>
      </a:accent4>
      <a:accent5>
        <a:srgbClr val="BC4328"/>
      </a:accent5>
      <a:accent6>
        <a:srgbClr val="7F7F7F"/>
      </a:accent6>
      <a:hlink>
        <a:srgbClr val="6785C1"/>
      </a:hlink>
      <a:folHlink>
        <a:srgbClr val="0F1C50"/>
      </a:folHlink>
    </a:clrScheme>
    <a:fontScheme name="Benutzerdefiniert 12">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902A2517DC2E547AF9EA473E7A12163" ma:contentTypeVersion="19" ma:contentTypeDescription="Create a new document." ma:contentTypeScope="" ma:versionID="773d3e698a68b45a9fe7f709a50adfc5">
  <xsd:schema xmlns:xsd="http://www.w3.org/2001/XMLSchema" xmlns:xs="http://www.w3.org/2001/XMLSchema" xmlns:p="http://schemas.microsoft.com/office/2006/metadata/properties" xmlns:ns1="http://schemas.microsoft.com/sharepoint/v3" xmlns:ns2="479f7807-8af8-4165-88ef-8e8a9ed95c95" xmlns:ns3="90789308-1fc9-44cd-a89d-04792a429752" targetNamespace="http://schemas.microsoft.com/office/2006/metadata/properties" ma:root="true" ma:fieldsID="79d4c31de4e5677dd3f117ff4f7b39d6" ns1:_="" ns2:_="" ns3:_="">
    <xsd:import namespace="http://schemas.microsoft.com/sharepoint/v3"/>
    <xsd:import namespace="479f7807-8af8-4165-88ef-8e8a9ed95c95"/>
    <xsd:import namespace="90789308-1fc9-44cd-a89d-04792a429752"/>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1:_ip_UnifiedCompliancePolicyProperties" minOccurs="0"/>
                <xsd:element ref="ns1:_ip_UnifiedCompliancePolicyUIAction" minOccurs="0"/>
                <xsd:element ref="ns2:MediaServiceBillingMetadata" minOccurs="0"/>
                <xsd:element ref="ns2:_Flow_Signoff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xsd:simpleType>
        <xsd:restriction base="dms:Note"/>
      </xsd:simpleType>
    </xsd:element>
    <xsd:element name="_ip_UnifiedCompliancePolicyUIAction" ma:index="2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79f7807-8af8-4165-88ef-8e8a9ed95c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2444951b-1b3b-4f09-8d96-1e2cbb0c2961"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description="" ma:indexed="true" ma:internalName="MediaServiceLocation" ma:readOnly="true">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element name="_Flow_SignoffStatus" ma:index="26" nillable="true" ma:displayName="Sign-off status" ma:internalName="_x0024_Resources_x003a_core_x002c_Signoff_Status">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0789308-1fc9-44cd-a89d-04792a42975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bffbc66-9409-43da-943c-3e5840b5f683}" ma:internalName="TaxCatchAll" ma:showField="CatchAllData" ma:web="90789308-1fc9-44cd-a89d-04792a429752">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90789308-1fc9-44cd-a89d-04792a429752" xsi:nil="true"/>
    <_Flow_SignoffStatus xmlns="479f7807-8af8-4165-88ef-8e8a9ed95c95" xsi:nil="true"/>
    <_ip_UnifiedCompliancePolicyProperties xmlns="http://schemas.microsoft.com/sharepoint/v3" xsi:nil="true"/>
    <lcf76f155ced4ddcb4097134ff3c332f xmlns="479f7807-8af8-4165-88ef-8e8a9ed95c9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E1B1063-FF0F-4A88-9BA6-032AFE4CE4CE}">
  <ds:schemaRefs>
    <ds:schemaRef ds:uri="http://schemas.microsoft.com/sharepoint/v3/contenttype/forms"/>
  </ds:schemaRefs>
</ds:datastoreItem>
</file>

<file path=customXml/itemProps2.xml><?xml version="1.0" encoding="utf-8"?>
<ds:datastoreItem xmlns:ds="http://schemas.openxmlformats.org/officeDocument/2006/customXml" ds:itemID="{DA90E7D8-C8E4-43A4-A610-92B4FA8288FD}">
  <ds:schemaRefs>
    <ds:schemaRef ds:uri="479f7807-8af8-4165-88ef-8e8a9ed95c95"/>
    <ds:schemaRef ds:uri="90789308-1fc9-44cd-a89d-04792a4297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144343E-4CC8-4AAF-8318-2DDA6BE56C2B}">
  <ds:schemaRefs>
    <ds:schemaRef ds:uri="479f7807-8af8-4165-88ef-8e8a9ed95c95"/>
    <ds:schemaRef ds:uri="90789308-1fc9-44cd-a89d-04792a42975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ec3fe26b-7d76-4b37-8465-ecc347eca3f0}" enabled="1" method="Standard" siteId="{46c4de19-0ffc-4c54-aa86-ee7274afa9d7}" removed="0"/>
</clbl:labelList>
</file>

<file path=docProps/app.xml><?xml version="1.0" encoding="utf-8"?>
<Properties xmlns="http://schemas.openxmlformats.org/officeDocument/2006/extended-properties" xmlns:vt="http://schemas.openxmlformats.org/officeDocument/2006/docPropsVTypes">
  <Template>NTT DATA Global Template-v05</Template>
  <TotalTime>5290</TotalTime>
  <Words>1460</Words>
  <Application>Microsoft Office PowerPoint</Application>
  <PresentationFormat>Widescreen</PresentationFormat>
  <Paragraphs>185</Paragraphs>
  <Slides>11</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11</vt:i4>
      </vt:variant>
    </vt:vector>
  </HeadingPairs>
  <TitlesOfParts>
    <vt:vector size="19" baseType="lpstr">
      <vt:lpstr>Aptos</vt:lpstr>
      <vt:lpstr>Arial</vt:lpstr>
      <vt:lpstr>Calibri</vt:lpstr>
      <vt:lpstr>Georgia</vt:lpstr>
      <vt:lpstr>Roboto</vt:lpstr>
      <vt:lpstr>Wingdings</vt:lpstr>
      <vt:lpstr>NTT DATA LIGHT </vt:lpstr>
      <vt:lpstr>NTT DATA DARK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Copyright NTT DATA Business Solutions AG – All Rights Reserved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 Antony</dc:creator>
  <cp:keywords/>
  <cp:lastModifiedBy>Shekhar Bhartiya</cp:lastModifiedBy>
  <cp:revision>29</cp:revision>
  <dcterms:created xsi:type="dcterms:W3CDTF">2026-02-23T12:36:25Z</dcterms:created>
  <dcterms:modified xsi:type="dcterms:W3CDTF">2026-03-09T08:47:19Z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637e5cc-ed1f-4ad6-a881-35c0f1c6f3d8_Enabled">
    <vt:lpwstr>true</vt:lpwstr>
  </property>
  <property fmtid="{D5CDD505-2E9C-101B-9397-08002B2CF9AE}" pid="3" name="MSIP_Label_4637e5cc-ed1f-4ad6-a881-35c0f1c6f3d8_SetDate">
    <vt:lpwstr>2023-10-06T08:29:05Z</vt:lpwstr>
  </property>
  <property fmtid="{D5CDD505-2E9C-101B-9397-08002B2CF9AE}" pid="4" name="MSIP_Label_4637e5cc-ed1f-4ad6-a881-35c0f1c6f3d8_Method">
    <vt:lpwstr>Standard</vt:lpwstr>
  </property>
  <property fmtid="{D5CDD505-2E9C-101B-9397-08002B2CF9AE}" pid="5" name="MSIP_Label_4637e5cc-ed1f-4ad6-a881-35c0f1c6f3d8_Name">
    <vt:lpwstr>General</vt:lpwstr>
  </property>
  <property fmtid="{D5CDD505-2E9C-101B-9397-08002B2CF9AE}" pid="6" name="MSIP_Label_4637e5cc-ed1f-4ad6-a881-35c0f1c6f3d8_SiteId">
    <vt:lpwstr>e3cf3c98-a978-465f-8254-9d541eeea73c</vt:lpwstr>
  </property>
  <property fmtid="{D5CDD505-2E9C-101B-9397-08002B2CF9AE}" pid="7" name="MSIP_Label_4637e5cc-ed1f-4ad6-a881-35c0f1c6f3d8_ActionId">
    <vt:lpwstr>0d11dad3-86e1-48a7-998b-d249292d9478</vt:lpwstr>
  </property>
  <property fmtid="{D5CDD505-2E9C-101B-9397-08002B2CF9AE}" pid="8" name="MSIP_Label_4637e5cc-ed1f-4ad6-a881-35c0f1c6f3d8_ContentBits">
    <vt:lpwstr>0</vt:lpwstr>
  </property>
  <property fmtid="{D5CDD505-2E9C-101B-9397-08002B2CF9AE}" pid="9" name="ContentTypeId">
    <vt:lpwstr>0x010100F902A2517DC2E547AF9EA473E7A12163</vt:lpwstr>
  </property>
  <property fmtid="{D5CDD505-2E9C-101B-9397-08002B2CF9AE}" pid="10" name="MediaServiceImageTags">
    <vt:lpwstr/>
  </property>
  <property fmtid="{D5CDD505-2E9C-101B-9397-08002B2CF9AE}" pid="11" name="Order">
    <vt:r8>2467500</vt:r8>
  </property>
  <property fmtid="{D5CDD505-2E9C-101B-9397-08002B2CF9AE}" pid="12" name="ComplianceAssetId">
    <vt:lpwstr/>
  </property>
  <property fmtid="{D5CDD505-2E9C-101B-9397-08002B2CF9AE}" pid="13" name="_ExtendedDescription">
    <vt:lpwstr/>
  </property>
  <property fmtid="{D5CDD505-2E9C-101B-9397-08002B2CF9AE}" pid="14" name="TriggerFlowInfo">
    <vt:lpwstr/>
  </property>
  <property fmtid="{D5CDD505-2E9C-101B-9397-08002B2CF9AE}" pid="15" name="ClassificationContentMarkingHeaderLocations">
    <vt:lpwstr>NTT DATA LIGHT :8\NTT DATA DARK :4</vt:lpwstr>
  </property>
  <property fmtid="{D5CDD505-2E9C-101B-9397-08002B2CF9AE}" pid="16" name="ClassificationContentMarkingHeaderText">
    <vt:lpwstr>RESTRICTED</vt:lpwstr>
  </property>
</Properties>
</file>